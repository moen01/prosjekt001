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740" r:id="rId3"/>
    <p:sldId id="725" r:id="rId4"/>
    <p:sldId id="562" r:id="rId5"/>
    <p:sldId id="728" r:id="rId6"/>
    <p:sldId id="733" r:id="rId7"/>
    <p:sldId id="735" r:id="rId8"/>
    <p:sldId id="738" r:id="rId9"/>
    <p:sldId id="590" r:id="rId10"/>
    <p:sldId id="594" r:id="rId11"/>
    <p:sldId id="675" r:id="rId12"/>
    <p:sldId id="681" r:id="rId13"/>
    <p:sldId id="693" r:id="rId1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86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0D950C1-E096-367F-F226-460D74ACF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FD232EC-469C-46F5-5BCA-715BE8B28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5F755AC-9796-5D00-A367-22BF1ABA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6B9EF55-4A0B-AE31-25D0-92224A47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C908670-C804-CCC4-58D2-EAEE84C2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6542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ECE60A5-4228-8F0C-F753-C55A9484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83FE57F-77F0-6064-B795-73FA0FDD1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DE1F286-3C4C-983C-939B-43A1D7B9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53A9D0E-637F-E87F-D826-E282BC82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D7F95D5-D374-50D2-422E-FF3B0929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372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5057475-6222-1F58-D14B-00D5D86A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C5A9741-2667-8A8C-442D-49C69BC1E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DFE5F34-CA42-CAEF-E313-FC05C802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8BB74B1-EB7A-C4F1-D3D6-106C5625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BA88C59-58CE-91F9-13C2-9601E54D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585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99C71F4-2C52-EA6D-1122-14D08209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3E854CA-5652-0148-8951-4E56B0C7B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33541D6-A969-7672-07AE-DD3C13B28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773E3EA-2132-70CF-1ADA-16E5C90A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A9E2D4F-3244-2955-194F-7FD98C15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C517A80-0900-A2F7-DAD9-4810F3D6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3472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8E61E2-5524-820D-DA19-FACE267D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D7D0712-0D4F-A594-579D-4228004E2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2DC848E-D516-1771-0A0D-45F67947E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F7490C8-E7D6-6376-C302-5BFE72D4B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198DA636-C927-EAF5-8CDF-7377BE09E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24556B9B-A69D-5A66-99AB-6CAE8790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AACD434-E90D-4F33-8036-BA106511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8FF8F75-3536-4AC5-9160-871EA0E5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940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6D3FE87-2F09-40F1-602A-D22B49D3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8248A4F-3B4B-EB7B-AA79-8D3E689D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04ECDF4C-7101-850E-F3EA-435B043B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5BD91A8-7957-BF9B-EAFA-658E8A42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579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B3948BC-5506-C48B-05C3-A37C17EF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97EB68B4-8C19-CB18-5193-11938F4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2BB3EFB-A47C-7BE7-6C6E-3BCD993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721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BCEA9DA-7BD8-3A31-E661-B655990D6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5038AA7-024F-F398-6716-3494E8A93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80A371C-B265-330C-1B8B-69126271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8522CB6-15B4-E004-98AF-28DEF8D4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DD55B35-F764-B2BF-3506-C3318F4C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01DCDE9-3E3E-00B5-3E6E-B9E1AA32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213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9175B7-D9E7-CC28-01A1-02C6AA94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00E6CCDB-11D7-75E5-B659-EFBBE349B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EDF849-6D5D-8989-1349-DC2A90C7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59DDBF9-C274-2DD9-BB1A-E7E4C7DE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3512D34-6A21-7746-C4EC-30A79A77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8E2257E-A480-6171-F2AF-DD7953B5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849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F554FB-F1B9-3669-B247-90C68DAA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28904B1-BE87-D345-2D38-84D04A731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FC664E1-0405-A4CE-296A-C25E75C2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E642452-9B5B-AD21-FC07-401B7961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276834-6CA9-16DD-9299-11860B78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240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7E9478EC-7096-EDF5-EE55-47164F892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E4F17AAC-0C01-2683-89C6-A5C7EBD11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D6EBBEB-EAA8-22BA-F6B6-0946DBB4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EB90871-8522-95E6-EA0E-390649C2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479F11F-1482-D1AE-87C1-57215A14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6175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9D6A9CFD-2D57-3F61-EF59-7D902A18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D267CC1-996B-075B-E61B-B4E30BBC1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E0B0A14-FE7F-03E9-FAD2-BEA74D064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5267E-8440-FF42-9591-916A56BFDEC2}" type="datetimeFigureOut">
              <a:rPr lang="nb-NO" smtClean="0"/>
              <a:t>08.02.2026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0A3EB9A-75F2-F2B4-DF3B-78F5C8F25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8A1443F-8303-7A50-6E7A-098AC345E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EF706-9C60-E24B-AA2F-4B7FDE3DC4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10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2514D5-C3D3-75DD-36D9-1C520B792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BB0093E-7F79-FA6C-BCD4-EDD5AB480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354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EB47-11BE-21CC-1384-9543244E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B5E197-7761-FAC2-4F2B-0DD7C33D4398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00E4BD4-F7A2-A831-A27C-3A31B3260324}"/>
              </a:ext>
            </a:extLst>
          </p:cNvPr>
          <p:cNvSpPr txBox="1"/>
          <p:nvPr/>
        </p:nvSpPr>
        <p:spPr>
          <a:xfrm>
            <a:off x="10500672" y="5831016"/>
            <a:ext cx="86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f</a:t>
            </a:r>
          </a:p>
          <a:p>
            <a:r>
              <a:rPr lang="nb-NO" sz="1200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700BD5-C8D5-FFFD-D7F8-CF0F71D0A656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1A0AA2-ACDF-7335-F878-06F7C822B570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6FACBD-3C54-3281-1874-6E028A551DF0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D5A7CF-2653-BB92-E2C7-3721E5166AC0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40A9312-1965-54C6-32F0-F5453F7202CE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17FA7C-5B83-0833-5316-D45CEC90326F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4CB42D-6643-99C8-7373-A5AE1F3FC9E9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E35A208-3F98-D583-8667-A21BD50BE680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C3C853C7-2914-3D77-6E53-EC30B18F3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BF4BE62B-741F-16EC-6CBD-4173EC9F0960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B2CF7CE-F4C7-C50F-C21C-E8C678407559}"/>
              </a:ext>
            </a:extLst>
          </p:cNvPr>
          <p:cNvCxnSpPr>
            <a:cxnSpLocks/>
          </p:cNvCxnSpPr>
          <p:nvPr/>
        </p:nvCxnSpPr>
        <p:spPr>
          <a:xfrm flipV="1">
            <a:off x="4328993" y="3096401"/>
            <a:ext cx="6362453" cy="44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rrow: Down 139">
            <a:extLst>
              <a:ext uri="{FF2B5EF4-FFF2-40B4-BE49-F238E27FC236}">
                <a16:creationId xmlns:a16="http://schemas.microsoft.com/office/drawing/2014/main" id="{024F2D88-40B2-4230-B851-7E024690EB1C}"/>
              </a:ext>
            </a:extLst>
          </p:cNvPr>
          <p:cNvSpPr/>
          <p:nvPr/>
        </p:nvSpPr>
        <p:spPr>
          <a:xfrm rot="10800000">
            <a:off x="6908890" y="2935039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D7623B8-1A84-7C35-33BF-D2A99E70CEEC}"/>
              </a:ext>
            </a:extLst>
          </p:cNvPr>
          <p:cNvSpPr txBox="1"/>
          <p:nvPr/>
        </p:nvSpPr>
        <p:spPr>
          <a:xfrm>
            <a:off x="7044622" y="290948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42" name="Arrow: Down 141">
            <a:extLst>
              <a:ext uri="{FF2B5EF4-FFF2-40B4-BE49-F238E27FC236}">
                <a16:creationId xmlns:a16="http://schemas.microsoft.com/office/drawing/2014/main" id="{DC0A1109-C7CF-0246-9155-EC9C67C93251}"/>
              </a:ext>
            </a:extLst>
          </p:cNvPr>
          <p:cNvSpPr/>
          <p:nvPr/>
        </p:nvSpPr>
        <p:spPr>
          <a:xfrm rot="10800000">
            <a:off x="6908890" y="5505192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2CF5E1B-F551-7C10-A103-7CBB6CE98800}"/>
              </a:ext>
            </a:extLst>
          </p:cNvPr>
          <p:cNvSpPr txBox="1"/>
          <p:nvPr/>
        </p:nvSpPr>
        <p:spPr>
          <a:xfrm>
            <a:off x="7044622" y="5479641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F53DF6A-1C88-61FB-3C73-EC901185EE29}"/>
              </a:ext>
            </a:extLst>
          </p:cNvPr>
          <p:cNvSpPr/>
          <p:nvPr/>
        </p:nvSpPr>
        <p:spPr>
          <a:xfrm>
            <a:off x="3992084" y="2243412"/>
            <a:ext cx="328987" cy="3427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0F76D01-A247-ABCC-EAEB-364350E21A38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21509D7-70B0-F4A6-989F-DBE1E6E79EDF}"/>
              </a:ext>
            </a:extLst>
          </p:cNvPr>
          <p:cNvSpPr/>
          <p:nvPr/>
        </p:nvSpPr>
        <p:spPr>
          <a:xfrm>
            <a:off x="3587833" y="550637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6D74EDD-8331-DE04-A59F-0758CEA25545}"/>
              </a:ext>
            </a:extLst>
          </p:cNvPr>
          <p:cNvSpPr/>
          <p:nvPr/>
        </p:nvSpPr>
        <p:spPr>
          <a:xfrm>
            <a:off x="3585139" y="550702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9366660-73AF-A436-260D-0ED13CBEFED3}"/>
              </a:ext>
            </a:extLst>
          </p:cNvPr>
          <p:cNvSpPr/>
          <p:nvPr/>
        </p:nvSpPr>
        <p:spPr>
          <a:xfrm>
            <a:off x="3586964" y="575538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07DE63A-9B50-650A-8D6E-8101262FBC7C}"/>
              </a:ext>
            </a:extLst>
          </p:cNvPr>
          <p:cNvSpPr/>
          <p:nvPr/>
        </p:nvSpPr>
        <p:spPr>
          <a:xfrm>
            <a:off x="3969926" y="562673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9ED495B-B412-0816-07EB-BC24F2E5E7C4}"/>
              </a:ext>
            </a:extLst>
          </p:cNvPr>
          <p:cNvSpPr/>
          <p:nvPr/>
        </p:nvSpPr>
        <p:spPr>
          <a:xfrm>
            <a:off x="3969926" y="575217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30B3443-7EBF-2AF3-EAFC-7DF911484929}"/>
              </a:ext>
            </a:extLst>
          </p:cNvPr>
          <p:cNvSpPr txBox="1"/>
          <p:nvPr/>
        </p:nvSpPr>
        <p:spPr>
          <a:xfrm>
            <a:off x="3892536" y="561648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3CB4597-F899-E3D4-4AF6-A25CC24CD520}"/>
              </a:ext>
            </a:extLst>
          </p:cNvPr>
          <p:cNvSpPr txBox="1"/>
          <p:nvPr/>
        </p:nvSpPr>
        <p:spPr>
          <a:xfrm>
            <a:off x="3884372" y="574386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900C9A6-FA01-2DA6-8EEE-DD6EB5BC6179}"/>
              </a:ext>
            </a:extLst>
          </p:cNvPr>
          <p:cNvSpPr/>
          <p:nvPr/>
        </p:nvSpPr>
        <p:spPr>
          <a:xfrm>
            <a:off x="4072133" y="575160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67251EE-B8B6-217A-9067-5603899326B8}"/>
              </a:ext>
            </a:extLst>
          </p:cNvPr>
          <p:cNvSpPr txBox="1"/>
          <p:nvPr/>
        </p:nvSpPr>
        <p:spPr>
          <a:xfrm>
            <a:off x="4053484" y="57368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D49D2F6-9A08-40B8-A98B-1B8BF86EE668}"/>
              </a:ext>
            </a:extLst>
          </p:cNvPr>
          <p:cNvSpPr/>
          <p:nvPr/>
        </p:nvSpPr>
        <p:spPr>
          <a:xfrm>
            <a:off x="4077687" y="550879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2DC02F9-FD5E-B774-F45B-EA30C3C485EB}"/>
              </a:ext>
            </a:extLst>
          </p:cNvPr>
          <p:cNvSpPr/>
          <p:nvPr/>
        </p:nvSpPr>
        <p:spPr>
          <a:xfrm>
            <a:off x="4179093" y="550827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2CB97E2-599C-A0C4-169A-ED74EB13C66D}"/>
              </a:ext>
            </a:extLst>
          </p:cNvPr>
          <p:cNvSpPr/>
          <p:nvPr/>
        </p:nvSpPr>
        <p:spPr>
          <a:xfrm>
            <a:off x="3971546" y="550783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118EFF0-335A-E09F-E285-B6C7AF6BA5D4}"/>
              </a:ext>
            </a:extLst>
          </p:cNvPr>
          <p:cNvSpPr/>
          <p:nvPr/>
        </p:nvSpPr>
        <p:spPr>
          <a:xfrm>
            <a:off x="4172325" y="575254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C589422-E0B7-179B-23AF-079509F991B9}"/>
              </a:ext>
            </a:extLst>
          </p:cNvPr>
          <p:cNvSpPr/>
          <p:nvPr/>
        </p:nvSpPr>
        <p:spPr>
          <a:xfrm>
            <a:off x="4077659" y="562785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D0B912E-8D14-31AA-24D6-E689FE001CDB}"/>
              </a:ext>
            </a:extLst>
          </p:cNvPr>
          <p:cNvSpPr txBox="1"/>
          <p:nvPr/>
        </p:nvSpPr>
        <p:spPr>
          <a:xfrm>
            <a:off x="3999856" y="548840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0D1858F-D83A-D19F-BAF1-9F91F82F8B73}"/>
              </a:ext>
            </a:extLst>
          </p:cNvPr>
          <p:cNvSpPr txBox="1"/>
          <p:nvPr/>
        </p:nvSpPr>
        <p:spPr>
          <a:xfrm>
            <a:off x="4042231" y="562119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B05D129-3225-F5E4-F458-6F0A586706AE}"/>
              </a:ext>
            </a:extLst>
          </p:cNvPr>
          <p:cNvSpPr txBox="1"/>
          <p:nvPr/>
        </p:nvSpPr>
        <p:spPr>
          <a:xfrm>
            <a:off x="4094435" y="549766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2151171-7CA5-DB43-5CB3-3C1C9684E85B}"/>
              </a:ext>
            </a:extLst>
          </p:cNvPr>
          <p:cNvSpPr txBox="1"/>
          <p:nvPr/>
        </p:nvSpPr>
        <p:spPr>
          <a:xfrm>
            <a:off x="4145087" y="573920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5979358-F9A2-E4A6-ACDF-7940AA429DD9}"/>
              </a:ext>
            </a:extLst>
          </p:cNvPr>
          <p:cNvSpPr txBox="1"/>
          <p:nvPr/>
        </p:nvSpPr>
        <p:spPr>
          <a:xfrm>
            <a:off x="3554522" y="551417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497921D-11EE-6E4F-8ED9-72F23AB068BE}"/>
              </a:ext>
            </a:extLst>
          </p:cNvPr>
          <p:cNvSpPr/>
          <p:nvPr/>
        </p:nvSpPr>
        <p:spPr>
          <a:xfrm>
            <a:off x="4319583" y="2245796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7D215B2-6F39-6C78-5B1A-4EB78DA2C992}"/>
              </a:ext>
            </a:extLst>
          </p:cNvPr>
          <p:cNvSpPr/>
          <p:nvPr/>
        </p:nvSpPr>
        <p:spPr>
          <a:xfrm>
            <a:off x="4324346" y="3107808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663BDD0-CD5C-7ED3-1238-E435D1211DDB}"/>
              </a:ext>
            </a:extLst>
          </p:cNvPr>
          <p:cNvSpPr/>
          <p:nvPr/>
        </p:nvSpPr>
        <p:spPr>
          <a:xfrm>
            <a:off x="4324345" y="3967440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7E5B46E-816F-CC51-F1C5-698754F83307}"/>
              </a:ext>
            </a:extLst>
          </p:cNvPr>
          <p:cNvSpPr/>
          <p:nvPr/>
        </p:nvSpPr>
        <p:spPr>
          <a:xfrm>
            <a:off x="4326726" y="4812784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92834B4-1C42-B3F3-A3C6-4C6BDBF0C8E3}"/>
              </a:ext>
            </a:extLst>
          </p:cNvPr>
          <p:cNvSpPr/>
          <p:nvPr/>
        </p:nvSpPr>
        <p:spPr>
          <a:xfrm>
            <a:off x="4376977" y="2577774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D0EFB84-768B-9C47-A382-216896C6258E}"/>
              </a:ext>
            </a:extLst>
          </p:cNvPr>
          <p:cNvSpPr/>
          <p:nvPr/>
        </p:nvSpPr>
        <p:spPr>
          <a:xfrm>
            <a:off x="4374283" y="2578422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46F1AC8-F1BB-463C-8309-2B766278C15D}"/>
              </a:ext>
            </a:extLst>
          </p:cNvPr>
          <p:cNvSpPr/>
          <p:nvPr/>
        </p:nvSpPr>
        <p:spPr>
          <a:xfrm>
            <a:off x="4376108" y="2826779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36D7560-F438-3324-78F6-D3F36A8AC02A}"/>
              </a:ext>
            </a:extLst>
          </p:cNvPr>
          <p:cNvSpPr/>
          <p:nvPr/>
        </p:nvSpPr>
        <p:spPr>
          <a:xfrm>
            <a:off x="4759070" y="2698129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8219D2-9698-4743-4AA8-4250E7C21DBD}"/>
              </a:ext>
            </a:extLst>
          </p:cNvPr>
          <p:cNvSpPr/>
          <p:nvPr/>
        </p:nvSpPr>
        <p:spPr>
          <a:xfrm>
            <a:off x="4759070" y="282357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06033A5-E5AC-B9D3-66B4-328342074E52}"/>
              </a:ext>
            </a:extLst>
          </p:cNvPr>
          <p:cNvSpPr txBox="1"/>
          <p:nvPr/>
        </p:nvSpPr>
        <p:spPr>
          <a:xfrm>
            <a:off x="4681680" y="2687888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7AFAD61-3591-C0D6-1BA5-D101CB53BD6F}"/>
              </a:ext>
            </a:extLst>
          </p:cNvPr>
          <p:cNvSpPr txBox="1"/>
          <p:nvPr/>
        </p:nvSpPr>
        <p:spPr>
          <a:xfrm>
            <a:off x="4673516" y="2815268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6CDE8C2-A4EB-9670-0D2B-DAA555EE9B80}"/>
              </a:ext>
            </a:extLst>
          </p:cNvPr>
          <p:cNvSpPr/>
          <p:nvPr/>
        </p:nvSpPr>
        <p:spPr>
          <a:xfrm>
            <a:off x="4861277" y="2823002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A3C000E-5841-D114-7AB4-E7F453FF6A5B}"/>
              </a:ext>
            </a:extLst>
          </p:cNvPr>
          <p:cNvSpPr txBox="1"/>
          <p:nvPr/>
        </p:nvSpPr>
        <p:spPr>
          <a:xfrm>
            <a:off x="4842628" y="28082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47569B5-8CF1-E557-3387-F976DB8206A4}"/>
              </a:ext>
            </a:extLst>
          </p:cNvPr>
          <p:cNvSpPr/>
          <p:nvPr/>
        </p:nvSpPr>
        <p:spPr>
          <a:xfrm>
            <a:off x="4866831" y="2580190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3C48717-3FBF-1C2A-740D-7FABE0ABB1B3}"/>
              </a:ext>
            </a:extLst>
          </p:cNvPr>
          <p:cNvSpPr/>
          <p:nvPr/>
        </p:nvSpPr>
        <p:spPr>
          <a:xfrm>
            <a:off x="4968237" y="2579678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61DBA7D-1F5C-D79D-EEEA-06BD13B3B5DC}"/>
              </a:ext>
            </a:extLst>
          </p:cNvPr>
          <p:cNvSpPr/>
          <p:nvPr/>
        </p:nvSpPr>
        <p:spPr>
          <a:xfrm>
            <a:off x="4760690" y="2579229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53E5A33-E0A0-EF0B-D86F-9DCB80235C68}"/>
              </a:ext>
            </a:extLst>
          </p:cNvPr>
          <p:cNvSpPr/>
          <p:nvPr/>
        </p:nvSpPr>
        <p:spPr>
          <a:xfrm>
            <a:off x="4961469" y="2823943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8C95731-5991-A450-1614-AF797786C4FA}"/>
              </a:ext>
            </a:extLst>
          </p:cNvPr>
          <p:cNvSpPr/>
          <p:nvPr/>
        </p:nvSpPr>
        <p:spPr>
          <a:xfrm>
            <a:off x="4866803" y="2699253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27913FE-1760-E781-9671-3CBEA7EE3352}"/>
              </a:ext>
            </a:extLst>
          </p:cNvPr>
          <p:cNvSpPr txBox="1"/>
          <p:nvPr/>
        </p:nvSpPr>
        <p:spPr>
          <a:xfrm>
            <a:off x="4789000" y="255980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F7C27CD-F706-888F-4B32-9C4D89913E66}"/>
              </a:ext>
            </a:extLst>
          </p:cNvPr>
          <p:cNvSpPr txBox="1"/>
          <p:nvPr/>
        </p:nvSpPr>
        <p:spPr>
          <a:xfrm>
            <a:off x="4831375" y="2692597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3D1D0CB-8314-E835-0F4A-8D3A5222152C}"/>
              </a:ext>
            </a:extLst>
          </p:cNvPr>
          <p:cNvSpPr txBox="1"/>
          <p:nvPr/>
        </p:nvSpPr>
        <p:spPr>
          <a:xfrm>
            <a:off x="4883579" y="2569059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6D8AAA3-BD39-1CDA-1902-8B2C5C746D7C}"/>
              </a:ext>
            </a:extLst>
          </p:cNvPr>
          <p:cNvSpPr txBox="1"/>
          <p:nvPr/>
        </p:nvSpPr>
        <p:spPr>
          <a:xfrm>
            <a:off x="4934231" y="281060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AAFC8D6-993E-443C-24F2-7EA3871EE551}"/>
              </a:ext>
            </a:extLst>
          </p:cNvPr>
          <p:cNvSpPr txBox="1"/>
          <p:nvPr/>
        </p:nvSpPr>
        <p:spPr>
          <a:xfrm>
            <a:off x="4343666" y="258557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Convoier </a:t>
            </a:r>
            <a:endParaRPr lang="nb-NO" sz="200" b="1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43EC226-3A3F-11D7-BEAB-5779D6D36CF7}"/>
              </a:ext>
            </a:extLst>
          </p:cNvPr>
          <p:cNvSpPr/>
          <p:nvPr/>
        </p:nvSpPr>
        <p:spPr>
          <a:xfrm>
            <a:off x="4359834" y="2304016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64F5236-787B-E172-38C9-223313928F7E}"/>
              </a:ext>
            </a:extLst>
          </p:cNvPr>
          <p:cNvSpPr txBox="1"/>
          <p:nvPr/>
        </p:nvSpPr>
        <p:spPr>
          <a:xfrm>
            <a:off x="4383508" y="2241034"/>
            <a:ext cx="1080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Convoier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1284CA7-957F-69FE-450D-136DCF9BE084}"/>
              </a:ext>
            </a:extLst>
          </p:cNvPr>
          <p:cNvSpPr/>
          <p:nvPr/>
        </p:nvSpPr>
        <p:spPr>
          <a:xfrm>
            <a:off x="4359834" y="316363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A6CD372-68D8-42C2-B054-928FB96DF6AA}"/>
              </a:ext>
            </a:extLst>
          </p:cNvPr>
          <p:cNvSpPr txBox="1"/>
          <p:nvPr/>
        </p:nvSpPr>
        <p:spPr>
          <a:xfrm>
            <a:off x="4381500" y="3105418"/>
            <a:ext cx="991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Robot 1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C4FA0CE1-79DA-7BCA-523A-1B15E4908947}"/>
              </a:ext>
            </a:extLst>
          </p:cNvPr>
          <p:cNvSpPr/>
          <p:nvPr/>
        </p:nvSpPr>
        <p:spPr>
          <a:xfrm>
            <a:off x="4374513" y="3539557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A996C4A-AE96-B9CD-3C03-DB2413FECB8F}"/>
              </a:ext>
            </a:extLst>
          </p:cNvPr>
          <p:cNvSpPr/>
          <p:nvPr/>
        </p:nvSpPr>
        <p:spPr>
          <a:xfrm>
            <a:off x="4371819" y="3540205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A33F1AE-BDCA-FEB4-6BD0-8B21DAB6BE3A}"/>
              </a:ext>
            </a:extLst>
          </p:cNvPr>
          <p:cNvSpPr/>
          <p:nvPr/>
        </p:nvSpPr>
        <p:spPr>
          <a:xfrm>
            <a:off x="4373644" y="3788562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8391A1-769E-724E-8652-30181B7D092B}"/>
              </a:ext>
            </a:extLst>
          </p:cNvPr>
          <p:cNvSpPr/>
          <p:nvPr/>
        </p:nvSpPr>
        <p:spPr>
          <a:xfrm>
            <a:off x="4756606" y="365991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D0F5689-F67C-179C-F467-4DD9963362A2}"/>
              </a:ext>
            </a:extLst>
          </p:cNvPr>
          <p:cNvSpPr/>
          <p:nvPr/>
        </p:nvSpPr>
        <p:spPr>
          <a:xfrm>
            <a:off x="4756606" y="378535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33AC06A-AB6E-6417-EBBC-2441D638029F}"/>
              </a:ext>
            </a:extLst>
          </p:cNvPr>
          <p:cNvSpPr txBox="1"/>
          <p:nvPr/>
        </p:nvSpPr>
        <p:spPr>
          <a:xfrm>
            <a:off x="4679216" y="3649671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0D68239-8545-379E-7B2A-64341096833E}"/>
              </a:ext>
            </a:extLst>
          </p:cNvPr>
          <p:cNvSpPr txBox="1"/>
          <p:nvPr/>
        </p:nvSpPr>
        <p:spPr>
          <a:xfrm>
            <a:off x="4671052" y="3777051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838DCAB-CCB8-5AA6-533B-0BAADFAFC5F1}"/>
              </a:ext>
            </a:extLst>
          </p:cNvPr>
          <p:cNvSpPr/>
          <p:nvPr/>
        </p:nvSpPr>
        <p:spPr>
          <a:xfrm>
            <a:off x="4858813" y="3784785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05121A6-6FD2-8EF5-D7B6-731B191E38BA}"/>
              </a:ext>
            </a:extLst>
          </p:cNvPr>
          <p:cNvSpPr txBox="1"/>
          <p:nvPr/>
        </p:nvSpPr>
        <p:spPr>
          <a:xfrm>
            <a:off x="4840164" y="377000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FEF834B-9C9F-C537-C761-BD00A59F0680}"/>
              </a:ext>
            </a:extLst>
          </p:cNvPr>
          <p:cNvSpPr/>
          <p:nvPr/>
        </p:nvSpPr>
        <p:spPr>
          <a:xfrm>
            <a:off x="4864367" y="3541973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F1BE5451-FD54-D946-6778-F795AB87EF6A}"/>
              </a:ext>
            </a:extLst>
          </p:cNvPr>
          <p:cNvSpPr/>
          <p:nvPr/>
        </p:nvSpPr>
        <p:spPr>
          <a:xfrm>
            <a:off x="4965773" y="3541461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BEC9AFD-697B-B809-5497-2AED46EAB789}"/>
              </a:ext>
            </a:extLst>
          </p:cNvPr>
          <p:cNvSpPr/>
          <p:nvPr/>
        </p:nvSpPr>
        <p:spPr>
          <a:xfrm>
            <a:off x="4758226" y="3541012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1DC55A0-1754-8053-10C8-35AD0CA1EB05}"/>
              </a:ext>
            </a:extLst>
          </p:cNvPr>
          <p:cNvSpPr/>
          <p:nvPr/>
        </p:nvSpPr>
        <p:spPr>
          <a:xfrm>
            <a:off x="4959005" y="3785726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CE821F98-5B80-2664-2D81-6AF80C96BE35}"/>
              </a:ext>
            </a:extLst>
          </p:cNvPr>
          <p:cNvSpPr/>
          <p:nvPr/>
        </p:nvSpPr>
        <p:spPr>
          <a:xfrm>
            <a:off x="4864339" y="3661036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011B2B3-EB44-9846-4C1B-F6E27A4896F9}"/>
              </a:ext>
            </a:extLst>
          </p:cNvPr>
          <p:cNvSpPr txBox="1"/>
          <p:nvPr/>
        </p:nvSpPr>
        <p:spPr>
          <a:xfrm>
            <a:off x="4786536" y="352158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B29FE22-1205-C481-FAAC-A4C2EEFC8171}"/>
              </a:ext>
            </a:extLst>
          </p:cNvPr>
          <p:cNvSpPr txBox="1"/>
          <p:nvPr/>
        </p:nvSpPr>
        <p:spPr>
          <a:xfrm>
            <a:off x="4828911" y="3654380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870EAB1-6764-E734-93B0-EBB2C124673C}"/>
              </a:ext>
            </a:extLst>
          </p:cNvPr>
          <p:cNvSpPr txBox="1"/>
          <p:nvPr/>
        </p:nvSpPr>
        <p:spPr>
          <a:xfrm>
            <a:off x="4881115" y="3530842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209AA86-F308-66B1-D738-69A8AE9D9E71}"/>
              </a:ext>
            </a:extLst>
          </p:cNvPr>
          <p:cNvSpPr txBox="1"/>
          <p:nvPr/>
        </p:nvSpPr>
        <p:spPr>
          <a:xfrm>
            <a:off x="4931767" y="37723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7448C45-C7BD-9065-B1ED-774FD6D6EAE8}"/>
              </a:ext>
            </a:extLst>
          </p:cNvPr>
          <p:cNvSpPr txBox="1"/>
          <p:nvPr/>
        </p:nvSpPr>
        <p:spPr>
          <a:xfrm>
            <a:off x="4341202" y="3547353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 </a:t>
            </a:r>
            <a:endParaRPr lang="nb-NO" sz="200" b="1" dirty="0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1BB9A7FC-0959-C6E8-19D9-CFEBFEE9783E}"/>
              </a:ext>
            </a:extLst>
          </p:cNvPr>
          <p:cNvCxnSpPr>
            <a:cxnSpLocks/>
          </p:cNvCxnSpPr>
          <p:nvPr/>
        </p:nvCxnSpPr>
        <p:spPr>
          <a:xfrm>
            <a:off x="4703643" y="3967668"/>
            <a:ext cx="605814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975D1064-A868-180B-4DE2-AD0644D28CEB}"/>
              </a:ext>
            </a:extLst>
          </p:cNvPr>
          <p:cNvCxnSpPr>
            <a:cxnSpLocks/>
          </p:cNvCxnSpPr>
          <p:nvPr/>
        </p:nvCxnSpPr>
        <p:spPr>
          <a:xfrm flipV="1">
            <a:off x="5037018" y="4802188"/>
            <a:ext cx="5800845" cy="100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Arrow: Down 212">
            <a:extLst>
              <a:ext uri="{FF2B5EF4-FFF2-40B4-BE49-F238E27FC236}">
                <a16:creationId xmlns:a16="http://schemas.microsoft.com/office/drawing/2014/main" id="{653241B4-68D4-5D37-C761-4959983ED91E}"/>
              </a:ext>
            </a:extLst>
          </p:cNvPr>
          <p:cNvSpPr/>
          <p:nvPr/>
        </p:nvSpPr>
        <p:spPr>
          <a:xfrm rot="10800000">
            <a:off x="6905715" y="3801814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A64827E-E2CA-4AB8-E27C-111EE9952CE0}"/>
              </a:ext>
            </a:extLst>
          </p:cNvPr>
          <p:cNvSpPr txBox="1"/>
          <p:nvPr/>
        </p:nvSpPr>
        <p:spPr>
          <a:xfrm>
            <a:off x="7041447" y="3776263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15" name="Arrow: Down 214">
            <a:extLst>
              <a:ext uri="{FF2B5EF4-FFF2-40B4-BE49-F238E27FC236}">
                <a16:creationId xmlns:a16="http://schemas.microsoft.com/office/drawing/2014/main" id="{55DB2324-E26A-9246-7DF9-5FE926B53888}"/>
              </a:ext>
            </a:extLst>
          </p:cNvPr>
          <p:cNvSpPr/>
          <p:nvPr/>
        </p:nvSpPr>
        <p:spPr>
          <a:xfrm rot="10800000">
            <a:off x="6953340" y="4643189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6AC6EA6-B3C1-FB2A-962C-B5D2BEE425F4}"/>
              </a:ext>
            </a:extLst>
          </p:cNvPr>
          <p:cNvSpPr txBox="1"/>
          <p:nvPr/>
        </p:nvSpPr>
        <p:spPr>
          <a:xfrm>
            <a:off x="7089072" y="461763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E894DB3-B57D-DB29-F77D-7DFD553A8C62}"/>
              </a:ext>
            </a:extLst>
          </p:cNvPr>
          <p:cNvSpPr/>
          <p:nvPr/>
        </p:nvSpPr>
        <p:spPr>
          <a:xfrm>
            <a:off x="4372534" y="403358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D1785D0-EC25-779C-12D2-95A3A5E60708}"/>
              </a:ext>
            </a:extLst>
          </p:cNvPr>
          <p:cNvSpPr txBox="1"/>
          <p:nvPr/>
        </p:nvSpPr>
        <p:spPr>
          <a:xfrm>
            <a:off x="4290959" y="3972685"/>
            <a:ext cx="991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CNC machine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3B0D927-CD79-6486-F506-7663F9576B7D}"/>
              </a:ext>
            </a:extLst>
          </p:cNvPr>
          <p:cNvSpPr/>
          <p:nvPr/>
        </p:nvSpPr>
        <p:spPr>
          <a:xfrm>
            <a:off x="4399913" y="4374582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A589B53-1E75-5436-1181-DA5970DFF118}"/>
              </a:ext>
            </a:extLst>
          </p:cNvPr>
          <p:cNvSpPr/>
          <p:nvPr/>
        </p:nvSpPr>
        <p:spPr>
          <a:xfrm>
            <a:off x="4397219" y="4375230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1464A884-1E0D-4E2A-D647-3A263CB93F71}"/>
              </a:ext>
            </a:extLst>
          </p:cNvPr>
          <p:cNvSpPr/>
          <p:nvPr/>
        </p:nvSpPr>
        <p:spPr>
          <a:xfrm>
            <a:off x="4399044" y="4623587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57C8EAA-1A38-BCBE-BE52-0579FA2BE130}"/>
              </a:ext>
            </a:extLst>
          </p:cNvPr>
          <p:cNvSpPr/>
          <p:nvPr/>
        </p:nvSpPr>
        <p:spPr>
          <a:xfrm>
            <a:off x="4782006" y="4494937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C3678EF-D0C7-9582-CCAC-9208C79CD04E}"/>
              </a:ext>
            </a:extLst>
          </p:cNvPr>
          <p:cNvSpPr/>
          <p:nvPr/>
        </p:nvSpPr>
        <p:spPr>
          <a:xfrm>
            <a:off x="4782006" y="4620379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CEB9095-D601-2E69-810A-CD5828B3CF7F}"/>
              </a:ext>
            </a:extLst>
          </p:cNvPr>
          <p:cNvSpPr txBox="1"/>
          <p:nvPr/>
        </p:nvSpPr>
        <p:spPr>
          <a:xfrm>
            <a:off x="4704616" y="4484696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07FA75-65FD-A81B-6EF5-CE954EB35935}"/>
              </a:ext>
            </a:extLst>
          </p:cNvPr>
          <p:cNvSpPr txBox="1"/>
          <p:nvPr/>
        </p:nvSpPr>
        <p:spPr>
          <a:xfrm>
            <a:off x="4696452" y="4612076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24CCD072-A49A-AB60-80C5-B39AE99EC2F4}"/>
              </a:ext>
            </a:extLst>
          </p:cNvPr>
          <p:cNvSpPr/>
          <p:nvPr/>
        </p:nvSpPr>
        <p:spPr>
          <a:xfrm>
            <a:off x="4884213" y="4619810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0AEF4B9-28BA-CC94-E40D-F52EA3D8D391}"/>
              </a:ext>
            </a:extLst>
          </p:cNvPr>
          <p:cNvSpPr txBox="1"/>
          <p:nvPr/>
        </p:nvSpPr>
        <p:spPr>
          <a:xfrm>
            <a:off x="4865564" y="460502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5A305C8-49B2-9B73-D1D6-BC66C7B7F0A4}"/>
              </a:ext>
            </a:extLst>
          </p:cNvPr>
          <p:cNvSpPr/>
          <p:nvPr/>
        </p:nvSpPr>
        <p:spPr>
          <a:xfrm>
            <a:off x="4889767" y="4376998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E56EAFE-636D-3703-AA98-5736662414BC}"/>
              </a:ext>
            </a:extLst>
          </p:cNvPr>
          <p:cNvSpPr/>
          <p:nvPr/>
        </p:nvSpPr>
        <p:spPr>
          <a:xfrm>
            <a:off x="4991173" y="4376486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7F6EF06D-827A-7BBD-B07A-3F063E8749A7}"/>
              </a:ext>
            </a:extLst>
          </p:cNvPr>
          <p:cNvSpPr/>
          <p:nvPr/>
        </p:nvSpPr>
        <p:spPr>
          <a:xfrm>
            <a:off x="4783626" y="4376037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91D7970B-D852-202A-F548-B81433D9EC93}"/>
              </a:ext>
            </a:extLst>
          </p:cNvPr>
          <p:cNvSpPr/>
          <p:nvPr/>
        </p:nvSpPr>
        <p:spPr>
          <a:xfrm>
            <a:off x="4984405" y="4620751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8ECEF0C-89E6-B6E4-061C-8E3DC89CEC22}"/>
              </a:ext>
            </a:extLst>
          </p:cNvPr>
          <p:cNvSpPr/>
          <p:nvPr/>
        </p:nvSpPr>
        <p:spPr>
          <a:xfrm>
            <a:off x="4889739" y="4496061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212F5D1-E297-EDDD-E738-BA44733882E5}"/>
              </a:ext>
            </a:extLst>
          </p:cNvPr>
          <p:cNvSpPr txBox="1"/>
          <p:nvPr/>
        </p:nvSpPr>
        <p:spPr>
          <a:xfrm>
            <a:off x="4811936" y="435661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AE0A68B-B20D-E560-AF47-CDC739F594F3}"/>
              </a:ext>
            </a:extLst>
          </p:cNvPr>
          <p:cNvSpPr txBox="1"/>
          <p:nvPr/>
        </p:nvSpPr>
        <p:spPr>
          <a:xfrm>
            <a:off x="4854311" y="4489405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568D32A-F574-8C9D-DADC-D9FC17CD1C82}"/>
              </a:ext>
            </a:extLst>
          </p:cNvPr>
          <p:cNvSpPr txBox="1"/>
          <p:nvPr/>
        </p:nvSpPr>
        <p:spPr>
          <a:xfrm>
            <a:off x="4906515" y="4365867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DE7312A-7771-6B9D-4765-0B3DA44DC8D6}"/>
              </a:ext>
            </a:extLst>
          </p:cNvPr>
          <p:cNvSpPr txBox="1"/>
          <p:nvPr/>
        </p:nvSpPr>
        <p:spPr>
          <a:xfrm>
            <a:off x="4957167" y="460740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4B0B888-BF4E-D42C-0AB4-2B314A61E892}"/>
              </a:ext>
            </a:extLst>
          </p:cNvPr>
          <p:cNvSpPr txBox="1"/>
          <p:nvPr/>
        </p:nvSpPr>
        <p:spPr>
          <a:xfrm>
            <a:off x="4366602" y="4382378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CNC machine</a:t>
            </a:r>
            <a:endParaRPr lang="nb-NO" sz="200" b="1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FF736D9-8B03-3855-6537-DE737AEC72BF}"/>
              </a:ext>
            </a:extLst>
          </p:cNvPr>
          <p:cNvSpPr/>
          <p:nvPr/>
        </p:nvSpPr>
        <p:spPr>
          <a:xfrm>
            <a:off x="4387213" y="5247707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AB499B5-2D92-3381-9DBA-8A59ECFF54DD}"/>
              </a:ext>
            </a:extLst>
          </p:cNvPr>
          <p:cNvSpPr/>
          <p:nvPr/>
        </p:nvSpPr>
        <p:spPr>
          <a:xfrm>
            <a:off x="4384519" y="5248355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DF1C14B-C232-2871-F15E-5DB3072D58E8}"/>
              </a:ext>
            </a:extLst>
          </p:cNvPr>
          <p:cNvSpPr/>
          <p:nvPr/>
        </p:nvSpPr>
        <p:spPr>
          <a:xfrm>
            <a:off x="4386344" y="5496712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67D1AA7-9431-1EAF-1337-2EA9FD395FB2}"/>
              </a:ext>
            </a:extLst>
          </p:cNvPr>
          <p:cNvSpPr/>
          <p:nvPr/>
        </p:nvSpPr>
        <p:spPr>
          <a:xfrm>
            <a:off x="4769306" y="536806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E7CEEA15-BF3A-7211-386B-E99118533F63}"/>
              </a:ext>
            </a:extLst>
          </p:cNvPr>
          <p:cNvSpPr/>
          <p:nvPr/>
        </p:nvSpPr>
        <p:spPr>
          <a:xfrm>
            <a:off x="4769306" y="549350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5E0593B-A765-3602-5C47-85EB8A30B08E}"/>
              </a:ext>
            </a:extLst>
          </p:cNvPr>
          <p:cNvSpPr txBox="1"/>
          <p:nvPr/>
        </p:nvSpPr>
        <p:spPr>
          <a:xfrm>
            <a:off x="4691916" y="5357821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A3AE7E7-2C46-742F-72BC-ADC45C1C3D04}"/>
              </a:ext>
            </a:extLst>
          </p:cNvPr>
          <p:cNvSpPr txBox="1"/>
          <p:nvPr/>
        </p:nvSpPr>
        <p:spPr>
          <a:xfrm>
            <a:off x="4683752" y="5485201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2784F0E4-5E75-5679-C8E6-E568BA9F0A38}"/>
              </a:ext>
            </a:extLst>
          </p:cNvPr>
          <p:cNvSpPr/>
          <p:nvPr/>
        </p:nvSpPr>
        <p:spPr>
          <a:xfrm>
            <a:off x="4871513" y="5492935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BD50710-F5DF-3905-7BBB-C112ECE5CCF2}"/>
              </a:ext>
            </a:extLst>
          </p:cNvPr>
          <p:cNvSpPr txBox="1"/>
          <p:nvPr/>
        </p:nvSpPr>
        <p:spPr>
          <a:xfrm>
            <a:off x="4852864" y="547815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4EB6938E-912E-2180-2579-853DEBD3AF86}"/>
              </a:ext>
            </a:extLst>
          </p:cNvPr>
          <p:cNvSpPr/>
          <p:nvPr/>
        </p:nvSpPr>
        <p:spPr>
          <a:xfrm>
            <a:off x="4877067" y="5250123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2ED1E60B-61F8-4641-2A44-C0287BD69463}"/>
              </a:ext>
            </a:extLst>
          </p:cNvPr>
          <p:cNvSpPr/>
          <p:nvPr/>
        </p:nvSpPr>
        <p:spPr>
          <a:xfrm>
            <a:off x="4978473" y="5249611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7CBEBA7B-72AD-3134-248B-9139A7CBF7FF}"/>
              </a:ext>
            </a:extLst>
          </p:cNvPr>
          <p:cNvSpPr/>
          <p:nvPr/>
        </p:nvSpPr>
        <p:spPr>
          <a:xfrm>
            <a:off x="4770926" y="5249162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6606D50-65CE-362F-A2BF-9F50496379BE}"/>
              </a:ext>
            </a:extLst>
          </p:cNvPr>
          <p:cNvSpPr/>
          <p:nvPr/>
        </p:nvSpPr>
        <p:spPr>
          <a:xfrm>
            <a:off x="4971705" y="5493876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2E63BE61-485B-C729-B5CC-537D9104E760}"/>
              </a:ext>
            </a:extLst>
          </p:cNvPr>
          <p:cNvSpPr/>
          <p:nvPr/>
        </p:nvSpPr>
        <p:spPr>
          <a:xfrm>
            <a:off x="4877039" y="5369186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CACBD49-2E9C-EF3E-AA42-70199F583011}"/>
              </a:ext>
            </a:extLst>
          </p:cNvPr>
          <p:cNvSpPr txBox="1"/>
          <p:nvPr/>
        </p:nvSpPr>
        <p:spPr>
          <a:xfrm>
            <a:off x="4799236" y="522973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3C685D7-A2BD-9836-5DEA-6803BD57A349}"/>
              </a:ext>
            </a:extLst>
          </p:cNvPr>
          <p:cNvSpPr txBox="1"/>
          <p:nvPr/>
        </p:nvSpPr>
        <p:spPr>
          <a:xfrm>
            <a:off x="4841611" y="5362530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19C398A-29D9-FDAD-01E8-29550B61EBED}"/>
              </a:ext>
            </a:extLst>
          </p:cNvPr>
          <p:cNvSpPr txBox="1"/>
          <p:nvPr/>
        </p:nvSpPr>
        <p:spPr>
          <a:xfrm>
            <a:off x="4893815" y="5238992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F77F9D4-907E-0595-A394-CB448A4471A6}"/>
              </a:ext>
            </a:extLst>
          </p:cNvPr>
          <p:cNvSpPr txBox="1"/>
          <p:nvPr/>
        </p:nvSpPr>
        <p:spPr>
          <a:xfrm>
            <a:off x="4944467" y="548053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FECFAF0-176E-9DBC-0044-38F12B18EAAD}"/>
              </a:ext>
            </a:extLst>
          </p:cNvPr>
          <p:cNvSpPr txBox="1"/>
          <p:nvPr/>
        </p:nvSpPr>
        <p:spPr>
          <a:xfrm>
            <a:off x="4353902" y="5255503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5BDEF35-5FC5-8EDD-E371-DC3A415A917E}"/>
              </a:ext>
            </a:extLst>
          </p:cNvPr>
          <p:cNvSpPr/>
          <p:nvPr/>
        </p:nvSpPr>
        <p:spPr>
          <a:xfrm>
            <a:off x="4375709" y="487813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6139C23-C4C6-16D9-2BD9-639851110B77}"/>
              </a:ext>
            </a:extLst>
          </p:cNvPr>
          <p:cNvSpPr txBox="1"/>
          <p:nvPr/>
        </p:nvSpPr>
        <p:spPr>
          <a:xfrm>
            <a:off x="4419600" y="4816743"/>
            <a:ext cx="864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Robot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87DC7-F514-C849-6C7B-4060F258EB36}"/>
              </a:ext>
            </a:extLst>
          </p:cNvPr>
          <p:cNvSpPr/>
          <p:nvPr/>
        </p:nvSpPr>
        <p:spPr>
          <a:xfrm>
            <a:off x="8749872" y="5242468"/>
            <a:ext cx="1935057" cy="1009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b="1" dirty="0">
                <a:solidFill>
                  <a:schemeClr val="tx1"/>
                </a:solidFill>
              </a:rPr>
              <a:t>Aceptance criteria 2: </a:t>
            </a:r>
            <a:r>
              <a:rPr lang="nb-NO" sz="1200" dirty="0">
                <a:solidFill>
                  <a:schemeClr val="tx1"/>
                </a:solidFill>
              </a:rPr>
              <a:t>All equipment is added according to the actual process flow.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EA816877-C899-2005-540F-C61C94DA2416}"/>
              </a:ext>
            </a:extLst>
          </p:cNvPr>
          <p:cNvSpPr/>
          <p:nvPr/>
        </p:nvSpPr>
        <p:spPr>
          <a:xfrm>
            <a:off x="4319583" y="2241033"/>
            <a:ext cx="6379763" cy="34272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6135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9F47-F62E-74C3-AAD5-5DE7EEDD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0B40CE-750D-AF46-FC90-FA439D0FCF34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E117D-32AC-4394-D8B3-2A1E71D9B78E}"/>
              </a:ext>
            </a:extLst>
          </p:cNvPr>
          <p:cNvSpPr/>
          <p:nvPr/>
        </p:nvSpPr>
        <p:spPr>
          <a:xfrm>
            <a:off x="5221074" y="4999836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3F4857-5D1D-0284-8629-EBAB9E4F7ACF}"/>
              </a:ext>
            </a:extLst>
          </p:cNvPr>
          <p:cNvSpPr/>
          <p:nvPr/>
        </p:nvSpPr>
        <p:spPr>
          <a:xfrm>
            <a:off x="6009617" y="4999835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D7C032-F36C-735C-04EF-BAC30839DB86}"/>
              </a:ext>
            </a:extLst>
          </p:cNvPr>
          <p:cNvSpPr/>
          <p:nvPr/>
        </p:nvSpPr>
        <p:spPr>
          <a:xfrm>
            <a:off x="5221074" y="4879186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39AF39-F8B3-CF91-5F27-969D6D4C8EE5}"/>
              </a:ext>
            </a:extLst>
          </p:cNvPr>
          <p:cNvSpPr/>
          <p:nvPr/>
        </p:nvSpPr>
        <p:spPr>
          <a:xfrm>
            <a:off x="5221074" y="5366480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19B143-7477-7181-6492-50AC6FABE818}"/>
              </a:ext>
            </a:extLst>
          </p:cNvPr>
          <p:cNvSpPr/>
          <p:nvPr/>
        </p:nvSpPr>
        <p:spPr>
          <a:xfrm>
            <a:off x="6009618" y="500216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1D4217-C82E-5F93-5D58-6F4BB3ED35B1}"/>
              </a:ext>
            </a:extLst>
          </p:cNvPr>
          <p:cNvSpPr/>
          <p:nvPr/>
        </p:nvSpPr>
        <p:spPr>
          <a:xfrm>
            <a:off x="6009617" y="5122845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AF65F9-6B06-AE7E-BD6A-46A11ABFBB79}"/>
              </a:ext>
            </a:extLst>
          </p:cNvPr>
          <p:cNvSpPr/>
          <p:nvPr/>
        </p:nvSpPr>
        <p:spPr>
          <a:xfrm>
            <a:off x="6009617" y="5243524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D0A1C8-C335-59A4-7AD8-5481DAB96088}"/>
              </a:ext>
            </a:extLst>
          </p:cNvPr>
          <p:cNvSpPr txBox="1"/>
          <p:nvPr/>
        </p:nvSpPr>
        <p:spPr>
          <a:xfrm>
            <a:off x="5546564" y="5327167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CE4652-C6D5-03E7-BFE4-B3B410DFD433}"/>
              </a:ext>
            </a:extLst>
          </p:cNvPr>
          <p:cNvCxnSpPr>
            <a:cxnSpLocks/>
          </p:cNvCxnSpPr>
          <p:nvPr/>
        </p:nvCxnSpPr>
        <p:spPr>
          <a:xfrm>
            <a:off x="5727544" y="536648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C9484B-BFB2-3855-2FF4-5E6CC81F49D1}"/>
              </a:ext>
            </a:extLst>
          </p:cNvPr>
          <p:cNvCxnSpPr>
            <a:cxnSpLocks/>
          </p:cNvCxnSpPr>
          <p:nvPr/>
        </p:nvCxnSpPr>
        <p:spPr>
          <a:xfrm>
            <a:off x="5856128" y="536648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D95DADB-3B87-5AB9-F41D-DE45B7CDFD1E}"/>
              </a:ext>
            </a:extLst>
          </p:cNvPr>
          <p:cNvSpPr txBox="1"/>
          <p:nvPr/>
        </p:nvSpPr>
        <p:spPr>
          <a:xfrm>
            <a:off x="5929835" y="4986700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7604B0-0A73-74FF-E079-33FB3F8A90BC}"/>
              </a:ext>
            </a:extLst>
          </p:cNvPr>
          <p:cNvSpPr txBox="1"/>
          <p:nvPr/>
        </p:nvSpPr>
        <p:spPr>
          <a:xfrm>
            <a:off x="5969290" y="5106486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AF90E1-3D17-6EF5-DD9D-41DCF1EBE627}"/>
              </a:ext>
            </a:extLst>
          </p:cNvPr>
          <p:cNvSpPr txBox="1"/>
          <p:nvPr/>
        </p:nvSpPr>
        <p:spPr>
          <a:xfrm>
            <a:off x="5939622" y="5228740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E2F005-DF7A-5C0D-9ABF-34547308004D}"/>
              </a:ext>
            </a:extLst>
          </p:cNvPr>
          <p:cNvSpPr txBox="1"/>
          <p:nvPr/>
        </p:nvSpPr>
        <p:spPr>
          <a:xfrm>
            <a:off x="6001123" y="5343876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361081A-E8B0-C6E7-2A8C-DE9EE62FA60B}"/>
              </a:ext>
            </a:extLst>
          </p:cNvPr>
          <p:cNvSpPr/>
          <p:nvPr/>
        </p:nvSpPr>
        <p:spPr>
          <a:xfrm>
            <a:off x="6009617" y="5369927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CB3FEA-8543-3FAB-462E-BCB45232F08A}"/>
              </a:ext>
            </a:extLst>
          </p:cNvPr>
          <p:cNvSpPr/>
          <p:nvPr/>
        </p:nvSpPr>
        <p:spPr>
          <a:xfrm>
            <a:off x="6233268" y="5122276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D7EB4B-FD6E-047A-9EA8-006C08D99CCB}"/>
              </a:ext>
            </a:extLst>
          </p:cNvPr>
          <p:cNvSpPr/>
          <p:nvPr/>
        </p:nvSpPr>
        <p:spPr>
          <a:xfrm>
            <a:off x="6233266" y="524610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00948A-6767-40C0-D2D3-86854CB0C9ED}"/>
              </a:ext>
            </a:extLst>
          </p:cNvPr>
          <p:cNvSpPr txBox="1"/>
          <p:nvPr/>
        </p:nvSpPr>
        <p:spPr>
          <a:xfrm>
            <a:off x="6227308" y="510907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7FE4FE-6D04-6504-16D4-FA02D66B4A05}"/>
              </a:ext>
            </a:extLst>
          </p:cNvPr>
          <p:cNvSpPr/>
          <p:nvPr/>
        </p:nvSpPr>
        <p:spPr>
          <a:xfrm>
            <a:off x="6236440" y="487946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E309F21-0D3A-DBFC-8602-6ED23CFD6634}"/>
              </a:ext>
            </a:extLst>
          </p:cNvPr>
          <p:cNvSpPr/>
          <p:nvPr/>
        </p:nvSpPr>
        <p:spPr>
          <a:xfrm>
            <a:off x="6368803" y="4878953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BF628D3-9F50-2336-821A-56E86ECE33B0}"/>
              </a:ext>
            </a:extLst>
          </p:cNvPr>
          <p:cNvSpPr/>
          <p:nvPr/>
        </p:nvSpPr>
        <p:spPr>
          <a:xfrm>
            <a:off x="6009590" y="4879169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B03840-D4A7-8464-39E8-C117EA8E3027}"/>
              </a:ext>
            </a:extLst>
          </p:cNvPr>
          <p:cNvSpPr/>
          <p:nvPr/>
        </p:nvSpPr>
        <p:spPr>
          <a:xfrm>
            <a:off x="6369179" y="512321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E495DE-375F-30C1-1493-38B2F82895DF}"/>
              </a:ext>
            </a:extLst>
          </p:cNvPr>
          <p:cNvSpPr/>
          <p:nvPr/>
        </p:nvSpPr>
        <p:spPr>
          <a:xfrm>
            <a:off x="6368172" y="5246340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A8E85B-3B92-1E4F-87DE-AC8352ACC8B6}"/>
              </a:ext>
            </a:extLst>
          </p:cNvPr>
          <p:cNvSpPr/>
          <p:nvPr/>
        </p:nvSpPr>
        <p:spPr>
          <a:xfrm>
            <a:off x="6236412" y="5000909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FF89E3-218A-5871-BA24-FF75D80E4FE6}"/>
              </a:ext>
            </a:extLst>
          </p:cNvPr>
          <p:cNvSpPr txBox="1"/>
          <p:nvPr/>
        </p:nvSpPr>
        <p:spPr>
          <a:xfrm>
            <a:off x="6165684" y="4862861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99F7B4-256C-CE24-DAD8-53131F1D1D78}"/>
              </a:ext>
            </a:extLst>
          </p:cNvPr>
          <p:cNvSpPr txBox="1"/>
          <p:nvPr/>
        </p:nvSpPr>
        <p:spPr>
          <a:xfrm>
            <a:off x="6237903" y="4984962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FEF875-D70C-3706-7685-E0739BC28E94}"/>
              </a:ext>
            </a:extLst>
          </p:cNvPr>
          <p:cNvSpPr txBox="1"/>
          <p:nvPr/>
        </p:nvSpPr>
        <p:spPr>
          <a:xfrm>
            <a:off x="6301714" y="4863028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2850F6-C340-D2B4-FE3D-0E2B55F90192}"/>
              </a:ext>
            </a:extLst>
          </p:cNvPr>
          <p:cNvSpPr txBox="1"/>
          <p:nvPr/>
        </p:nvSpPr>
        <p:spPr>
          <a:xfrm>
            <a:off x="6362722" y="510750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544BD5-66B3-DC15-2ED1-2DED63424678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3D0864-A983-18B1-1F6B-DCAE755CA406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FA94E7-8F8D-C3E6-EA23-5823146D6D50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BD8FA2C-93F0-EB7F-233F-C0482ECCF2BF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10325B-8655-F975-7D1C-FB0F4EE6EB9D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C08A94-C416-E111-025C-83C5E8239C8E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416D27-8BC8-6D85-77A3-6DA7A158894F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B4BA72-E0D3-459C-4688-D9091049EAC6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65EE03-6EBD-745B-F051-B79DE45B083B}"/>
              </a:ext>
            </a:extLst>
          </p:cNvPr>
          <p:cNvSpPr/>
          <p:nvPr/>
        </p:nvSpPr>
        <p:spPr>
          <a:xfrm>
            <a:off x="11487182" y="6441661"/>
            <a:ext cx="541020" cy="3114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ED259F8-E474-4C6A-445F-1D13850755AE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7A16968-760A-3F8E-EE24-58B565EBC00B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9B864E8-DBCB-53A4-7F6A-7C442CCBDCFF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2 of x</a:t>
            </a:r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AC8A0B7C-97D9-4175-3734-77700DB2B6C2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3C03BC0-1974-D5BF-33FA-4E18173737BF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" name="Isosceles Triangle 180">
            <a:extLst>
              <a:ext uri="{FF2B5EF4-FFF2-40B4-BE49-F238E27FC236}">
                <a16:creationId xmlns:a16="http://schemas.microsoft.com/office/drawing/2014/main" id="{1CA5F680-E926-2747-9C8E-72E6047B03EB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1DF0991-6384-5264-C973-B5CCEECDEB94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7C56E37A-6766-629F-248D-7953F3F48571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E1239A8-DD3D-DD3F-9E2D-4301E028F04D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A5642B9-99F3-189F-C1CF-5C84241564FE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9275987-3FA3-87FB-5820-5A470DB1BB12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11E98BD-C320-835E-A5E5-4D68FD07357C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52BFB9D-9102-4EAF-7484-7DD643905774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33F96E5-75A3-26EA-008B-BB5F93F8E4E3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90A7C7F-68A0-B03E-B900-51A20E66902D}"/>
              </a:ext>
            </a:extLst>
          </p:cNvPr>
          <p:cNvSpPr txBox="1"/>
          <p:nvPr/>
        </p:nvSpPr>
        <p:spPr>
          <a:xfrm>
            <a:off x="7157458" y="5956175"/>
            <a:ext cx="1815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Characteristics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283B823-77D5-7588-9BB9-4B574317B910}"/>
              </a:ext>
            </a:extLst>
          </p:cNvPr>
          <p:cNvSpPr txBox="1"/>
          <p:nvPr/>
        </p:nvSpPr>
        <p:spPr>
          <a:xfrm>
            <a:off x="7157457" y="6162957"/>
            <a:ext cx="28180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If possible add typical characteristics for the new process line. If not possible, standard characteristcis will be added later. 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4B6FB8E-3F67-29A1-542D-8D0666FF35A5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EC11B11-E46E-9427-14C4-35392CD1E07C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34E7E9-0A86-5773-3888-A6B3DBDC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C71E1EC-1490-521C-5BEB-30AE9F26ADBD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03C25574-76A7-0ECB-D9AB-565CD759E66D}"/>
              </a:ext>
            </a:extLst>
          </p:cNvPr>
          <p:cNvCxnSpPr>
            <a:cxnSpLocks/>
          </p:cNvCxnSpPr>
          <p:nvPr/>
        </p:nvCxnSpPr>
        <p:spPr>
          <a:xfrm flipV="1">
            <a:off x="4328993" y="3098656"/>
            <a:ext cx="6325012" cy="22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Down 294">
            <a:extLst>
              <a:ext uri="{FF2B5EF4-FFF2-40B4-BE49-F238E27FC236}">
                <a16:creationId xmlns:a16="http://schemas.microsoft.com/office/drawing/2014/main" id="{D22C9B7A-21A5-455A-B6D8-9B08E8D2376E}"/>
              </a:ext>
            </a:extLst>
          </p:cNvPr>
          <p:cNvSpPr/>
          <p:nvPr/>
        </p:nvSpPr>
        <p:spPr>
          <a:xfrm rot="10800000">
            <a:off x="6908890" y="2935039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1795ACB2-B0F3-7948-B9A7-68C36A745CE8}"/>
              </a:ext>
            </a:extLst>
          </p:cNvPr>
          <p:cNvSpPr txBox="1"/>
          <p:nvPr/>
        </p:nvSpPr>
        <p:spPr>
          <a:xfrm>
            <a:off x="7044622" y="290948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7" name="Arrow: Down 296">
            <a:extLst>
              <a:ext uri="{FF2B5EF4-FFF2-40B4-BE49-F238E27FC236}">
                <a16:creationId xmlns:a16="http://schemas.microsoft.com/office/drawing/2014/main" id="{32E86773-4335-15DA-F286-7E31BC573249}"/>
              </a:ext>
            </a:extLst>
          </p:cNvPr>
          <p:cNvSpPr/>
          <p:nvPr/>
        </p:nvSpPr>
        <p:spPr>
          <a:xfrm rot="10800000">
            <a:off x="6908890" y="5505192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2DF83458-C068-B7FB-4D5C-AA0D71ECB546}"/>
              </a:ext>
            </a:extLst>
          </p:cNvPr>
          <p:cNvSpPr txBox="1"/>
          <p:nvPr/>
        </p:nvSpPr>
        <p:spPr>
          <a:xfrm>
            <a:off x="7044622" y="5479641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26F7D85B-5AA7-A36D-E8B8-3EFC996648B3}"/>
              </a:ext>
            </a:extLst>
          </p:cNvPr>
          <p:cNvSpPr/>
          <p:nvPr/>
        </p:nvSpPr>
        <p:spPr>
          <a:xfrm>
            <a:off x="3992084" y="2243412"/>
            <a:ext cx="328987" cy="3427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D15EA593-A2C1-41AA-59A4-0A35B849CA01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75F77C31-2659-5BA3-440E-082C492B2DFA}"/>
              </a:ext>
            </a:extLst>
          </p:cNvPr>
          <p:cNvSpPr/>
          <p:nvPr/>
        </p:nvSpPr>
        <p:spPr>
          <a:xfrm>
            <a:off x="3587833" y="550637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3A3B432-EE40-52F4-3EE0-AFF308E3F7C6}"/>
              </a:ext>
            </a:extLst>
          </p:cNvPr>
          <p:cNvSpPr/>
          <p:nvPr/>
        </p:nvSpPr>
        <p:spPr>
          <a:xfrm>
            <a:off x="3585139" y="550702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D1FD009B-613E-E843-85CB-CB5AFAFB6D19}"/>
              </a:ext>
            </a:extLst>
          </p:cNvPr>
          <p:cNvSpPr/>
          <p:nvPr/>
        </p:nvSpPr>
        <p:spPr>
          <a:xfrm>
            <a:off x="3586964" y="575538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B9F03F19-19F9-D38F-ACDB-6C9A4129D3BF}"/>
              </a:ext>
            </a:extLst>
          </p:cNvPr>
          <p:cNvSpPr/>
          <p:nvPr/>
        </p:nvSpPr>
        <p:spPr>
          <a:xfrm>
            <a:off x="3969926" y="562673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7B80E6A2-8373-0B35-2395-F163E734F9CF}"/>
              </a:ext>
            </a:extLst>
          </p:cNvPr>
          <p:cNvSpPr/>
          <p:nvPr/>
        </p:nvSpPr>
        <p:spPr>
          <a:xfrm>
            <a:off x="3969926" y="575217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B6002F9-D0B9-8627-0D43-35EFA1780844}"/>
              </a:ext>
            </a:extLst>
          </p:cNvPr>
          <p:cNvSpPr txBox="1"/>
          <p:nvPr/>
        </p:nvSpPr>
        <p:spPr>
          <a:xfrm>
            <a:off x="3892536" y="561648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8C108FD-A6B5-00CF-4966-65ECE163476D}"/>
              </a:ext>
            </a:extLst>
          </p:cNvPr>
          <p:cNvSpPr txBox="1"/>
          <p:nvPr/>
        </p:nvSpPr>
        <p:spPr>
          <a:xfrm>
            <a:off x="3884372" y="574386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B5EDE57-FEDC-6DCB-2627-7D66DF6FE744}"/>
              </a:ext>
            </a:extLst>
          </p:cNvPr>
          <p:cNvSpPr/>
          <p:nvPr/>
        </p:nvSpPr>
        <p:spPr>
          <a:xfrm>
            <a:off x="4072133" y="575160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098FED8A-F204-4545-A4E0-373223DAA362}"/>
              </a:ext>
            </a:extLst>
          </p:cNvPr>
          <p:cNvSpPr txBox="1"/>
          <p:nvPr/>
        </p:nvSpPr>
        <p:spPr>
          <a:xfrm>
            <a:off x="4053484" y="57368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B8F1F704-D36A-8CE4-0C0B-F628E57995DA}"/>
              </a:ext>
            </a:extLst>
          </p:cNvPr>
          <p:cNvSpPr/>
          <p:nvPr/>
        </p:nvSpPr>
        <p:spPr>
          <a:xfrm>
            <a:off x="4077687" y="550879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858F4545-765C-C2AA-00F9-FF4855F2B390}"/>
              </a:ext>
            </a:extLst>
          </p:cNvPr>
          <p:cNvSpPr/>
          <p:nvPr/>
        </p:nvSpPr>
        <p:spPr>
          <a:xfrm>
            <a:off x="4179093" y="550827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E05877C2-FEAD-1D52-EE9E-78ACECD38211}"/>
              </a:ext>
            </a:extLst>
          </p:cNvPr>
          <p:cNvSpPr/>
          <p:nvPr/>
        </p:nvSpPr>
        <p:spPr>
          <a:xfrm>
            <a:off x="3971546" y="550783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4BBCC176-69B4-36DB-DCEB-2F386F304D8F}"/>
              </a:ext>
            </a:extLst>
          </p:cNvPr>
          <p:cNvSpPr/>
          <p:nvPr/>
        </p:nvSpPr>
        <p:spPr>
          <a:xfrm>
            <a:off x="4172325" y="575254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4DBD749-F1A6-FC0A-1D05-BE542AFFB0DB}"/>
              </a:ext>
            </a:extLst>
          </p:cNvPr>
          <p:cNvSpPr/>
          <p:nvPr/>
        </p:nvSpPr>
        <p:spPr>
          <a:xfrm>
            <a:off x="4077659" y="562785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FE45F43-FAED-AB9C-E486-4358AD549CD9}"/>
              </a:ext>
            </a:extLst>
          </p:cNvPr>
          <p:cNvSpPr txBox="1"/>
          <p:nvPr/>
        </p:nvSpPr>
        <p:spPr>
          <a:xfrm>
            <a:off x="3999856" y="548840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BB60F16D-0288-E1D6-7C85-2F695995883C}"/>
              </a:ext>
            </a:extLst>
          </p:cNvPr>
          <p:cNvSpPr txBox="1"/>
          <p:nvPr/>
        </p:nvSpPr>
        <p:spPr>
          <a:xfrm>
            <a:off x="4042231" y="562119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A954D38-0D8C-849E-11C2-3192D589AA76}"/>
              </a:ext>
            </a:extLst>
          </p:cNvPr>
          <p:cNvSpPr txBox="1"/>
          <p:nvPr/>
        </p:nvSpPr>
        <p:spPr>
          <a:xfrm>
            <a:off x="4094435" y="549766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B93A0E4-E7B0-4027-EE4F-755673FEFE95}"/>
              </a:ext>
            </a:extLst>
          </p:cNvPr>
          <p:cNvSpPr txBox="1"/>
          <p:nvPr/>
        </p:nvSpPr>
        <p:spPr>
          <a:xfrm>
            <a:off x="4145087" y="573920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234FBA9F-BD39-6C57-75E5-7140B7F54EB5}"/>
              </a:ext>
            </a:extLst>
          </p:cNvPr>
          <p:cNvSpPr txBox="1"/>
          <p:nvPr/>
        </p:nvSpPr>
        <p:spPr>
          <a:xfrm>
            <a:off x="3554522" y="551417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E69F7633-A006-8279-84B0-7FF7BB4320B4}"/>
              </a:ext>
            </a:extLst>
          </p:cNvPr>
          <p:cNvSpPr/>
          <p:nvPr/>
        </p:nvSpPr>
        <p:spPr>
          <a:xfrm>
            <a:off x="4319583" y="2245796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7FC2BC8-3D49-11D3-EA20-D743A2A5151E}"/>
              </a:ext>
            </a:extLst>
          </p:cNvPr>
          <p:cNvSpPr/>
          <p:nvPr/>
        </p:nvSpPr>
        <p:spPr>
          <a:xfrm>
            <a:off x="4324346" y="3107808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61EE3B8-9F44-0A59-FAD5-713BEFCD0AC2}"/>
              </a:ext>
            </a:extLst>
          </p:cNvPr>
          <p:cNvSpPr/>
          <p:nvPr/>
        </p:nvSpPr>
        <p:spPr>
          <a:xfrm>
            <a:off x="4324345" y="3967440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4CB5AA24-AF46-2918-141A-AD6F51AD4651}"/>
              </a:ext>
            </a:extLst>
          </p:cNvPr>
          <p:cNvSpPr/>
          <p:nvPr/>
        </p:nvSpPr>
        <p:spPr>
          <a:xfrm>
            <a:off x="4326726" y="4812784"/>
            <a:ext cx="799577" cy="859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4114AB98-6FC5-6D7F-78A5-C9D0A270FF02}"/>
              </a:ext>
            </a:extLst>
          </p:cNvPr>
          <p:cNvSpPr/>
          <p:nvPr/>
        </p:nvSpPr>
        <p:spPr>
          <a:xfrm>
            <a:off x="4376977" y="2577774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1B82688C-7EE5-A001-D489-BB4D3CCAAE8E}"/>
              </a:ext>
            </a:extLst>
          </p:cNvPr>
          <p:cNvSpPr/>
          <p:nvPr/>
        </p:nvSpPr>
        <p:spPr>
          <a:xfrm>
            <a:off x="4374283" y="2578422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260F2617-D9E7-3F82-72B3-ADF9E9EB3896}"/>
              </a:ext>
            </a:extLst>
          </p:cNvPr>
          <p:cNvSpPr/>
          <p:nvPr/>
        </p:nvSpPr>
        <p:spPr>
          <a:xfrm>
            <a:off x="4376108" y="2826779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91E52B9B-7ADD-DE61-4A20-E6AF917C6B05}"/>
              </a:ext>
            </a:extLst>
          </p:cNvPr>
          <p:cNvSpPr/>
          <p:nvPr/>
        </p:nvSpPr>
        <p:spPr>
          <a:xfrm>
            <a:off x="4759070" y="2698129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7E546429-ACC0-5619-1492-D20CDFF88E09}"/>
              </a:ext>
            </a:extLst>
          </p:cNvPr>
          <p:cNvSpPr/>
          <p:nvPr/>
        </p:nvSpPr>
        <p:spPr>
          <a:xfrm>
            <a:off x="4759070" y="282357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2387059E-C683-AAF1-B1E1-DB6CFC6C4629}"/>
              </a:ext>
            </a:extLst>
          </p:cNvPr>
          <p:cNvSpPr txBox="1"/>
          <p:nvPr/>
        </p:nvSpPr>
        <p:spPr>
          <a:xfrm>
            <a:off x="4681680" y="2687888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806F7E7-13AB-474D-D307-9AC888228602}"/>
              </a:ext>
            </a:extLst>
          </p:cNvPr>
          <p:cNvSpPr txBox="1"/>
          <p:nvPr/>
        </p:nvSpPr>
        <p:spPr>
          <a:xfrm>
            <a:off x="4673516" y="2815268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D1FE6847-3E7F-692E-E9DC-282C51AD0CE3}"/>
              </a:ext>
            </a:extLst>
          </p:cNvPr>
          <p:cNvSpPr/>
          <p:nvPr/>
        </p:nvSpPr>
        <p:spPr>
          <a:xfrm>
            <a:off x="4861277" y="2823002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49BA43D-2C5B-961C-D771-9E18444D8F1A}"/>
              </a:ext>
            </a:extLst>
          </p:cNvPr>
          <p:cNvSpPr txBox="1"/>
          <p:nvPr/>
        </p:nvSpPr>
        <p:spPr>
          <a:xfrm>
            <a:off x="4842628" y="28082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5698332-7E6C-D1EB-ACFD-074401124F9E}"/>
              </a:ext>
            </a:extLst>
          </p:cNvPr>
          <p:cNvSpPr/>
          <p:nvPr/>
        </p:nvSpPr>
        <p:spPr>
          <a:xfrm>
            <a:off x="4866831" y="2580190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5690782-2BA8-7356-772D-527464E82D64}"/>
              </a:ext>
            </a:extLst>
          </p:cNvPr>
          <p:cNvSpPr/>
          <p:nvPr/>
        </p:nvSpPr>
        <p:spPr>
          <a:xfrm>
            <a:off x="4968237" y="2579678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876E0CFC-0EE6-3620-DC62-77AC48667644}"/>
              </a:ext>
            </a:extLst>
          </p:cNvPr>
          <p:cNvSpPr/>
          <p:nvPr/>
        </p:nvSpPr>
        <p:spPr>
          <a:xfrm>
            <a:off x="4760690" y="2579229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4671EF2-2BC1-3EE0-81AC-B218F250CE9E}"/>
              </a:ext>
            </a:extLst>
          </p:cNvPr>
          <p:cNvSpPr/>
          <p:nvPr/>
        </p:nvSpPr>
        <p:spPr>
          <a:xfrm>
            <a:off x="4961469" y="2823943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8AAF4645-6A1C-A67A-0B13-F469D8A26873}"/>
              </a:ext>
            </a:extLst>
          </p:cNvPr>
          <p:cNvSpPr/>
          <p:nvPr/>
        </p:nvSpPr>
        <p:spPr>
          <a:xfrm>
            <a:off x="4866803" y="2699253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8FB7837-8DBC-D71C-F44C-D5C66246FCD2}"/>
              </a:ext>
            </a:extLst>
          </p:cNvPr>
          <p:cNvSpPr txBox="1"/>
          <p:nvPr/>
        </p:nvSpPr>
        <p:spPr>
          <a:xfrm>
            <a:off x="4789000" y="255980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D8FD57DD-310D-C487-B685-531D7C6E06C8}"/>
              </a:ext>
            </a:extLst>
          </p:cNvPr>
          <p:cNvSpPr txBox="1"/>
          <p:nvPr/>
        </p:nvSpPr>
        <p:spPr>
          <a:xfrm>
            <a:off x="4831375" y="2692597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1BD28092-E061-DD9A-1B82-3F2394A215EE}"/>
              </a:ext>
            </a:extLst>
          </p:cNvPr>
          <p:cNvSpPr txBox="1"/>
          <p:nvPr/>
        </p:nvSpPr>
        <p:spPr>
          <a:xfrm>
            <a:off x="4883579" y="2569059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D18C65EC-6444-4AC7-D082-FA48511ADD7A}"/>
              </a:ext>
            </a:extLst>
          </p:cNvPr>
          <p:cNvSpPr txBox="1"/>
          <p:nvPr/>
        </p:nvSpPr>
        <p:spPr>
          <a:xfrm>
            <a:off x="4934231" y="281060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D121C66D-BC78-8C73-EDFA-D5AA653A85EB}"/>
              </a:ext>
            </a:extLst>
          </p:cNvPr>
          <p:cNvSpPr txBox="1"/>
          <p:nvPr/>
        </p:nvSpPr>
        <p:spPr>
          <a:xfrm>
            <a:off x="4343666" y="258557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Convoier </a:t>
            </a:r>
            <a:endParaRPr lang="nb-NO" sz="200" b="1" dirty="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2C18C646-C540-0FCB-253C-ECAFC21DB148}"/>
              </a:ext>
            </a:extLst>
          </p:cNvPr>
          <p:cNvSpPr/>
          <p:nvPr/>
        </p:nvSpPr>
        <p:spPr>
          <a:xfrm>
            <a:off x="4359834" y="2304016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3D128417-B628-8B37-B56E-4A14CD0B0EF7}"/>
              </a:ext>
            </a:extLst>
          </p:cNvPr>
          <p:cNvSpPr txBox="1"/>
          <p:nvPr/>
        </p:nvSpPr>
        <p:spPr>
          <a:xfrm>
            <a:off x="4383508" y="2241034"/>
            <a:ext cx="1080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Convoier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2E09A235-7848-E8DA-592A-C602CE597354}"/>
              </a:ext>
            </a:extLst>
          </p:cNvPr>
          <p:cNvSpPr/>
          <p:nvPr/>
        </p:nvSpPr>
        <p:spPr>
          <a:xfrm>
            <a:off x="4359834" y="316363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F1A49E14-9988-18CB-1152-38487C6044AC}"/>
              </a:ext>
            </a:extLst>
          </p:cNvPr>
          <p:cNvSpPr txBox="1"/>
          <p:nvPr/>
        </p:nvSpPr>
        <p:spPr>
          <a:xfrm>
            <a:off x="4381500" y="3105418"/>
            <a:ext cx="991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Robot 1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18A1D657-AA28-B211-A626-BA53946DE7A0}"/>
              </a:ext>
            </a:extLst>
          </p:cNvPr>
          <p:cNvSpPr/>
          <p:nvPr/>
        </p:nvSpPr>
        <p:spPr>
          <a:xfrm>
            <a:off x="4374513" y="3539557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D0450B4A-96C6-B1C1-FB8C-1C91D3816DF7}"/>
              </a:ext>
            </a:extLst>
          </p:cNvPr>
          <p:cNvSpPr/>
          <p:nvPr/>
        </p:nvSpPr>
        <p:spPr>
          <a:xfrm>
            <a:off x="4371819" y="3540205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DBB8E000-4728-A05E-2C70-C174706C0314}"/>
              </a:ext>
            </a:extLst>
          </p:cNvPr>
          <p:cNvSpPr/>
          <p:nvPr/>
        </p:nvSpPr>
        <p:spPr>
          <a:xfrm>
            <a:off x="4373644" y="3788562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AF60F5EA-7B5B-3640-1D05-7BB8C66E829B}"/>
              </a:ext>
            </a:extLst>
          </p:cNvPr>
          <p:cNvSpPr/>
          <p:nvPr/>
        </p:nvSpPr>
        <p:spPr>
          <a:xfrm>
            <a:off x="4756606" y="365991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5F5BBDCC-B2B1-513C-A479-4BF7E1A99549}"/>
              </a:ext>
            </a:extLst>
          </p:cNvPr>
          <p:cNvSpPr/>
          <p:nvPr/>
        </p:nvSpPr>
        <p:spPr>
          <a:xfrm>
            <a:off x="4756606" y="378535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18F977B4-57EE-9E23-72E8-C83DDCE795F1}"/>
              </a:ext>
            </a:extLst>
          </p:cNvPr>
          <p:cNvSpPr txBox="1"/>
          <p:nvPr/>
        </p:nvSpPr>
        <p:spPr>
          <a:xfrm>
            <a:off x="4679216" y="3649671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23ED6323-E2FA-D566-5B56-38C80FB41E2C}"/>
              </a:ext>
            </a:extLst>
          </p:cNvPr>
          <p:cNvSpPr txBox="1"/>
          <p:nvPr/>
        </p:nvSpPr>
        <p:spPr>
          <a:xfrm>
            <a:off x="4671052" y="3777051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33BCD56-C52F-AE13-43C9-412BBC066A63}"/>
              </a:ext>
            </a:extLst>
          </p:cNvPr>
          <p:cNvSpPr/>
          <p:nvPr/>
        </p:nvSpPr>
        <p:spPr>
          <a:xfrm>
            <a:off x="4858813" y="3784785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5DD63BFB-2CE3-842E-90E0-DBE9ECD9834C}"/>
              </a:ext>
            </a:extLst>
          </p:cNvPr>
          <p:cNvSpPr txBox="1"/>
          <p:nvPr/>
        </p:nvSpPr>
        <p:spPr>
          <a:xfrm>
            <a:off x="4840164" y="377000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764139A-75A3-590A-4216-BE9E69654454}"/>
              </a:ext>
            </a:extLst>
          </p:cNvPr>
          <p:cNvSpPr/>
          <p:nvPr/>
        </p:nvSpPr>
        <p:spPr>
          <a:xfrm>
            <a:off x="4864367" y="3541973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022B3AA0-BC50-BAE0-CB3A-CA49FDDF4AE8}"/>
              </a:ext>
            </a:extLst>
          </p:cNvPr>
          <p:cNvSpPr/>
          <p:nvPr/>
        </p:nvSpPr>
        <p:spPr>
          <a:xfrm>
            <a:off x="4965773" y="3541461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3C652AAE-54AC-F786-B597-8505B04B9D29}"/>
              </a:ext>
            </a:extLst>
          </p:cNvPr>
          <p:cNvSpPr/>
          <p:nvPr/>
        </p:nvSpPr>
        <p:spPr>
          <a:xfrm>
            <a:off x="4758226" y="3541012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2594662B-BABA-23A3-14AD-AC833478189C}"/>
              </a:ext>
            </a:extLst>
          </p:cNvPr>
          <p:cNvSpPr/>
          <p:nvPr/>
        </p:nvSpPr>
        <p:spPr>
          <a:xfrm>
            <a:off x="4959005" y="3785726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AD4DCD1F-E578-2201-E927-FFC4AEFA5120}"/>
              </a:ext>
            </a:extLst>
          </p:cNvPr>
          <p:cNvSpPr/>
          <p:nvPr/>
        </p:nvSpPr>
        <p:spPr>
          <a:xfrm>
            <a:off x="4864339" y="3661036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CDCD8911-618B-1A1A-3031-BAED6D9A022F}"/>
              </a:ext>
            </a:extLst>
          </p:cNvPr>
          <p:cNvSpPr txBox="1"/>
          <p:nvPr/>
        </p:nvSpPr>
        <p:spPr>
          <a:xfrm>
            <a:off x="4786536" y="352158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70E8E01-6617-3494-68C3-886125234106}"/>
              </a:ext>
            </a:extLst>
          </p:cNvPr>
          <p:cNvSpPr txBox="1"/>
          <p:nvPr/>
        </p:nvSpPr>
        <p:spPr>
          <a:xfrm>
            <a:off x="4828911" y="3654380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DFFD8DD8-58A9-1E4D-3E40-59C1C82594EB}"/>
              </a:ext>
            </a:extLst>
          </p:cNvPr>
          <p:cNvSpPr txBox="1"/>
          <p:nvPr/>
        </p:nvSpPr>
        <p:spPr>
          <a:xfrm>
            <a:off x="4881115" y="3530842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D59FB0BC-3E42-019F-404D-551E28287C4B}"/>
              </a:ext>
            </a:extLst>
          </p:cNvPr>
          <p:cNvSpPr txBox="1"/>
          <p:nvPr/>
        </p:nvSpPr>
        <p:spPr>
          <a:xfrm>
            <a:off x="4931767" y="37723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F8D154BC-D3FB-0999-92E6-AFEC765B80E9}"/>
              </a:ext>
            </a:extLst>
          </p:cNvPr>
          <p:cNvSpPr txBox="1"/>
          <p:nvPr/>
        </p:nvSpPr>
        <p:spPr>
          <a:xfrm>
            <a:off x="4341202" y="3547353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 </a:t>
            </a:r>
            <a:endParaRPr lang="nb-NO" sz="200" b="1" dirty="0"/>
          </a:p>
        </p:txBody>
      </p: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A3FB85A7-D11C-CBAB-030A-9D34B77F32B1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4703643" y="3954661"/>
            <a:ext cx="5995703" cy="13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2FD0F848-F1B3-70DE-3F85-975374C32CAF}"/>
              </a:ext>
            </a:extLst>
          </p:cNvPr>
          <p:cNvCxnSpPr>
            <a:cxnSpLocks/>
          </p:cNvCxnSpPr>
          <p:nvPr/>
        </p:nvCxnSpPr>
        <p:spPr>
          <a:xfrm flipV="1">
            <a:off x="5037018" y="4802188"/>
            <a:ext cx="5800845" cy="100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Arrow: Down 367">
            <a:extLst>
              <a:ext uri="{FF2B5EF4-FFF2-40B4-BE49-F238E27FC236}">
                <a16:creationId xmlns:a16="http://schemas.microsoft.com/office/drawing/2014/main" id="{4BA1F48F-2780-D3E4-A498-EA59B7AFAEDE}"/>
              </a:ext>
            </a:extLst>
          </p:cNvPr>
          <p:cNvSpPr/>
          <p:nvPr/>
        </p:nvSpPr>
        <p:spPr>
          <a:xfrm rot="10800000">
            <a:off x="6905715" y="3801814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57D4099-4D3F-D438-2C6A-AE48E5BAA9F3}"/>
              </a:ext>
            </a:extLst>
          </p:cNvPr>
          <p:cNvSpPr txBox="1"/>
          <p:nvPr/>
        </p:nvSpPr>
        <p:spPr>
          <a:xfrm>
            <a:off x="7041447" y="3776263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370" name="Arrow: Down 369">
            <a:extLst>
              <a:ext uri="{FF2B5EF4-FFF2-40B4-BE49-F238E27FC236}">
                <a16:creationId xmlns:a16="http://schemas.microsoft.com/office/drawing/2014/main" id="{C414CEC1-6D74-5F85-3CD8-4C0E9FE61B27}"/>
              </a:ext>
            </a:extLst>
          </p:cNvPr>
          <p:cNvSpPr/>
          <p:nvPr/>
        </p:nvSpPr>
        <p:spPr>
          <a:xfrm rot="10800000">
            <a:off x="6953340" y="4643189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997ABB8E-C1BD-02F1-F668-6EAA8688A7E7}"/>
              </a:ext>
            </a:extLst>
          </p:cNvPr>
          <p:cNvSpPr txBox="1"/>
          <p:nvPr/>
        </p:nvSpPr>
        <p:spPr>
          <a:xfrm>
            <a:off x="7089072" y="461763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1B493A12-0183-11F9-A715-0BB9D5FC435B}"/>
              </a:ext>
            </a:extLst>
          </p:cNvPr>
          <p:cNvSpPr/>
          <p:nvPr/>
        </p:nvSpPr>
        <p:spPr>
          <a:xfrm>
            <a:off x="4372534" y="403358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5E0CCBBC-EAEC-851B-CB83-9EFC3482529D}"/>
              </a:ext>
            </a:extLst>
          </p:cNvPr>
          <p:cNvSpPr txBox="1"/>
          <p:nvPr/>
        </p:nvSpPr>
        <p:spPr>
          <a:xfrm>
            <a:off x="4290959" y="3972685"/>
            <a:ext cx="991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CNC machine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DF49FD53-88D3-31C6-631C-1254C3F1A68D}"/>
              </a:ext>
            </a:extLst>
          </p:cNvPr>
          <p:cNvSpPr/>
          <p:nvPr/>
        </p:nvSpPr>
        <p:spPr>
          <a:xfrm>
            <a:off x="4399913" y="4374582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7E1D00CF-5C54-C21D-D19D-2C6FF506F1D7}"/>
              </a:ext>
            </a:extLst>
          </p:cNvPr>
          <p:cNvSpPr/>
          <p:nvPr/>
        </p:nvSpPr>
        <p:spPr>
          <a:xfrm>
            <a:off x="4397219" y="4375230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3E72862-9CB9-4EB2-67F8-EC6C48C8542E}"/>
              </a:ext>
            </a:extLst>
          </p:cNvPr>
          <p:cNvSpPr/>
          <p:nvPr/>
        </p:nvSpPr>
        <p:spPr>
          <a:xfrm>
            <a:off x="4399044" y="4623587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7AC38B35-CAC5-B36C-693E-9BEA081422DC}"/>
              </a:ext>
            </a:extLst>
          </p:cNvPr>
          <p:cNvSpPr/>
          <p:nvPr/>
        </p:nvSpPr>
        <p:spPr>
          <a:xfrm>
            <a:off x="4782006" y="4494937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A3651884-B52A-34B3-E8E1-CD575737E1D7}"/>
              </a:ext>
            </a:extLst>
          </p:cNvPr>
          <p:cNvSpPr/>
          <p:nvPr/>
        </p:nvSpPr>
        <p:spPr>
          <a:xfrm>
            <a:off x="4782006" y="4620379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4F6065AD-CA1B-62F9-211A-EC41E5C0310C}"/>
              </a:ext>
            </a:extLst>
          </p:cNvPr>
          <p:cNvSpPr txBox="1"/>
          <p:nvPr/>
        </p:nvSpPr>
        <p:spPr>
          <a:xfrm>
            <a:off x="4704616" y="4484696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6135B9F-D9AA-8B7C-2E9A-9D883B75C3B6}"/>
              </a:ext>
            </a:extLst>
          </p:cNvPr>
          <p:cNvSpPr txBox="1"/>
          <p:nvPr/>
        </p:nvSpPr>
        <p:spPr>
          <a:xfrm>
            <a:off x="4696452" y="4612076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CADAE77B-5FB2-5805-0843-DE11D3C99972}"/>
              </a:ext>
            </a:extLst>
          </p:cNvPr>
          <p:cNvSpPr/>
          <p:nvPr/>
        </p:nvSpPr>
        <p:spPr>
          <a:xfrm>
            <a:off x="4884213" y="4619810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781460A6-1031-29A7-69F0-D282151AAB1C}"/>
              </a:ext>
            </a:extLst>
          </p:cNvPr>
          <p:cNvSpPr txBox="1"/>
          <p:nvPr/>
        </p:nvSpPr>
        <p:spPr>
          <a:xfrm>
            <a:off x="4865564" y="460502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C5CC5BF8-CA9C-DD2F-A562-168EFD7F54F3}"/>
              </a:ext>
            </a:extLst>
          </p:cNvPr>
          <p:cNvSpPr/>
          <p:nvPr/>
        </p:nvSpPr>
        <p:spPr>
          <a:xfrm>
            <a:off x="4889767" y="4376998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B312035-4FD0-3242-8014-D919AB84BCC0}"/>
              </a:ext>
            </a:extLst>
          </p:cNvPr>
          <p:cNvSpPr/>
          <p:nvPr/>
        </p:nvSpPr>
        <p:spPr>
          <a:xfrm>
            <a:off x="4991173" y="4376486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A72E193E-5342-9D3E-2474-FEF707A1E209}"/>
              </a:ext>
            </a:extLst>
          </p:cNvPr>
          <p:cNvSpPr/>
          <p:nvPr/>
        </p:nvSpPr>
        <p:spPr>
          <a:xfrm>
            <a:off x="4783626" y="4376037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8FA4291E-3DF5-4B5D-5B3B-4F90B0F04239}"/>
              </a:ext>
            </a:extLst>
          </p:cNvPr>
          <p:cNvSpPr/>
          <p:nvPr/>
        </p:nvSpPr>
        <p:spPr>
          <a:xfrm>
            <a:off x="4984405" y="4620751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A133F11-5159-8F94-209C-DF06F80D8972}"/>
              </a:ext>
            </a:extLst>
          </p:cNvPr>
          <p:cNvSpPr/>
          <p:nvPr/>
        </p:nvSpPr>
        <p:spPr>
          <a:xfrm>
            <a:off x="4889739" y="4496061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EE4CFDE-FA7E-0F7D-47FB-BF2D4E70963C}"/>
              </a:ext>
            </a:extLst>
          </p:cNvPr>
          <p:cNvSpPr txBox="1"/>
          <p:nvPr/>
        </p:nvSpPr>
        <p:spPr>
          <a:xfrm>
            <a:off x="4811936" y="435661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3387472C-7B3A-E013-E860-2178991B2CE2}"/>
              </a:ext>
            </a:extLst>
          </p:cNvPr>
          <p:cNvSpPr txBox="1"/>
          <p:nvPr/>
        </p:nvSpPr>
        <p:spPr>
          <a:xfrm>
            <a:off x="4854311" y="4489405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EA290F5-BDE7-3AFE-8DD2-F736AF175B8E}"/>
              </a:ext>
            </a:extLst>
          </p:cNvPr>
          <p:cNvSpPr txBox="1"/>
          <p:nvPr/>
        </p:nvSpPr>
        <p:spPr>
          <a:xfrm>
            <a:off x="4906515" y="4365867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C044B3B-AD70-BEEB-E53A-4DE59F1D7FC1}"/>
              </a:ext>
            </a:extLst>
          </p:cNvPr>
          <p:cNvSpPr txBox="1"/>
          <p:nvPr/>
        </p:nvSpPr>
        <p:spPr>
          <a:xfrm>
            <a:off x="4957167" y="460740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26805508-E9DD-505C-E9ED-F9310E7DE289}"/>
              </a:ext>
            </a:extLst>
          </p:cNvPr>
          <p:cNvSpPr txBox="1"/>
          <p:nvPr/>
        </p:nvSpPr>
        <p:spPr>
          <a:xfrm>
            <a:off x="4366602" y="4382378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CNC machine</a:t>
            </a:r>
            <a:endParaRPr lang="nb-NO" sz="200" b="1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B613410E-5CCF-3CF0-E9CB-7353FD34C489}"/>
              </a:ext>
            </a:extLst>
          </p:cNvPr>
          <p:cNvSpPr/>
          <p:nvPr/>
        </p:nvSpPr>
        <p:spPr>
          <a:xfrm>
            <a:off x="4387213" y="5247707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DDDD5CAE-3CBA-4E1D-544A-6DD2F4DFCCA8}"/>
              </a:ext>
            </a:extLst>
          </p:cNvPr>
          <p:cNvSpPr/>
          <p:nvPr/>
        </p:nvSpPr>
        <p:spPr>
          <a:xfrm>
            <a:off x="4384519" y="5248355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97D3D931-4D01-E450-9844-5190113A68B4}"/>
              </a:ext>
            </a:extLst>
          </p:cNvPr>
          <p:cNvSpPr/>
          <p:nvPr/>
        </p:nvSpPr>
        <p:spPr>
          <a:xfrm>
            <a:off x="4386344" y="5496712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6100541-5511-C272-6ABE-AB26377B8B10}"/>
              </a:ext>
            </a:extLst>
          </p:cNvPr>
          <p:cNvSpPr/>
          <p:nvPr/>
        </p:nvSpPr>
        <p:spPr>
          <a:xfrm>
            <a:off x="4769306" y="536806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22A9785-4D19-C386-366B-CA17C14F8B78}"/>
              </a:ext>
            </a:extLst>
          </p:cNvPr>
          <p:cNvSpPr/>
          <p:nvPr/>
        </p:nvSpPr>
        <p:spPr>
          <a:xfrm>
            <a:off x="4769306" y="549350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80824C80-4F35-CF60-E33B-E76023F92E5B}"/>
              </a:ext>
            </a:extLst>
          </p:cNvPr>
          <p:cNvSpPr txBox="1"/>
          <p:nvPr/>
        </p:nvSpPr>
        <p:spPr>
          <a:xfrm>
            <a:off x="4691916" y="5357821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7B9ADF07-216E-E830-A108-5D1472F31F5D}"/>
              </a:ext>
            </a:extLst>
          </p:cNvPr>
          <p:cNvSpPr txBox="1"/>
          <p:nvPr/>
        </p:nvSpPr>
        <p:spPr>
          <a:xfrm>
            <a:off x="4683752" y="5485201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413E636B-766F-E22D-898F-5412E137E59B}"/>
              </a:ext>
            </a:extLst>
          </p:cNvPr>
          <p:cNvSpPr/>
          <p:nvPr/>
        </p:nvSpPr>
        <p:spPr>
          <a:xfrm>
            <a:off x="4871513" y="5492935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414B4914-F94B-E166-1C16-9F4B753B4D3C}"/>
              </a:ext>
            </a:extLst>
          </p:cNvPr>
          <p:cNvSpPr txBox="1"/>
          <p:nvPr/>
        </p:nvSpPr>
        <p:spPr>
          <a:xfrm>
            <a:off x="4852864" y="547815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18799FFC-A826-8B61-06E4-9CA4F130809B}"/>
              </a:ext>
            </a:extLst>
          </p:cNvPr>
          <p:cNvSpPr/>
          <p:nvPr/>
        </p:nvSpPr>
        <p:spPr>
          <a:xfrm>
            <a:off x="4877067" y="5250123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5B707971-7889-C935-C351-9CFBBC19B430}"/>
              </a:ext>
            </a:extLst>
          </p:cNvPr>
          <p:cNvSpPr/>
          <p:nvPr/>
        </p:nvSpPr>
        <p:spPr>
          <a:xfrm>
            <a:off x="4978473" y="5249611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1593DCC8-EE1B-FC86-09BD-0A7CBDD89573}"/>
              </a:ext>
            </a:extLst>
          </p:cNvPr>
          <p:cNvSpPr/>
          <p:nvPr/>
        </p:nvSpPr>
        <p:spPr>
          <a:xfrm>
            <a:off x="4770926" y="5249162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822A7C9C-166F-181E-F2DB-3961C672D80F}"/>
              </a:ext>
            </a:extLst>
          </p:cNvPr>
          <p:cNvSpPr/>
          <p:nvPr/>
        </p:nvSpPr>
        <p:spPr>
          <a:xfrm>
            <a:off x="4971705" y="5493876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DFDA1F6-2C59-8D95-DE9E-1191AE9A7886}"/>
              </a:ext>
            </a:extLst>
          </p:cNvPr>
          <p:cNvSpPr/>
          <p:nvPr/>
        </p:nvSpPr>
        <p:spPr>
          <a:xfrm>
            <a:off x="4877039" y="5369186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41C175CF-7D82-AD6B-0E1C-C450A07EB221}"/>
              </a:ext>
            </a:extLst>
          </p:cNvPr>
          <p:cNvSpPr txBox="1"/>
          <p:nvPr/>
        </p:nvSpPr>
        <p:spPr>
          <a:xfrm>
            <a:off x="4799236" y="522973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AAE501BB-3D08-357C-54A9-DBEFF786A38E}"/>
              </a:ext>
            </a:extLst>
          </p:cNvPr>
          <p:cNvSpPr txBox="1"/>
          <p:nvPr/>
        </p:nvSpPr>
        <p:spPr>
          <a:xfrm>
            <a:off x="4841611" y="5362530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026CE27F-5D9C-D440-A13A-FDFA69DA4BC2}"/>
              </a:ext>
            </a:extLst>
          </p:cNvPr>
          <p:cNvSpPr txBox="1"/>
          <p:nvPr/>
        </p:nvSpPr>
        <p:spPr>
          <a:xfrm>
            <a:off x="4893815" y="5238992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73E844A8-0C99-1D29-1FA8-23B2FC14A508}"/>
              </a:ext>
            </a:extLst>
          </p:cNvPr>
          <p:cNvSpPr txBox="1"/>
          <p:nvPr/>
        </p:nvSpPr>
        <p:spPr>
          <a:xfrm>
            <a:off x="4944467" y="548053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E7F96A96-8627-17A5-5AF2-DC2A6E0A9FD9}"/>
              </a:ext>
            </a:extLst>
          </p:cNvPr>
          <p:cNvSpPr txBox="1"/>
          <p:nvPr/>
        </p:nvSpPr>
        <p:spPr>
          <a:xfrm>
            <a:off x="4353902" y="5255503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A0A48B1-4A8D-3346-199C-5F27F49B8DEB}"/>
              </a:ext>
            </a:extLst>
          </p:cNvPr>
          <p:cNvSpPr/>
          <p:nvPr/>
        </p:nvSpPr>
        <p:spPr>
          <a:xfrm>
            <a:off x="4375709" y="4878138"/>
            <a:ext cx="70607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1AC267A0-A87E-A666-C56F-AD2D8EC012B6}"/>
              </a:ext>
            </a:extLst>
          </p:cNvPr>
          <p:cNvSpPr txBox="1"/>
          <p:nvPr/>
        </p:nvSpPr>
        <p:spPr>
          <a:xfrm>
            <a:off x="4419600" y="4816743"/>
            <a:ext cx="864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Robot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6530A-2C87-410F-2DB1-E14F857DCEB8}"/>
              </a:ext>
            </a:extLst>
          </p:cNvPr>
          <p:cNvSpPr txBox="1"/>
          <p:nvPr/>
        </p:nvSpPr>
        <p:spPr>
          <a:xfrm>
            <a:off x="5153446" y="4894646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B92664D-7B6A-2530-D5D7-16B92E6D596E}"/>
              </a:ext>
            </a:extLst>
          </p:cNvPr>
          <p:cNvSpPr/>
          <p:nvPr/>
        </p:nvSpPr>
        <p:spPr>
          <a:xfrm rot="13586053">
            <a:off x="5568772" y="5091265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0DFFD53-6D6B-A91F-EE49-9DAED01E1E3B}"/>
              </a:ext>
            </a:extLst>
          </p:cNvPr>
          <p:cNvSpPr/>
          <p:nvPr/>
        </p:nvSpPr>
        <p:spPr>
          <a:xfrm>
            <a:off x="4319583" y="2241033"/>
            <a:ext cx="6379763" cy="34272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5617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C4CA-413C-2602-70B9-3699B93B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4D652F-D3DB-DC8B-EEE2-614899C261F2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3D39C2-87EC-E62B-D61E-15B92626658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8CAF0CA-0473-3D90-8DA8-3AC22EEAD0D4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B9E9EC-EA63-A70A-99B7-A8B7A97C78C3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EC4A5E-9219-1912-E6AB-E16C18CB358F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2CFBB78-AEFB-5793-877D-05D63F2E6A04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71216B8-B2CC-BBDF-FB9E-4F53CC66DD6E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71273BE-8C6D-8B18-7CC5-6EF4FCD2E72C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6E91C60-60E6-4894-B06F-E1CDC30919E1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22E15AA-A383-EB21-162E-5EF5A7D3CAC2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3C7149A-454A-0B5D-C13C-B2108FD05F0A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2D739F9-7A74-3104-6A09-67A82ABB583F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297154A-8BEB-F22E-B558-84C50FDCB93A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B48BA95-5E39-4B29-6659-C485504510D2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BCB14A79-DC30-9E2E-2378-FD0F28910595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E439E0B6-2FF2-AA2A-E500-C5B33F9AFC28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B141A52F-F31C-9F2E-934D-EF0186191B5C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FEFE4DF9-EDC7-1F0C-0806-35206B359AA8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B09BEC0C-5C66-9ABC-1B7A-CE68862D517F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5AD7E0C1-C663-1B9A-CF64-E186050AD6D1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34B0D08A-488B-5421-9019-09165D747CC8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9529549B-2224-0124-F5DA-5D57147AF95D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9CCBFCB6-B1EE-DAAD-FA59-4DF46D18EC9E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D8F20684-5A09-3A2C-7E76-C5E03048F2F4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05E88F65-674F-214F-3AE5-F9E5D1F933E2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990BCE18-39A5-2DD5-DD3E-C46F69612B9C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DE3D6EFE-D2B3-A05E-74FB-45F550D83B89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2800CA-D8D4-B9FD-1D8F-8510DFB4AE2C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84" name="Arrow: Right 483">
            <a:extLst>
              <a:ext uri="{FF2B5EF4-FFF2-40B4-BE49-F238E27FC236}">
                <a16:creationId xmlns:a16="http://schemas.microsoft.com/office/drawing/2014/main" id="{E33C6F46-7990-CD03-606D-684DC6442ED5}"/>
              </a:ext>
            </a:extLst>
          </p:cNvPr>
          <p:cNvSpPr/>
          <p:nvPr/>
        </p:nvSpPr>
        <p:spPr>
          <a:xfrm rot="13586053">
            <a:off x="7135830" y="5628641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8CE16E-DFAF-4E8A-628D-A1E328B04D88}"/>
              </a:ext>
            </a:extLst>
          </p:cNvPr>
          <p:cNvSpPr/>
          <p:nvPr/>
        </p:nvSpPr>
        <p:spPr>
          <a:xfrm>
            <a:off x="7357576" y="3861570"/>
            <a:ext cx="206728" cy="19994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64C28F-8F4A-E8E6-1DA4-AA9651823B59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C06797-0844-BF93-2C1D-BD0AE4E201F8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9D351B-AB3F-A593-8146-8BB3E1CF2DE2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161E69-CE80-1848-F398-3BCE76A39264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E60E2A-0DB8-F47A-4AEC-A75C8900D507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2C0F09-9934-3551-B8C8-8D7B5E8689EF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88446A-8904-0D3F-8626-794261B9C902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9DAF27-E45E-93AA-FCCF-C81948C39F0A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F9C420-834C-A09E-82E2-8462651767F7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5D5B4E-EBE4-9A3D-7F99-912E648FFBF8}"/>
              </a:ext>
            </a:extLst>
          </p:cNvPr>
          <p:cNvSpPr/>
          <p:nvPr/>
        </p:nvSpPr>
        <p:spPr>
          <a:xfrm>
            <a:off x="7028003" y="581118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D40A34-335C-23B7-218F-232B0F9CC4A8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69F0546F-8697-7547-4663-65BE27799668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03106E-0F96-8DA2-9F9B-3431922FFA36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A813579C-6BAB-6D34-98E1-73AB0AF6D3F3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8A1444-164B-7236-A9EF-710A3924E974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FF8A14-1D8D-B21D-11A7-D2AD49B74752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56362D-1EFB-97F1-BF7C-08213FDAE17A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F922AA-A833-033C-AC10-15E65FEEC50B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A615B7A4-4E1B-6F8E-8E3A-A52B31CE768E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C60EAC8-C2EE-ADAA-02DA-C515CFB513F6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66BE85E-9ED7-322E-427C-C76F8BBBB01B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286F45C0-A56B-41B9-9ACE-A9B2705E11DC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E550966C-E770-108B-F068-A8879DD01B36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3AF896B-B6C6-DE39-EE49-1824D429BB83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72C9EC92-9D66-986C-0126-925117F5E7D9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CB60C38-4F77-1C40-3CE6-19801C7F6CDE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D4B063A1-9A6E-FE24-BC1B-90081F80991F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pic>
        <p:nvPicPr>
          <p:cNvPr id="464" name="Picture 463">
            <a:extLst>
              <a:ext uri="{FF2B5EF4-FFF2-40B4-BE49-F238E27FC236}">
                <a16:creationId xmlns:a16="http://schemas.microsoft.com/office/drawing/2014/main" id="{067FCEC8-5B72-C0C4-B3FD-D71054322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65" name="Rectangle 464">
            <a:extLst>
              <a:ext uri="{FF2B5EF4-FFF2-40B4-BE49-F238E27FC236}">
                <a16:creationId xmlns:a16="http://schemas.microsoft.com/office/drawing/2014/main" id="{E6BD62F8-3DA6-0AD1-7C77-B81263D7A6A3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0AB8AF81-3050-73CD-794A-96F7B17E20C2}"/>
              </a:ext>
            </a:extLst>
          </p:cNvPr>
          <p:cNvSpPr/>
          <p:nvPr/>
        </p:nvSpPr>
        <p:spPr>
          <a:xfrm>
            <a:off x="5094818" y="309834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67FB29A8-A8C5-E85C-6924-533A319CB489}"/>
              </a:ext>
            </a:extLst>
          </p:cNvPr>
          <p:cNvSpPr/>
          <p:nvPr/>
        </p:nvSpPr>
        <p:spPr>
          <a:xfrm>
            <a:off x="5883361" y="3098342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EA680F9-32C7-B424-6EFB-B72CD0AF12C8}"/>
              </a:ext>
            </a:extLst>
          </p:cNvPr>
          <p:cNvSpPr/>
          <p:nvPr/>
        </p:nvSpPr>
        <p:spPr>
          <a:xfrm>
            <a:off x="5094818" y="2977693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0FF3151F-210C-5DCF-572B-E84A4D3FE2F8}"/>
              </a:ext>
            </a:extLst>
          </p:cNvPr>
          <p:cNvSpPr/>
          <p:nvPr/>
        </p:nvSpPr>
        <p:spPr>
          <a:xfrm>
            <a:off x="5094818" y="3464987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FC3FAA17-163D-C68C-7D59-8ED3C2AB6047}"/>
              </a:ext>
            </a:extLst>
          </p:cNvPr>
          <p:cNvSpPr/>
          <p:nvPr/>
        </p:nvSpPr>
        <p:spPr>
          <a:xfrm>
            <a:off x="5883362" y="310067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06110F40-7352-A6F0-649A-72384F9B02B9}"/>
              </a:ext>
            </a:extLst>
          </p:cNvPr>
          <p:cNvSpPr/>
          <p:nvPr/>
        </p:nvSpPr>
        <p:spPr>
          <a:xfrm>
            <a:off x="5883361" y="322135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EE93CD2F-3547-CC3F-9009-39F62B379569}"/>
              </a:ext>
            </a:extLst>
          </p:cNvPr>
          <p:cNvSpPr/>
          <p:nvPr/>
        </p:nvSpPr>
        <p:spPr>
          <a:xfrm>
            <a:off x="5883361" y="334203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F92C47B0-B54F-6594-7162-7BAA678EE59C}"/>
              </a:ext>
            </a:extLst>
          </p:cNvPr>
          <p:cNvSpPr txBox="1"/>
          <p:nvPr/>
        </p:nvSpPr>
        <p:spPr>
          <a:xfrm>
            <a:off x="5420308" y="342567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ECB562F7-82CB-9243-292A-BF84984F7F4F}"/>
              </a:ext>
            </a:extLst>
          </p:cNvPr>
          <p:cNvCxnSpPr>
            <a:cxnSpLocks/>
          </p:cNvCxnSpPr>
          <p:nvPr/>
        </p:nvCxnSpPr>
        <p:spPr>
          <a:xfrm>
            <a:off x="5601288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996AAE4F-BCAF-BACA-CE4E-C25634A857BE}"/>
              </a:ext>
            </a:extLst>
          </p:cNvPr>
          <p:cNvCxnSpPr>
            <a:cxnSpLocks/>
          </p:cNvCxnSpPr>
          <p:nvPr/>
        </p:nvCxnSpPr>
        <p:spPr>
          <a:xfrm>
            <a:off x="5729872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65FA88C7-8C1D-72EC-9C66-CB66809EE76C}"/>
              </a:ext>
            </a:extLst>
          </p:cNvPr>
          <p:cNvSpPr txBox="1"/>
          <p:nvPr/>
        </p:nvSpPr>
        <p:spPr>
          <a:xfrm>
            <a:off x="5803579" y="3085207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10AACA98-703A-1803-D216-777DB4DE3BCD}"/>
              </a:ext>
            </a:extLst>
          </p:cNvPr>
          <p:cNvSpPr txBox="1"/>
          <p:nvPr/>
        </p:nvSpPr>
        <p:spPr>
          <a:xfrm>
            <a:off x="5843034" y="320499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09BCF803-411B-931C-B3D3-6234EBF3A36C}"/>
              </a:ext>
            </a:extLst>
          </p:cNvPr>
          <p:cNvSpPr txBox="1"/>
          <p:nvPr/>
        </p:nvSpPr>
        <p:spPr>
          <a:xfrm>
            <a:off x="5813366" y="3327247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D819C9AE-8DD8-5292-1F32-268A15D10C2A}"/>
              </a:ext>
            </a:extLst>
          </p:cNvPr>
          <p:cNvSpPr txBox="1"/>
          <p:nvPr/>
        </p:nvSpPr>
        <p:spPr>
          <a:xfrm>
            <a:off x="5874867" y="3442383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565C323-509E-31A7-5383-A36D8B28BDF7}"/>
              </a:ext>
            </a:extLst>
          </p:cNvPr>
          <p:cNvSpPr/>
          <p:nvPr/>
        </p:nvSpPr>
        <p:spPr>
          <a:xfrm>
            <a:off x="5883361" y="3468434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D4DB49D1-6EBF-AD2B-A41B-5FDEE215D0B8}"/>
              </a:ext>
            </a:extLst>
          </p:cNvPr>
          <p:cNvSpPr/>
          <p:nvPr/>
        </p:nvSpPr>
        <p:spPr>
          <a:xfrm>
            <a:off x="6107012" y="322078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CB15671-5CAD-56DF-F799-EE60561E6615}"/>
              </a:ext>
            </a:extLst>
          </p:cNvPr>
          <p:cNvSpPr/>
          <p:nvPr/>
        </p:nvSpPr>
        <p:spPr>
          <a:xfrm>
            <a:off x="6107010" y="334461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81A04553-9610-F3E7-53B3-3D60594F116E}"/>
              </a:ext>
            </a:extLst>
          </p:cNvPr>
          <p:cNvSpPr txBox="1"/>
          <p:nvPr/>
        </p:nvSpPr>
        <p:spPr>
          <a:xfrm>
            <a:off x="6101052" y="320757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5F379A08-E55E-4580-CF05-1C84DBC29D1E}"/>
              </a:ext>
            </a:extLst>
          </p:cNvPr>
          <p:cNvSpPr/>
          <p:nvPr/>
        </p:nvSpPr>
        <p:spPr>
          <a:xfrm>
            <a:off x="6110184" y="297797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FE367DAF-1328-67F1-D08A-11A2F303F95C}"/>
              </a:ext>
            </a:extLst>
          </p:cNvPr>
          <p:cNvSpPr/>
          <p:nvPr/>
        </p:nvSpPr>
        <p:spPr>
          <a:xfrm>
            <a:off x="6242547" y="2977460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EE5A81E2-4716-655C-4480-E6F130B088DC}"/>
              </a:ext>
            </a:extLst>
          </p:cNvPr>
          <p:cNvSpPr/>
          <p:nvPr/>
        </p:nvSpPr>
        <p:spPr>
          <a:xfrm>
            <a:off x="5883334" y="297767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057B551E-2BA4-05DE-E26D-195941A829C6}"/>
              </a:ext>
            </a:extLst>
          </p:cNvPr>
          <p:cNvSpPr/>
          <p:nvPr/>
        </p:nvSpPr>
        <p:spPr>
          <a:xfrm>
            <a:off x="6242923" y="322172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DA34E7A8-2025-DBEC-6521-1C73021F63D9}"/>
              </a:ext>
            </a:extLst>
          </p:cNvPr>
          <p:cNvSpPr/>
          <p:nvPr/>
        </p:nvSpPr>
        <p:spPr>
          <a:xfrm>
            <a:off x="6241916" y="3344847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10EB00B3-745C-33E0-95B4-3714013ACC89}"/>
              </a:ext>
            </a:extLst>
          </p:cNvPr>
          <p:cNvSpPr/>
          <p:nvPr/>
        </p:nvSpPr>
        <p:spPr>
          <a:xfrm>
            <a:off x="6110156" y="3099416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3B78DB71-024C-C86C-2092-DADB7A36A823}"/>
              </a:ext>
            </a:extLst>
          </p:cNvPr>
          <p:cNvSpPr txBox="1"/>
          <p:nvPr/>
        </p:nvSpPr>
        <p:spPr>
          <a:xfrm>
            <a:off x="6039428" y="296136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FE7FCB67-6691-50B5-7EB0-E5152B0341BF}"/>
              </a:ext>
            </a:extLst>
          </p:cNvPr>
          <p:cNvSpPr txBox="1"/>
          <p:nvPr/>
        </p:nvSpPr>
        <p:spPr>
          <a:xfrm>
            <a:off x="6111647" y="3083469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00717795-69F5-F27D-752F-453351B75FD4}"/>
              </a:ext>
            </a:extLst>
          </p:cNvPr>
          <p:cNvSpPr txBox="1"/>
          <p:nvPr/>
        </p:nvSpPr>
        <p:spPr>
          <a:xfrm>
            <a:off x="6175458" y="2961535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165A0D61-A52C-373F-ED58-3CA886EB1793}"/>
              </a:ext>
            </a:extLst>
          </p:cNvPr>
          <p:cNvSpPr txBox="1"/>
          <p:nvPr/>
        </p:nvSpPr>
        <p:spPr>
          <a:xfrm>
            <a:off x="6236466" y="32060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95D5023E-5E57-5AFC-788E-3E98B149B690}"/>
              </a:ext>
            </a:extLst>
          </p:cNvPr>
          <p:cNvSpPr txBox="1"/>
          <p:nvPr/>
        </p:nvSpPr>
        <p:spPr>
          <a:xfrm>
            <a:off x="5027190" y="2993153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297EED23-3BA3-FD28-84E3-C97970FEB56C}"/>
              </a:ext>
            </a:extLst>
          </p:cNvPr>
          <p:cNvSpPr/>
          <p:nvPr/>
        </p:nvSpPr>
        <p:spPr>
          <a:xfrm>
            <a:off x="4308010" y="2273495"/>
            <a:ext cx="547109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FE7A94F1-95EE-EAA2-5882-A83AA9F86273}"/>
              </a:ext>
            </a:extLst>
          </p:cNvPr>
          <p:cNvSpPr txBox="1"/>
          <p:nvPr/>
        </p:nvSpPr>
        <p:spPr>
          <a:xfrm>
            <a:off x="4298381" y="2227501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Convoier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E7F5D43C-8DA3-33A7-B7C1-A33D01DA061C}"/>
              </a:ext>
            </a:extLst>
          </p:cNvPr>
          <p:cNvSpPr/>
          <p:nvPr/>
        </p:nvSpPr>
        <p:spPr>
          <a:xfrm>
            <a:off x="4304184" y="2475633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1FA3AAD6-FFF5-7F0D-6370-2F3D56CB29F3}"/>
              </a:ext>
            </a:extLst>
          </p:cNvPr>
          <p:cNvSpPr txBox="1"/>
          <p:nvPr/>
        </p:nvSpPr>
        <p:spPr>
          <a:xfrm>
            <a:off x="4328350" y="2430100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77B1F1E9-9356-4539-AA0E-39BAC115E90B}"/>
              </a:ext>
            </a:extLst>
          </p:cNvPr>
          <p:cNvSpPr/>
          <p:nvPr/>
        </p:nvSpPr>
        <p:spPr>
          <a:xfrm>
            <a:off x="4304396" y="2677771"/>
            <a:ext cx="558376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66023918-73DD-8B91-544E-FE5E1202ED52}"/>
              </a:ext>
            </a:extLst>
          </p:cNvPr>
          <p:cNvSpPr txBox="1"/>
          <p:nvPr/>
        </p:nvSpPr>
        <p:spPr>
          <a:xfrm>
            <a:off x="4219021" y="2628013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CNC machine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CDCC92B4-4B51-397C-528F-0BC00765461F}"/>
              </a:ext>
            </a:extLst>
          </p:cNvPr>
          <p:cNvSpPr/>
          <p:nvPr/>
        </p:nvSpPr>
        <p:spPr>
          <a:xfrm>
            <a:off x="4248962" y="5160159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D5C740F9-DAE1-75B0-7814-ABE6BF912BD8}"/>
              </a:ext>
            </a:extLst>
          </p:cNvPr>
          <p:cNvSpPr/>
          <p:nvPr/>
        </p:nvSpPr>
        <p:spPr>
          <a:xfrm>
            <a:off x="4246268" y="5160807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50271652-2918-07FC-98EF-DA1855B72FA9}"/>
              </a:ext>
            </a:extLst>
          </p:cNvPr>
          <p:cNvSpPr/>
          <p:nvPr/>
        </p:nvSpPr>
        <p:spPr>
          <a:xfrm>
            <a:off x="4248093" y="5409164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AF05968E-8B6C-9185-BF28-FCFA9BC82395}"/>
              </a:ext>
            </a:extLst>
          </p:cNvPr>
          <p:cNvSpPr/>
          <p:nvPr/>
        </p:nvSpPr>
        <p:spPr>
          <a:xfrm>
            <a:off x="4631055" y="528051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E22C9E9B-D155-A3FB-EAB9-B1571CD78EE1}"/>
              </a:ext>
            </a:extLst>
          </p:cNvPr>
          <p:cNvSpPr/>
          <p:nvPr/>
        </p:nvSpPr>
        <p:spPr>
          <a:xfrm>
            <a:off x="4631055" y="5405956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CBCF5E56-F5CB-5BC6-286D-FAA70A9687B0}"/>
              </a:ext>
            </a:extLst>
          </p:cNvPr>
          <p:cNvSpPr txBox="1"/>
          <p:nvPr/>
        </p:nvSpPr>
        <p:spPr>
          <a:xfrm>
            <a:off x="4553665" y="5270273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AFEF38A2-25D9-B0A8-F7A9-DF28618CCDA9}"/>
              </a:ext>
            </a:extLst>
          </p:cNvPr>
          <p:cNvSpPr txBox="1"/>
          <p:nvPr/>
        </p:nvSpPr>
        <p:spPr>
          <a:xfrm>
            <a:off x="4545501" y="5397653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88C3F28B-E126-158F-3008-265C31DA659F}"/>
              </a:ext>
            </a:extLst>
          </p:cNvPr>
          <p:cNvSpPr/>
          <p:nvPr/>
        </p:nvSpPr>
        <p:spPr>
          <a:xfrm>
            <a:off x="4733262" y="5405387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4E8E5A2F-75CD-6DA0-418C-B0D9156B4BC1}"/>
              </a:ext>
            </a:extLst>
          </p:cNvPr>
          <p:cNvSpPr txBox="1"/>
          <p:nvPr/>
        </p:nvSpPr>
        <p:spPr>
          <a:xfrm>
            <a:off x="4714613" y="539060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18EE6086-3463-0053-68E1-1FB5322F900D}"/>
              </a:ext>
            </a:extLst>
          </p:cNvPr>
          <p:cNvSpPr/>
          <p:nvPr/>
        </p:nvSpPr>
        <p:spPr>
          <a:xfrm>
            <a:off x="4738816" y="5162575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CF1847CA-C713-9A1F-604D-B2809E2DAB06}"/>
              </a:ext>
            </a:extLst>
          </p:cNvPr>
          <p:cNvSpPr/>
          <p:nvPr/>
        </p:nvSpPr>
        <p:spPr>
          <a:xfrm>
            <a:off x="4840222" y="5162063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E5B22568-35A6-79B1-900C-C4BC857EE75F}"/>
              </a:ext>
            </a:extLst>
          </p:cNvPr>
          <p:cNvSpPr/>
          <p:nvPr/>
        </p:nvSpPr>
        <p:spPr>
          <a:xfrm>
            <a:off x="4632675" y="5161614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684FC0C8-4B79-A994-8315-31D4177152BA}"/>
              </a:ext>
            </a:extLst>
          </p:cNvPr>
          <p:cNvSpPr/>
          <p:nvPr/>
        </p:nvSpPr>
        <p:spPr>
          <a:xfrm>
            <a:off x="4833454" y="5406328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F001D7CB-C422-AEFE-5EC2-CC382CAC08BA}"/>
              </a:ext>
            </a:extLst>
          </p:cNvPr>
          <p:cNvSpPr/>
          <p:nvPr/>
        </p:nvSpPr>
        <p:spPr>
          <a:xfrm>
            <a:off x="4738788" y="5281638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E6BB2A7C-9364-3253-3C87-C09C81FD53A9}"/>
              </a:ext>
            </a:extLst>
          </p:cNvPr>
          <p:cNvSpPr txBox="1"/>
          <p:nvPr/>
        </p:nvSpPr>
        <p:spPr>
          <a:xfrm>
            <a:off x="4660985" y="5142190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AE6A51D8-B89A-E09E-8DC3-21E7E316588E}"/>
              </a:ext>
            </a:extLst>
          </p:cNvPr>
          <p:cNvSpPr txBox="1"/>
          <p:nvPr/>
        </p:nvSpPr>
        <p:spPr>
          <a:xfrm>
            <a:off x="4703360" y="5274982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132ABB3D-FD01-C492-62F8-23B84FB1CDF0}"/>
              </a:ext>
            </a:extLst>
          </p:cNvPr>
          <p:cNvSpPr txBox="1"/>
          <p:nvPr/>
        </p:nvSpPr>
        <p:spPr>
          <a:xfrm>
            <a:off x="4755564" y="5151444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D0849F8C-D082-ABC3-D0DB-96D826856CCA}"/>
              </a:ext>
            </a:extLst>
          </p:cNvPr>
          <p:cNvSpPr txBox="1"/>
          <p:nvPr/>
        </p:nvSpPr>
        <p:spPr>
          <a:xfrm>
            <a:off x="4806216" y="539298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FA6D2CED-1959-4D8F-B2CF-8F2C72340268}"/>
              </a:ext>
            </a:extLst>
          </p:cNvPr>
          <p:cNvSpPr txBox="1"/>
          <p:nvPr/>
        </p:nvSpPr>
        <p:spPr>
          <a:xfrm>
            <a:off x="4215651" y="5167955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45B45E49-1D72-316C-5AEB-AF1D4089CDD7}"/>
              </a:ext>
            </a:extLst>
          </p:cNvPr>
          <p:cNvSpPr/>
          <p:nvPr/>
        </p:nvSpPr>
        <p:spPr>
          <a:xfrm>
            <a:off x="4295895" y="2903501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894B9C79-41C2-79B3-5B10-15CE4F139B1B}"/>
              </a:ext>
            </a:extLst>
          </p:cNvPr>
          <p:cNvSpPr txBox="1"/>
          <p:nvPr/>
        </p:nvSpPr>
        <p:spPr>
          <a:xfrm>
            <a:off x="4320061" y="2857968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BF08F2D5-272E-9CBE-BD3B-DBBAD025AB5B}"/>
              </a:ext>
            </a:extLst>
          </p:cNvPr>
          <p:cNvSpPr/>
          <p:nvPr/>
        </p:nvSpPr>
        <p:spPr>
          <a:xfrm>
            <a:off x="3461577" y="548724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D5FD2662-4DB7-8D4E-2709-47FF95C1FD96}"/>
              </a:ext>
            </a:extLst>
          </p:cNvPr>
          <p:cNvSpPr/>
          <p:nvPr/>
        </p:nvSpPr>
        <p:spPr>
          <a:xfrm>
            <a:off x="3458883" y="548789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D447A677-E37B-7FB5-243D-70D5B804A7E7}"/>
              </a:ext>
            </a:extLst>
          </p:cNvPr>
          <p:cNvSpPr/>
          <p:nvPr/>
        </p:nvSpPr>
        <p:spPr>
          <a:xfrm>
            <a:off x="3460708" y="573625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AC142FAF-4B3D-D22B-DBF1-46D10A1B2082}"/>
              </a:ext>
            </a:extLst>
          </p:cNvPr>
          <p:cNvSpPr/>
          <p:nvPr/>
        </p:nvSpPr>
        <p:spPr>
          <a:xfrm>
            <a:off x="3843670" y="560760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5" name="Rectangle 1384">
            <a:extLst>
              <a:ext uri="{FF2B5EF4-FFF2-40B4-BE49-F238E27FC236}">
                <a16:creationId xmlns:a16="http://schemas.microsoft.com/office/drawing/2014/main" id="{9ACD4963-3AF2-692E-83D4-7C26ABAC4C83}"/>
              </a:ext>
            </a:extLst>
          </p:cNvPr>
          <p:cNvSpPr/>
          <p:nvPr/>
        </p:nvSpPr>
        <p:spPr>
          <a:xfrm>
            <a:off x="3843670" y="573304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CEDA0BA0-DF24-6DBE-ED6B-448C9BE68095}"/>
              </a:ext>
            </a:extLst>
          </p:cNvPr>
          <p:cNvSpPr txBox="1"/>
          <p:nvPr/>
        </p:nvSpPr>
        <p:spPr>
          <a:xfrm>
            <a:off x="3766280" y="559735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1B63FF28-AA41-63CB-98BA-786A2E93545D}"/>
              </a:ext>
            </a:extLst>
          </p:cNvPr>
          <p:cNvSpPr txBox="1"/>
          <p:nvPr/>
        </p:nvSpPr>
        <p:spPr>
          <a:xfrm>
            <a:off x="3758116" y="572473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F9C100BC-575B-5B38-6733-3AD3A4D1B52A}"/>
              </a:ext>
            </a:extLst>
          </p:cNvPr>
          <p:cNvSpPr/>
          <p:nvPr/>
        </p:nvSpPr>
        <p:spPr>
          <a:xfrm>
            <a:off x="3945877" y="573247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5324BBC3-4AC2-3AF1-4947-DAD3BFF53061}"/>
              </a:ext>
            </a:extLst>
          </p:cNvPr>
          <p:cNvSpPr txBox="1"/>
          <p:nvPr/>
        </p:nvSpPr>
        <p:spPr>
          <a:xfrm>
            <a:off x="3927228" y="571769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4F5F3B11-F8C0-7E51-2516-4809A429B35E}"/>
              </a:ext>
            </a:extLst>
          </p:cNvPr>
          <p:cNvSpPr/>
          <p:nvPr/>
        </p:nvSpPr>
        <p:spPr>
          <a:xfrm>
            <a:off x="3951431" y="548966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4044AD1D-785F-2BC1-B757-A9B40E795AE6}"/>
              </a:ext>
            </a:extLst>
          </p:cNvPr>
          <p:cNvSpPr/>
          <p:nvPr/>
        </p:nvSpPr>
        <p:spPr>
          <a:xfrm>
            <a:off x="4052837" y="548914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6EBB4169-10F2-8580-FCD3-0705B5514741}"/>
              </a:ext>
            </a:extLst>
          </p:cNvPr>
          <p:cNvSpPr/>
          <p:nvPr/>
        </p:nvSpPr>
        <p:spPr>
          <a:xfrm>
            <a:off x="3845290" y="548870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A8EAC415-6A2C-78F5-591D-B8B070F3421A}"/>
              </a:ext>
            </a:extLst>
          </p:cNvPr>
          <p:cNvSpPr/>
          <p:nvPr/>
        </p:nvSpPr>
        <p:spPr>
          <a:xfrm>
            <a:off x="4046069" y="573341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08E018FC-71FB-203B-4435-F05AD6E2F5D7}"/>
              </a:ext>
            </a:extLst>
          </p:cNvPr>
          <p:cNvSpPr/>
          <p:nvPr/>
        </p:nvSpPr>
        <p:spPr>
          <a:xfrm>
            <a:off x="3951403" y="560872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626A1EAD-78C8-49C7-1BC8-7475AE2438DE}"/>
              </a:ext>
            </a:extLst>
          </p:cNvPr>
          <p:cNvSpPr txBox="1"/>
          <p:nvPr/>
        </p:nvSpPr>
        <p:spPr>
          <a:xfrm>
            <a:off x="3873600" y="546927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61563832-C94D-1B43-32A4-5E9E2328EDC7}"/>
              </a:ext>
            </a:extLst>
          </p:cNvPr>
          <p:cNvSpPr txBox="1"/>
          <p:nvPr/>
        </p:nvSpPr>
        <p:spPr>
          <a:xfrm>
            <a:off x="3915975" y="560206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C7BC6A3F-8D82-5334-9C22-E75728914100}"/>
              </a:ext>
            </a:extLst>
          </p:cNvPr>
          <p:cNvSpPr txBox="1"/>
          <p:nvPr/>
        </p:nvSpPr>
        <p:spPr>
          <a:xfrm>
            <a:off x="3968179" y="547853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FB7F5D99-F4F9-38C0-4F37-2EEC0407DCC0}"/>
              </a:ext>
            </a:extLst>
          </p:cNvPr>
          <p:cNvSpPr txBox="1"/>
          <p:nvPr/>
        </p:nvSpPr>
        <p:spPr>
          <a:xfrm>
            <a:off x="4018831" y="572007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8FBC573E-A9E6-15D3-D15E-175E4B3F7DE7}"/>
              </a:ext>
            </a:extLst>
          </p:cNvPr>
          <p:cNvSpPr txBox="1"/>
          <p:nvPr/>
        </p:nvSpPr>
        <p:spPr>
          <a:xfrm>
            <a:off x="3428266" y="549504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3F7DB156-BFFD-FBB3-5ABB-ADF2DD00EB61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6" name="Straight Connector 108">
            <a:extLst>
              <a:ext uri="{FF2B5EF4-FFF2-40B4-BE49-F238E27FC236}">
                <a16:creationId xmlns:a16="http://schemas.microsoft.com/office/drawing/2014/main" id="{97892125-FDA0-3925-CAF7-9E9F59945A54}"/>
              </a:ext>
            </a:extLst>
          </p:cNvPr>
          <p:cNvCxnSpPr>
            <a:cxnSpLocks/>
          </p:cNvCxnSpPr>
          <p:nvPr/>
        </p:nvCxnSpPr>
        <p:spPr>
          <a:xfrm>
            <a:off x="4270375" y="2428064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388">
            <a:extLst>
              <a:ext uri="{FF2B5EF4-FFF2-40B4-BE49-F238E27FC236}">
                <a16:creationId xmlns:a16="http://schemas.microsoft.com/office/drawing/2014/main" id="{9E4A05B8-97A5-D437-70EB-D4B98183224A}"/>
              </a:ext>
            </a:extLst>
          </p:cNvPr>
          <p:cNvCxnSpPr>
            <a:cxnSpLocks/>
          </p:cNvCxnSpPr>
          <p:nvPr/>
        </p:nvCxnSpPr>
        <p:spPr>
          <a:xfrm>
            <a:off x="4264025" y="2636072"/>
            <a:ext cx="69523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42">
            <a:extLst>
              <a:ext uri="{FF2B5EF4-FFF2-40B4-BE49-F238E27FC236}">
                <a16:creationId xmlns:a16="http://schemas.microsoft.com/office/drawing/2014/main" id="{8BC3DA09-5D41-4DF8-46B7-6A0F6826800A}"/>
              </a:ext>
            </a:extLst>
          </p:cNvPr>
          <p:cNvCxnSpPr>
            <a:cxnSpLocks/>
          </p:cNvCxnSpPr>
          <p:nvPr/>
        </p:nvCxnSpPr>
        <p:spPr>
          <a:xfrm>
            <a:off x="4274863" y="2842036"/>
            <a:ext cx="69122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84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C39E-C462-9592-A9AE-C1A56CBB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5A28DA-B596-03BC-6601-C3E695CE1D51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AA6FBBB-324B-EB81-A164-84F7A18ADCF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0067C26-F8BA-6609-6CFF-500C41B570C3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18E7439-027E-F293-5E58-C03930CFCF97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B18862-319A-4C26-C3A2-E9F2BAF1F288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BDDB445-41F1-CE5A-2597-ABA5D8191BD6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60EB228-8008-DDDC-3FB2-408A9CD1C982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39E7762-77E5-FCE2-B40F-867F6B35904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90BA5E-5AAB-8132-EEF6-C15C2FA0B8F1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93F938B-30AB-798C-75F0-014BBBE845B6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CD811F9-372A-18CF-E3EB-F103BBBD9EED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69FBB3C-D762-8ABF-F452-BC97065E40C9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B085203-519D-10F5-E4B0-4DCD799DE7B0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A54D2B13-AD0F-58A4-CF6D-7F3971B29A71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6997545-3A54-6F58-1CE9-A94FD0125AC7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67ADAAB7-0B0C-634A-D899-EF29A07DE6F2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BDF36DBA-EE56-D8B8-3462-FDAFB8491428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098BAB5-75C2-E60E-F859-9F21D4D61D4A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B326E3A8-1769-40E9-ED75-0670C6BD1930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6A52F9CE-F59A-368D-B652-0109345D3E04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97107A57-B30E-F1B1-A216-E5A7BFBAE539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E266326-8BFE-281C-11EC-A368B51AE252}"/>
              </a:ext>
            </a:extLst>
          </p:cNvPr>
          <p:cNvCxnSpPr>
            <a:cxnSpLocks/>
          </p:cNvCxnSpPr>
          <p:nvPr/>
        </p:nvCxnSpPr>
        <p:spPr>
          <a:xfrm>
            <a:off x="4270375" y="2428064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1388">
            <a:extLst>
              <a:ext uri="{FF2B5EF4-FFF2-40B4-BE49-F238E27FC236}">
                <a16:creationId xmlns:a16="http://schemas.microsoft.com/office/drawing/2014/main" id="{E7B85A7B-5E4F-6E5E-A975-67E116F46969}"/>
              </a:ext>
            </a:extLst>
          </p:cNvPr>
          <p:cNvCxnSpPr>
            <a:cxnSpLocks/>
          </p:cNvCxnSpPr>
          <p:nvPr/>
        </p:nvCxnSpPr>
        <p:spPr>
          <a:xfrm>
            <a:off x="4264025" y="2636072"/>
            <a:ext cx="69523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>
            <a:extLst>
              <a:ext uri="{FF2B5EF4-FFF2-40B4-BE49-F238E27FC236}">
                <a16:creationId xmlns:a16="http://schemas.microsoft.com/office/drawing/2014/main" id="{F04651A8-9672-931B-0E73-DE04E3937B9B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E6ABA9F9-0E79-0CD1-6BEC-E00AA79EF1AF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49F8846F-ABD6-83E1-5308-610F8690BEE5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B4B7F761-4EA9-21AB-FF68-D3F923CCF00C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753BA494-8847-9380-6FE9-30DC9B4637FF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13F370C1-487E-8E8D-B618-ED0E987B6DA4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6BB2E4-B972-4A16-9A42-5B4886442789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D70996-8E61-F67E-C8F9-6CDD23434C25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105BA9-0A49-EB7C-AC65-6DA63F501E31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76A3F8-0983-2082-EDC2-AFC6304CE8F3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428B4E-FA23-E1EC-FDD9-AD88BEC3BE13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DCFC7C-4425-F666-EE4C-982CAA8DDD3D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29E2E7-49F0-1A1C-4B8B-BD3237944409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D3DE21-93D6-842A-FBFC-C63B51F2151A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E8CF6B-6105-6AF9-FED7-2EBE2F57B7A9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72096A4-B414-2AEC-B3D7-350CC2F97EE0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0695F7-CC31-CE90-7938-D0C71E09C6F5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1F6571-9819-BE22-2F25-7E8411D366FD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F83D6540-0D07-A1BA-74FB-7F55C6958D15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E71B2B-988B-D7A6-C72D-237E50EC372F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6B1DC4D8-9688-F95C-8DE4-82A6504BC45E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B2CB73-BB2F-2835-C2A5-438524DEB15E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0D4F9B-F447-3046-C826-8BDEB9309673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D292C1-5E68-F1F4-DBC5-A2C1C22F3138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60694D-01C3-5934-D37D-AC76ECF08D82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96F63DF-49C8-D51F-8BB7-1A28C5A0F38C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459AE346-2EFE-3002-1CBB-529E5D58CF10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B1D6205E-5815-11FA-7050-496F40A20771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3294D701-B1C3-4351-829F-ACAA92CD9E7E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E66B3000-AAE0-F25C-9554-B7F76182C575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2945EDF1-37C5-79F9-1B3F-CD33763BD679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81D43DE2-A933-F404-514B-4EEFA4F1A82B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73E7E213-D3BE-134C-3F90-B6B4856F452F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DDBCD0B-8CE7-1C03-2C52-BFC4796655FE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pic>
        <p:nvPicPr>
          <p:cNvPr id="464" name="Picture 463">
            <a:extLst>
              <a:ext uri="{FF2B5EF4-FFF2-40B4-BE49-F238E27FC236}">
                <a16:creationId xmlns:a16="http://schemas.microsoft.com/office/drawing/2014/main" id="{3C480E3F-8A3B-EC04-96C3-6DD28543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65" name="Rectangle 464">
            <a:extLst>
              <a:ext uri="{FF2B5EF4-FFF2-40B4-BE49-F238E27FC236}">
                <a16:creationId xmlns:a16="http://schemas.microsoft.com/office/drawing/2014/main" id="{C64A5EEE-C205-5132-9AAA-6639E1238D62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325EB3-5E65-F856-C661-4FAE1102D742}"/>
              </a:ext>
            </a:extLst>
          </p:cNvPr>
          <p:cNvCxnSpPr>
            <a:cxnSpLocks/>
          </p:cNvCxnSpPr>
          <p:nvPr/>
        </p:nvCxnSpPr>
        <p:spPr>
          <a:xfrm>
            <a:off x="4274863" y="2842036"/>
            <a:ext cx="69122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" name="Rectangle 459">
            <a:extLst>
              <a:ext uri="{FF2B5EF4-FFF2-40B4-BE49-F238E27FC236}">
                <a16:creationId xmlns:a16="http://schemas.microsoft.com/office/drawing/2014/main" id="{4E7FE598-9A2C-73B3-A077-8095943A47DB}"/>
              </a:ext>
            </a:extLst>
          </p:cNvPr>
          <p:cNvSpPr/>
          <p:nvPr/>
        </p:nvSpPr>
        <p:spPr>
          <a:xfrm>
            <a:off x="5094818" y="309834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51BF8C7C-92B5-0148-6F3D-34C4F18B473C}"/>
              </a:ext>
            </a:extLst>
          </p:cNvPr>
          <p:cNvSpPr/>
          <p:nvPr/>
        </p:nvSpPr>
        <p:spPr>
          <a:xfrm>
            <a:off x="5883361" y="3098342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B32DEF6-EABB-085A-DD30-D52460678BC5}"/>
              </a:ext>
            </a:extLst>
          </p:cNvPr>
          <p:cNvSpPr/>
          <p:nvPr/>
        </p:nvSpPr>
        <p:spPr>
          <a:xfrm>
            <a:off x="5094818" y="2977693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6D306CE3-004B-27A1-036C-E4069C24242D}"/>
              </a:ext>
            </a:extLst>
          </p:cNvPr>
          <p:cNvSpPr/>
          <p:nvPr/>
        </p:nvSpPr>
        <p:spPr>
          <a:xfrm>
            <a:off x="5094818" y="3464987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3BBE521C-D1F2-6D3B-E599-58F7C6F283E8}"/>
              </a:ext>
            </a:extLst>
          </p:cNvPr>
          <p:cNvSpPr/>
          <p:nvPr/>
        </p:nvSpPr>
        <p:spPr>
          <a:xfrm>
            <a:off x="5883362" y="310067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72A7E872-C3B0-60C4-4EE4-9E44C38D7364}"/>
              </a:ext>
            </a:extLst>
          </p:cNvPr>
          <p:cNvSpPr/>
          <p:nvPr/>
        </p:nvSpPr>
        <p:spPr>
          <a:xfrm>
            <a:off x="5883361" y="322135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9E0CE99A-C1AF-0044-F77B-E6E076DEDF93}"/>
              </a:ext>
            </a:extLst>
          </p:cNvPr>
          <p:cNvSpPr/>
          <p:nvPr/>
        </p:nvSpPr>
        <p:spPr>
          <a:xfrm>
            <a:off x="5883361" y="334203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684D1AC3-A179-20B3-3BEB-5B53AA19FB6E}"/>
              </a:ext>
            </a:extLst>
          </p:cNvPr>
          <p:cNvSpPr txBox="1"/>
          <p:nvPr/>
        </p:nvSpPr>
        <p:spPr>
          <a:xfrm>
            <a:off x="5420308" y="342567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A1E0BBEF-CFCB-D938-2F6C-B8CE42D14CB6}"/>
              </a:ext>
            </a:extLst>
          </p:cNvPr>
          <p:cNvCxnSpPr>
            <a:cxnSpLocks/>
          </p:cNvCxnSpPr>
          <p:nvPr/>
        </p:nvCxnSpPr>
        <p:spPr>
          <a:xfrm>
            <a:off x="5601288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65DECB8-65A7-D63D-EB2A-B8EE685B5482}"/>
              </a:ext>
            </a:extLst>
          </p:cNvPr>
          <p:cNvCxnSpPr>
            <a:cxnSpLocks/>
          </p:cNvCxnSpPr>
          <p:nvPr/>
        </p:nvCxnSpPr>
        <p:spPr>
          <a:xfrm>
            <a:off x="5729872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36E3414F-B120-5F6D-85E1-6301F29E481C}"/>
              </a:ext>
            </a:extLst>
          </p:cNvPr>
          <p:cNvSpPr txBox="1"/>
          <p:nvPr/>
        </p:nvSpPr>
        <p:spPr>
          <a:xfrm>
            <a:off x="5803579" y="3085207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E38318B6-1CC8-775C-9917-27B266557754}"/>
              </a:ext>
            </a:extLst>
          </p:cNvPr>
          <p:cNvSpPr txBox="1"/>
          <p:nvPr/>
        </p:nvSpPr>
        <p:spPr>
          <a:xfrm>
            <a:off x="5843034" y="320499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5E54E942-0EC3-EF8B-D66B-F6B7AC57B381}"/>
              </a:ext>
            </a:extLst>
          </p:cNvPr>
          <p:cNvSpPr txBox="1"/>
          <p:nvPr/>
        </p:nvSpPr>
        <p:spPr>
          <a:xfrm>
            <a:off x="5813366" y="3327247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45A7309-1D5D-2162-F3BE-37932708449D}"/>
              </a:ext>
            </a:extLst>
          </p:cNvPr>
          <p:cNvSpPr txBox="1"/>
          <p:nvPr/>
        </p:nvSpPr>
        <p:spPr>
          <a:xfrm>
            <a:off x="5874867" y="3442383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AF293D57-5294-E431-F239-69AF6D182AED}"/>
              </a:ext>
            </a:extLst>
          </p:cNvPr>
          <p:cNvSpPr/>
          <p:nvPr/>
        </p:nvSpPr>
        <p:spPr>
          <a:xfrm>
            <a:off x="5883361" y="3468434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F1AFE893-EF4A-CDCF-73A9-716035F5C720}"/>
              </a:ext>
            </a:extLst>
          </p:cNvPr>
          <p:cNvSpPr/>
          <p:nvPr/>
        </p:nvSpPr>
        <p:spPr>
          <a:xfrm>
            <a:off x="6107012" y="322078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ECD3CECD-A3AA-7428-C385-A81D06C3FFCF}"/>
              </a:ext>
            </a:extLst>
          </p:cNvPr>
          <p:cNvSpPr/>
          <p:nvPr/>
        </p:nvSpPr>
        <p:spPr>
          <a:xfrm>
            <a:off x="6107010" y="334461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5216E791-A94B-8CB3-E850-1A08A85E802C}"/>
              </a:ext>
            </a:extLst>
          </p:cNvPr>
          <p:cNvSpPr txBox="1"/>
          <p:nvPr/>
        </p:nvSpPr>
        <p:spPr>
          <a:xfrm>
            <a:off x="6101052" y="320757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14434A9-D9A8-57CC-32C8-303A6327E619}"/>
              </a:ext>
            </a:extLst>
          </p:cNvPr>
          <p:cNvSpPr/>
          <p:nvPr/>
        </p:nvSpPr>
        <p:spPr>
          <a:xfrm>
            <a:off x="6110184" y="297797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28E0260-122E-D243-2F65-41F9C688180D}"/>
              </a:ext>
            </a:extLst>
          </p:cNvPr>
          <p:cNvSpPr/>
          <p:nvPr/>
        </p:nvSpPr>
        <p:spPr>
          <a:xfrm>
            <a:off x="6242547" y="2977460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06AB416-EC53-1ADE-B8D8-8F1BA320FF84}"/>
              </a:ext>
            </a:extLst>
          </p:cNvPr>
          <p:cNvSpPr/>
          <p:nvPr/>
        </p:nvSpPr>
        <p:spPr>
          <a:xfrm>
            <a:off x="5883334" y="297767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498C67B6-B156-AF39-FE68-5BCA49CE69BE}"/>
              </a:ext>
            </a:extLst>
          </p:cNvPr>
          <p:cNvSpPr/>
          <p:nvPr/>
        </p:nvSpPr>
        <p:spPr>
          <a:xfrm>
            <a:off x="6242923" y="322172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468D7490-DFAF-FE0B-4855-484FF995EC9A}"/>
              </a:ext>
            </a:extLst>
          </p:cNvPr>
          <p:cNvSpPr/>
          <p:nvPr/>
        </p:nvSpPr>
        <p:spPr>
          <a:xfrm>
            <a:off x="6241916" y="3344847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0E5E7B67-74F3-E7DA-CDE3-FD2CFA4B27BE}"/>
              </a:ext>
            </a:extLst>
          </p:cNvPr>
          <p:cNvSpPr/>
          <p:nvPr/>
        </p:nvSpPr>
        <p:spPr>
          <a:xfrm>
            <a:off x="6110156" y="3099416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C266013F-95D3-E5EE-CBE4-0A6BC267945A}"/>
              </a:ext>
            </a:extLst>
          </p:cNvPr>
          <p:cNvSpPr txBox="1"/>
          <p:nvPr/>
        </p:nvSpPr>
        <p:spPr>
          <a:xfrm>
            <a:off x="6039428" y="296136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066A1DE7-7C35-FE01-D93C-B0D2FBAB9B9D}"/>
              </a:ext>
            </a:extLst>
          </p:cNvPr>
          <p:cNvSpPr txBox="1"/>
          <p:nvPr/>
        </p:nvSpPr>
        <p:spPr>
          <a:xfrm>
            <a:off x="6111647" y="3083469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7C6273E7-9AE5-3AB9-1CA0-8B05EBA9929E}"/>
              </a:ext>
            </a:extLst>
          </p:cNvPr>
          <p:cNvSpPr txBox="1"/>
          <p:nvPr/>
        </p:nvSpPr>
        <p:spPr>
          <a:xfrm>
            <a:off x="6175458" y="2961535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82021E3E-D3A1-8FC7-2838-27E8A1DBEEF2}"/>
              </a:ext>
            </a:extLst>
          </p:cNvPr>
          <p:cNvSpPr txBox="1"/>
          <p:nvPr/>
        </p:nvSpPr>
        <p:spPr>
          <a:xfrm>
            <a:off x="6236466" y="32060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AA61AD85-FDEE-FD70-4C9C-D5203DD01634}"/>
              </a:ext>
            </a:extLst>
          </p:cNvPr>
          <p:cNvSpPr txBox="1"/>
          <p:nvPr/>
        </p:nvSpPr>
        <p:spPr>
          <a:xfrm>
            <a:off x="5027190" y="2993153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0D5550D-7FFA-D324-774E-14B02687416D}"/>
              </a:ext>
            </a:extLst>
          </p:cNvPr>
          <p:cNvSpPr/>
          <p:nvPr/>
        </p:nvSpPr>
        <p:spPr>
          <a:xfrm>
            <a:off x="4308010" y="2273495"/>
            <a:ext cx="547109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8253E9F0-469C-1AD2-47AE-3C9972013BB1}"/>
              </a:ext>
            </a:extLst>
          </p:cNvPr>
          <p:cNvSpPr txBox="1"/>
          <p:nvPr/>
        </p:nvSpPr>
        <p:spPr>
          <a:xfrm>
            <a:off x="4298381" y="2227501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Convoier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99BE610C-9E8D-EA6D-E075-C62DD26DC369}"/>
              </a:ext>
            </a:extLst>
          </p:cNvPr>
          <p:cNvSpPr/>
          <p:nvPr/>
        </p:nvSpPr>
        <p:spPr>
          <a:xfrm>
            <a:off x="4304184" y="2475633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9CE3EAB9-34D0-0136-FB25-6BE789DF9B06}"/>
              </a:ext>
            </a:extLst>
          </p:cNvPr>
          <p:cNvSpPr txBox="1"/>
          <p:nvPr/>
        </p:nvSpPr>
        <p:spPr>
          <a:xfrm>
            <a:off x="4328350" y="2430100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25B121A1-D72A-9C6F-7E2A-8A150036CDC8}"/>
              </a:ext>
            </a:extLst>
          </p:cNvPr>
          <p:cNvSpPr/>
          <p:nvPr/>
        </p:nvSpPr>
        <p:spPr>
          <a:xfrm>
            <a:off x="4304396" y="2677771"/>
            <a:ext cx="558376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8AC0ADC2-3BA5-C0FA-E65F-8518DA433F30}"/>
              </a:ext>
            </a:extLst>
          </p:cNvPr>
          <p:cNvSpPr txBox="1"/>
          <p:nvPr/>
        </p:nvSpPr>
        <p:spPr>
          <a:xfrm>
            <a:off x="4219021" y="2628013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CNC machine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F3F2DD7A-C94A-F6D9-F2AE-798EF3D020A1}"/>
              </a:ext>
            </a:extLst>
          </p:cNvPr>
          <p:cNvSpPr/>
          <p:nvPr/>
        </p:nvSpPr>
        <p:spPr>
          <a:xfrm>
            <a:off x="4248962" y="5160159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4CFD1722-AE5B-F257-6B81-F0F848962929}"/>
              </a:ext>
            </a:extLst>
          </p:cNvPr>
          <p:cNvSpPr/>
          <p:nvPr/>
        </p:nvSpPr>
        <p:spPr>
          <a:xfrm>
            <a:off x="4246268" y="5160807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432889C-869C-2FAA-4623-D6D4C027EA16}"/>
              </a:ext>
            </a:extLst>
          </p:cNvPr>
          <p:cNvSpPr/>
          <p:nvPr/>
        </p:nvSpPr>
        <p:spPr>
          <a:xfrm>
            <a:off x="4248093" y="5409164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516CB9C0-1931-8B17-5A35-73C11FB65530}"/>
              </a:ext>
            </a:extLst>
          </p:cNvPr>
          <p:cNvSpPr/>
          <p:nvPr/>
        </p:nvSpPr>
        <p:spPr>
          <a:xfrm>
            <a:off x="4631055" y="528051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EDFF66C3-F59D-195F-7B60-200471A78A51}"/>
              </a:ext>
            </a:extLst>
          </p:cNvPr>
          <p:cNvSpPr/>
          <p:nvPr/>
        </p:nvSpPr>
        <p:spPr>
          <a:xfrm>
            <a:off x="4631055" y="5405956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74B262D5-2D61-2CD6-CDC9-B911BB861A0F}"/>
              </a:ext>
            </a:extLst>
          </p:cNvPr>
          <p:cNvSpPr txBox="1"/>
          <p:nvPr/>
        </p:nvSpPr>
        <p:spPr>
          <a:xfrm>
            <a:off x="4553665" y="5270273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E3C4C693-7B3A-BCC2-A1B9-883B43F94EB3}"/>
              </a:ext>
            </a:extLst>
          </p:cNvPr>
          <p:cNvSpPr txBox="1"/>
          <p:nvPr/>
        </p:nvSpPr>
        <p:spPr>
          <a:xfrm>
            <a:off x="4545501" y="5397653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140CEAC3-5877-933B-C942-27C894791F4B}"/>
              </a:ext>
            </a:extLst>
          </p:cNvPr>
          <p:cNvSpPr/>
          <p:nvPr/>
        </p:nvSpPr>
        <p:spPr>
          <a:xfrm>
            <a:off x="4733262" y="5405387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CE130604-B9EA-CBDF-CBFC-64F4A91ED9EE}"/>
              </a:ext>
            </a:extLst>
          </p:cNvPr>
          <p:cNvSpPr txBox="1"/>
          <p:nvPr/>
        </p:nvSpPr>
        <p:spPr>
          <a:xfrm>
            <a:off x="4714613" y="539060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777E8552-B4E2-4EDD-225F-2A7D20F465F2}"/>
              </a:ext>
            </a:extLst>
          </p:cNvPr>
          <p:cNvSpPr/>
          <p:nvPr/>
        </p:nvSpPr>
        <p:spPr>
          <a:xfrm>
            <a:off x="4738816" y="5162575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D3C65E38-ED11-7C17-E12F-5025346EEF68}"/>
              </a:ext>
            </a:extLst>
          </p:cNvPr>
          <p:cNvSpPr/>
          <p:nvPr/>
        </p:nvSpPr>
        <p:spPr>
          <a:xfrm>
            <a:off x="4840222" y="5162063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6AE70477-7D0C-EBB0-8346-D212147B3BD3}"/>
              </a:ext>
            </a:extLst>
          </p:cNvPr>
          <p:cNvSpPr/>
          <p:nvPr/>
        </p:nvSpPr>
        <p:spPr>
          <a:xfrm>
            <a:off x="4632675" y="5161614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1F7A9A13-8EFE-779E-475D-B7198760A9C6}"/>
              </a:ext>
            </a:extLst>
          </p:cNvPr>
          <p:cNvSpPr/>
          <p:nvPr/>
        </p:nvSpPr>
        <p:spPr>
          <a:xfrm>
            <a:off x="4833454" y="5406328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01B79CEF-3085-2C3F-B87A-F5C09A2CD181}"/>
              </a:ext>
            </a:extLst>
          </p:cNvPr>
          <p:cNvSpPr/>
          <p:nvPr/>
        </p:nvSpPr>
        <p:spPr>
          <a:xfrm>
            <a:off x="4738788" y="5281638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A7043F52-DBA8-157F-299B-252D33976E2C}"/>
              </a:ext>
            </a:extLst>
          </p:cNvPr>
          <p:cNvSpPr txBox="1"/>
          <p:nvPr/>
        </p:nvSpPr>
        <p:spPr>
          <a:xfrm>
            <a:off x="4660985" y="5142190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9CEDC84B-AA6D-2275-C38E-235E3F32E0C1}"/>
              </a:ext>
            </a:extLst>
          </p:cNvPr>
          <p:cNvSpPr txBox="1"/>
          <p:nvPr/>
        </p:nvSpPr>
        <p:spPr>
          <a:xfrm>
            <a:off x="4703360" y="5274982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AA7B8E26-0368-CCEF-9BCB-D0C93BA08EF6}"/>
              </a:ext>
            </a:extLst>
          </p:cNvPr>
          <p:cNvSpPr txBox="1"/>
          <p:nvPr/>
        </p:nvSpPr>
        <p:spPr>
          <a:xfrm>
            <a:off x="4755564" y="5151444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E43C6758-79AB-8B3E-A033-9930988E5245}"/>
              </a:ext>
            </a:extLst>
          </p:cNvPr>
          <p:cNvSpPr txBox="1"/>
          <p:nvPr/>
        </p:nvSpPr>
        <p:spPr>
          <a:xfrm>
            <a:off x="4806216" y="539298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1C5C318B-F071-4623-7277-3FDECD18F47B}"/>
              </a:ext>
            </a:extLst>
          </p:cNvPr>
          <p:cNvSpPr txBox="1"/>
          <p:nvPr/>
        </p:nvSpPr>
        <p:spPr>
          <a:xfrm>
            <a:off x="4215651" y="5167955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569B5E6F-DB65-26B1-0554-F694EF1EF7E9}"/>
              </a:ext>
            </a:extLst>
          </p:cNvPr>
          <p:cNvSpPr/>
          <p:nvPr/>
        </p:nvSpPr>
        <p:spPr>
          <a:xfrm>
            <a:off x="4295895" y="2903501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141DD454-2D60-93EA-8683-C97C00A89687}"/>
              </a:ext>
            </a:extLst>
          </p:cNvPr>
          <p:cNvSpPr txBox="1"/>
          <p:nvPr/>
        </p:nvSpPr>
        <p:spPr>
          <a:xfrm>
            <a:off x="4320061" y="2857968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F14E8A1C-C329-75F1-FEBC-BE4FDABDB750}"/>
              </a:ext>
            </a:extLst>
          </p:cNvPr>
          <p:cNvSpPr/>
          <p:nvPr/>
        </p:nvSpPr>
        <p:spPr>
          <a:xfrm>
            <a:off x="3461577" y="548724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D7492098-21FA-B566-0E2F-8F1715593D15}"/>
              </a:ext>
            </a:extLst>
          </p:cNvPr>
          <p:cNvSpPr/>
          <p:nvPr/>
        </p:nvSpPr>
        <p:spPr>
          <a:xfrm>
            <a:off x="3458883" y="548789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93397D6B-738E-59A3-9830-CC370D6266A3}"/>
              </a:ext>
            </a:extLst>
          </p:cNvPr>
          <p:cNvSpPr/>
          <p:nvPr/>
        </p:nvSpPr>
        <p:spPr>
          <a:xfrm>
            <a:off x="3460708" y="573625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83230C16-7275-F70F-381D-126EF22BFE3A}"/>
              </a:ext>
            </a:extLst>
          </p:cNvPr>
          <p:cNvSpPr/>
          <p:nvPr/>
        </p:nvSpPr>
        <p:spPr>
          <a:xfrm>
            <a:off x="3843670" y="560760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5" name="Rectangle 1384">
            <a:extLst>
              <a:ext uri="{FF2B5EF4-FFF2-40B4-BE49-F238E27FC236}">
                <a16:creationId xmlns:a16="http://schemas.microsoft.com/office/drawing/2014/main" id="{CB8B6C13-271F-157C-E216-D5538B4BECFF}"/>
              </a:ext>
            </a:extLst>
          </p:cNvPr>
          <p:cNvSpPr/>
          <p:nvPr/>
        </p:nvSpPr>
        <p:spPr>
          <a:xfrm>
            <a:off x="3843670" y="573304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FC4F0C75-8574-3F22-0AB3-0A4AC345D902}"/>
              </a:ext>
            </a:extLst>
          </p:cNvPr>
          <p:cNvSpPr txBox="1"/>
          <p:nvPr/>
        </p:nvSpPr>
        <p:spPr>
          <a:xfrm>
            <a:off x="3766280" y="559735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EAB09C71-CA66-CA91-6C44-46510ABC3BBA}"/>
              </a:ext>
            </a:extLst>
          </p:cNvPr>
          <p:cNvSpPr txBox="1"/>
          <p:nvPr/>
        </p:nvSpPr>
        <p:spPr>
          <a:xfrm>
            <a:off x="3758116" y="572473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F7CF5E71-2149-1DD3-27EB-7821BB975427}"/>
              </a:ext>
            </a:extLst>
          </p:cNvPr>
          <p:cNvSpPr/>
          <p:nvPr/>
        </p:nvSpPr>
        <p:spPr>
          <a:xfrm>
            <a:off x="3945877" y="573247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13EF1933-A5B7-FC0B-A57C-1DC402E1D229}"/>
              </a:ext>
            </a:extLst>
          </p:cNvPr>
          <p:cNvSpPr txBox="1"/>
          <p:nvPr/>
        </p:nvSpPr>
        <p:spPr>
          <a:xfrm>
            <a:off x="3927228" y="571769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E937FF4F-CA86-0552-7E3F-D0E30C013F01}"/>
              </a:ext>
            </a:extLst>
          </p:cNvPr>
          <p:cNvSpPr/>
          <p:nvPr/>
        </p:nvSpPr>
        <p:spPr>
          <a:xfrm>
            <a:off x="3951431" y="548966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AA2621F7-59D2-E940-8F7C-EE5694FFEF76}"/>
              </a:ext>
            </a:extLst>
          </p:cNvPr>
          <p:cNvSpPr/>
          <p:nvPr/>
        </p:nvSpPr>
        <p:spPr>
          <a:xfrm>
            <a:off x="4052837" y="548914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18041F74-272B-3F18-DA6A-AC1FA10B58CF}"/>
              </a:ext>
            </a:extLst>
          </p:cNvPr>
          <p:cNvSpPr/>
          <p:nvPr/>
        </p:nvSpPr>
        <p:spPr>
          <a:xfrm>
            <a:off x="3845290" y="548870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96D74CEC-0806-6BE5-77F3-38581FB07906}"/>
              </a:ext>
            </a:extLst>
          </p:cNvPr>
          <p:cNvSpPr/>
          <p:nvPr/>
        </p:nvSpPr>
        <p:spPr>
          <a:xfrm>
            <a:off x="4046069" y="573341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6B09590A-CD70-052B-233D-475463E4CDEC}"/>
              </a:ext>
            </a:extLst>
          </p:cNvPr>
          <p:cNvSpPr/>
          <p:nvPr/>
        </p:nvSpPr>
        <p:spPr>
          <a:xfrm>
            <a:off x="3951403" y="560872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A7E60CFA-4800-4D37-3F98-7DD62EC1ABEB}"/>
              </a:ext>
            </a:extLst>
          </p:cNvPr>
          <p:cNvSpPr txBox="1"/>
          <p:nvPr/>
        </p:nvSpPr>
        <p:spPr>
          <a:xfrm>
            <a:off x="3873600" y="546927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2C7DD31D-91E3-4A5F-5A76-0F6FB913DF37}"/>
              </a:ext>
            </a:extLst>
          </p:cNvPr>
          <p:cNvSpPr txBox="1"/>
          <p:nvPr/>
        </p:nvSpPr>
        <p:spPr>
          <a:xfrm>
            <a:off x="3915975" y="560206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882C0305-9C07-B838-E65A-55274B6E8706}"/>
              </a:ext>
            </a:extLst>
          </p:cNvPr>
          <p:cNvSpPr txBox="1"/>
          <p:nvPr/>
        </p:nvSpPr>
        <p:spPr>
          <a:xfrm>
            <a:off x="3968179" y="547853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01B8BE89-15E3-0584-29BC-2E7ABAF70F3C}"/>
              </a:ext>
            </a:extLst>
          </p:cNvPr>
          <p:cNvSpPr txBox="1"/>
          <p:nvPr/>
        </p:nvSpPr>
        <p:spPr>
          <a:xfrm>
            <a:off x="4018831" y="572007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0797DFE1-9B79-8EDB-A717-B115409FEA3A}"/>
              </a:ext>
            </a:extLst>
          </p:cNvPr>
          <p:cNvSpPr txBox="1"/>
          <p:nvPr/>
        </p:nvSpPr>
        <p:spPr>
          <a:xfrm>
            <a:off x="3428266" y="549504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BA4844-BD9E-3EA1-4AC7-FD8E2A3507AA}"/>
              </a:ext>
            </a:extLst>
          </p:cNvPr>
          <p:cNvSpPr/>
          <p:nvPr/>
        </p:nvSpPr>
        <p:spPr>
          <a:xfrm>
            <a:off x="6216133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B9497-0929-8C18-351F-197F3233C815}"/>
              </a:ext>
            </a:extLst>
          </p:cNvPr>
          <p:cNvSpPr/>
          <p:nvPr/>
        </p:nvSpPr>
        <p:spPr>
          <a:xfrm>
            <a:off x="6216134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58753D-8041-A667-4135-093405928D1E}"/>
              </a:ext>
            </a:extLst>
          </p:cNvPr>
          <p:cNvSpPr/>
          <p:nvPr/>
        </p:nvSpPr>
        <p:spPr>
          <a:xfrm>
            <a:off x="7039760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A2E71-D0A6-14A6-40B7-5825C88DF734}"/>
              </a:ext>
            </a:extLst>
          </p:cNvPr>
          <p:cNvSpPr/>
          <p:nvPr/>
        </p:nvSpPr>
        <p:spPr>
          <a:xfrm>
            <a:off x="6827229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B652C-F1EE-A9AE-90AF-8F0DA0AF5191}"/>
              </a:ext>
            </a:extLst>
          </p:cNvPr>
          <p:cNvSpPr/>
          <p:nvPr/>
        </p:nvSpPr>
        <p:spPr>
          <a:xfrm>
            <a:off x="7204011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8F49E-8C3C-1C90-70DD-305C462C6B10}"/>
              </a:ext>
            </a:extLst>
          </p:cNvPr>
          <p:cNvSpPr/>
          <p:nvPr/>
        </p:nvSpPr>
        <p:spPr>
          <a:xfrm>
            <a:off x="7042143" y="424554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EE918E-4A03-4EAD-D420-F32448EA3973}"/>
              </a:ext>
            </a:extLst>
          </p:cNvPr>
          <p:cNvSpPr/>
          <p:nvPr/>
        </p:nvSpPr>
        <p:spPr>
          <a:xfrm>
            <a:off x="6829612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9DB8A-4ABE-C81D-7AF1-1DE4FA2C5C46}"/>
              </a:ext>
            </a:extLst>
          </p:cNvPr>
          <p:cNvSpPr/>
          <p:nvPr/>
        </p:nvSpPr>
        <p:spPr>
          <a:xfrm>
            <a:off x="7206394" y="4245545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99D50-334B-10BC-EC0E-510D8FD2212D}"/>
              </a:ext>
            </a:extLst>
          </p:cNvPr>
          <p:cNvSpPr txBox="1"/>
          <p:nvPr/>
        </p:nvSpPr>
        <p:spPr>
          <a:xfrm>
            <a:off x="6957259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A4CF2-2F18-AFB1-CDAB-F8B98D07891B}"/>
              </a:ext>
            </a:extLst>
          </p:cNvPr>
          <p:cNvSpPr txBox="1"/>
          <p:nvPr/>
        </p:nvSpPr>
        <p:spPr>
          <a:xfrm>
            <a:off x="7134502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08079-0F8A-C955-DCF4-BAC16A444BF1}"/>
              </a:ext>
            </a:extLst>
          </p:cNvPr>
          <p:cNvSpPr/>
          <p:nvPr/>
        </p:nvSpPr>
        <p:spPr>
          <a:xfrm>
            <a:off x="7040351" y="4344662"/>
            <a:ext cx="170227" cy="2036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AF69D0-0735-A36C-3456-654DE9C3C782}"/>
              </a:ext>
            </a:extLst>
          </p:cNvPr>
          <p:cNvSpPr/>
          <p:nvPr/>
        </p:nvSpPr>
        <p:spPr>
          <a:xfrm>
            <a:off x="6827820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B5E30-8FD1-4751-8F72-666466A2C99B}"/>
              </a:ext>
            </a:extLst>
          </p:cNvPr>
          <p:cNvSpPr/>
          <p:nvPr/>
        </p:nvSpPr>
        <p:spPr>
          <a:xfrm>
            <a:off x="7204602" y="4343401"/>
            <a:ext cx="170227" cy="204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3A63F-6F32-34E5-6EFC-32D6798D13F1}"/>
              </a:ext>
            </a:extLst>
          </p:cNvPr>
          <p:cNvSpPr txBox="1"/>
          <p:nvPr/>
        </p:nvSpPr>
        <p:spPr>
          <a:xfrm>
            <a:off x="6798425" y="435762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7F528-342D-C068-8C4B-898E8149B235}"/>
              </a:ext>
            </a:extLst>
          </p:cNvPr>
          <p:cNvSpPr txBox="1"/>
          <p:nvPr/>
        </p:nvSpPr>
        <p:spPr>
          <a:xfrm>
            <a:off x="6755997" y="420835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B6BAE-D94C-B091-2D49-93B139D9574A}"/>
              </a:ext>
            </a:extLst>
          </p:cNvPr>
          <p:cNvSpPr txBox="1"/>
          <p:nvPr/>
        </p:nvSpPr>
        <p:spPr>
          <a:xfrm>
            <a:off x="7011653" y="4203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3B1FE-EE11-E479-180E-915AD9B919F7}"/>
              </a:ext>
            </a:extLst>
          </p:cNvPr>
          <p:cNvSpPr txBox="1"/>
          <p:nvPr/>
        </p:nvSpPr>
        <p:spPr>
          <a:xfrm>
            <a:off x="7182296" y="42077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484" name="Arrow: Right 483">
            <a:extLst>
              <a:ext uri="{FF2B5EF4-FFF2-40B4-BE49-F238E27FC236}">
                <a16:creationId xmlns:a16="http://schemas.microsoft.com/office/drawing/2014/main" id="{D8FD0740-7EAE-EAB7-97D6-972F154DA8A1}"/>
              </a:ext>
            </a:extLst>
          </p:cNvPr>
          <p:cNvSpPr/>
          <p:nvPr/>
        </p:nvSpPr>
        <p:spPr>
          <a:xfrm rot="13586053">
            <a:off x="6385944" y="3991137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9C1D459B-DD5C-07D0-FE0F-A64C87EFC0EE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76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CA85-359E-60E2-D1FD-489E063F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DB769E-7619-3F9D-8045-090C6C813D13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ECCEE1E-9A4A-D523-0679-21801688832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A863CF8-6AA4-1986-2F1B-F230FF87488F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323224-29BA-F7F7-6AB8-56E6166949F1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261E8DF-77E3-B8EB-D079-3F42C5C19CF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9D59FA5-A132-5E84-883C-D92B01C75B2F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50B6DD-A796-4F0F-D236-61FED88EB5EE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ED03F01-7532-813B-E1C4-8C590C87EAA6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E0E1755-952E-DE9D-B4EA-D5A5849CF451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6AD5C2-8261-8E23-DB5A-288D8AA9FFD2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AC33B5E-9497-B6B2-8DB2-76ECB037DE74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91C9338-7D50-E94F-191A-470BA26F7E3E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2DEC6AD-59D9-6712-6015-0F0B169C07D6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7A2B4CF-D41F-82F0-BD6D-E828DBB0BAA6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9B598A34-638F-8227-8EB2-CC5C2DBF4A32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4AE40F58-962A-D8F2-D029-9A0783AB14EC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9BFF27-4737-9E65-C7BF-CEA196806C8E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ED31AE1B-7C77-7135-F7A3-AB69D93F6C1D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D45865A8-30C7-D759-48F7-C3D7C157A252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555DCFB8-F825-43CD-523A-642B57AD8279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65B92BA3-AEFD-0BD0-82E2-95D13D2AC8DB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9C8B774B-2825-6496-22DE-7700D2F37A72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6B51BA1B-8971-2939-96A0-C52D67C753ED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A8E90080-8210-4B5B-23BB-4F2B2E872556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D1DB1C9B-F429-9887-7627-3E987E227F31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05545441-5F9C-69A0-E3F4-4B881A2340B0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F957D6B-F685-3E0B-167E-5E2F314283A9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BFFE90-8728-A3D9-FC51-1E7EC024AC95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D8332-CFF5-7285-504D-B742C5ED0706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1E5FFAC-0F6A-2A4E-9DD5-50607631B2F3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067007-A4B7-372A-974F-772979D8A664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EFFB1A-351E-E55C-2D45-3584C8F291C7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2DEDF46-78C9-5EA7-B620-122AA1DFEA00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912988-0524-210C-5A0E-0386060E6834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C521A8-A232-8CDB-5B91-FF90DB2AF74F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F29188-826A-59D3-1A7F-21E9BF7FBFEB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A87C91-4FB4-4B99-D07E-172C4C0159A8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D4F16A-4052-FFAC-2B6B-A714EF2CBD99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EF9F5-581F-7F7F-B065-1603E0754E1B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FBF6CE2D-6743-D64E-5267-D0EFDB384319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DB5EC1-69AE-7FA3-26FB-B8C6748255CD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FE148EF5-05CE-9011-8A9B-D0A54321D640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9DEF71-2DA5-D5A0-6106-06B15A6B6AEE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7D8DED-001E-72C4-2947-3135129C12ED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3F5FBB-C904-0AF2-8FD5-C376E375B179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B41BF27-9D37-684C-76A9-D8C1455A333E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5D4ED3D-EE4C-5876-84BE-4175A4DF9231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F5B41E3-E2B5-1C0F-9637-FA30A325A92C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CB98F86-C7CD-5188-3294-C08E6143A967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5DB2534D-267D-9162-6F94-9A89406F6AAE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0E0F1774-67C2-D547-55D4-7B9ED5FF3327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34007BA-01B0-074C-9020-96EEA177E2FF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A14BEE08-001C-E3F0-F989-4C3099FC60E0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70E9A9BB-5229-8BF0-1588-25700EAA68F4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DF4BDC32-5BD0-81AC-30EB-C37BFF8E68EC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pic>
        <p:nvPicPr>
          <p:cNvPr id="464" name="Picture 463">
            <a:extLst>
              <a:ext uri="{FF2B5EF4-FFF2-40B4-BE49-F238E27FC236}">
                <a16:creationId xmlns:a16="http://schemas.microsoft.com/office/drawing/2014/main" id="{A7387EC1-B156-1F3C-77CD-A53FDADC1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65" name="Rectangle 464">
            <a:extLst>
              <a:ext uri="{FF2B5EF4-FFF2-40B4-BE49-F238E27FC236}">
                <a16:creationId xmlns:a16="http://schemas.microsoft.com/office/drawing/2014/main" id="{92F4AD8B-BA1F-69B4-0292-F374B65FE552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DB788BBE-4AF0-2662-8108-CCB6AF2C5F91}"/>
              </a:ext>
            </a:extLst>
          </p:cNvPr>
          <p:cNvSpPr/>
          <p:nvPr/>
        </p:nvSpPr>
        <p:spPr>
          <a:xfrm>
            <a:off x="5094818" y="309834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F5459A6C-E1F7-F4E7-E24E-EDFEE24C267B}"/>
              </a:ext>
            </a:extLst>
          </p:cNvPr>
          <p:cNvSpPr/>
          <p:nvPr/>
        </p:nvSpPr>
        <p:spPr>
          <a:xfrm>
            <a:off x="5883361" y="3098342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088E536C-66CD-A054-6C2E-9AFF09343D1D}"/>
              </a:ext>
            </a:extLst>
          </p:cNvPr>
          <p:cNvSpPr/>
          <p:nvPr/>
        </p:nvSpPr>
        <p:spPr>
          <a:xfrm>
            <a:off x="5094818" y="2977693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9FD4E7E-D292-F6B3-207D-4E6F654EFF28}"/>
              </a:ext>
            </a:extLst>
          </p:cNvPr>
          <p:cNvSpPr/>
          <p:nvPr/>
        </p:nvSpPr>
        <p:spPr>
          <a:xfrm>
            <a:off x="5094818" y="3464987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65DB6DB-1395-7B00-E2AF-921AEF187692}"/>
              </a:ext>
            </a:extLst>
          </p:cNvPr>
          <p:cNvSpPr/>
          <p:nvPr/>
        </p:nvSpPr>
        <p:spPr>
          <a:xfrm>
            <a:off x="5883362" y="310067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BF6E3112-0EC4-59B7-6254-ADDD30BE5B87}"/>
              </a:ext>
            </a:extLst>
          </p:cNvPr>
          <p:cNvSpPr/>
          <p:nvPr/>
        </p:nvSpPr>
        <p:spPr>
          <a:xfrm>
            <a:off x="5883361" y="322135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F550F80F-6D2C-1CA6-D6DC-FFF8039C4BD7}"/>
              </a:ext>
            </a:extLst>
          </p:cNvPr>
          <p:cNvSpPr/>
          <p:nvPr/>
        </p:nvSpPr>
        <p:spPr>
          <a:xfrm>
            <a:off x="5883361" y="334203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AA7610E3-476B-3EFE-F0CD-FE34D4B4E1DD}"/>
              </a:ext>
            </a:extLst>
          </p:cNvPr>
          <p:cNvSpPr txBox="1"/>
          <p:nvPr/>
        </p:nvSpPr>
        <p:spPr>
          <a:xfrm>
            <a:off x="5420308" y="342567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3C52D4EA-4610-A9EC-A954-73A6A79AAAA7}"/>
              </a:ext>
            </a:extLst>
          </p:cNvPr>
          <p:cNvCxnSpPr>
            <a:cxnSpLocks/>
          </p:cNvCxnSpPr>
          <p:nvPr/>
        </p:nvCxnSpPr>
        <p:spPr>
          <a:xfrm>
            <a:off x="5601288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499F4335-1F4C-AD34-F3D4-E33D848C266E}"/>
              </a:ext>
            </a:extLst>
          </p:cNvPr>
          <p:cNvCxnSpPr>
            <a:cxnSpLocks/>
          </p:cNvCxnSpPr>
          <p:nvPr/>
        </p:nvCxnSpPr>
        <p:spPr>
          <a:xfrm>
            <a:off x="5729872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43DB2AEE-0F79-307B-D7B4-4EBAADA623C0}"/>
              </a:ext>
            </a:extLst>
          </p:cNvPr>
          <p:cNvSpPr txBox="1"/>
          <p:nvPr/>
        </p:nvSpPr>
        <p:spPr>
          <a:xfrm>
            <a:off x="5803579" y="3085207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5D7281ED-2994-FFA2-0965-745F37AE0957}"/>
              </a:ext>
            </a:extLst>
          </p:cNvPr>
          <p:cNvSpPr txBox="1"/>
          <p:nvPr/>
        </p:nvSpPr>
        <p:spPr>
          <a:xfrm>
            <a:off x="5843034" y="320499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FCCF7FCA-0CA6-62B0-3354-EDDED6364F2E}"/>
              </a:ext>
            </a:extLst>
          </p:cNvPr>
          <p:cNvSpPr txBox="1"/>
          <p:nvPr/>
        </p:nvSpPr>
        <p:spPr>
          <a:xfrm>
            <a:off x="5813366" y="3327247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6EEEE20-1B17-32B3-9643-DB731B86C4FB}"/>
              </a:ext>
            </a:extLst>
          </p:cNvPr>
          <p:cNvSpPr txBox="1"/>
          <p:nvPr/>
        </p:nvSpPr>
        <p:spPr>
          <a:xfrm>
            <a:off x="5874867" y="3442383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4668785A-E8E3-3CE4-F52E-E81283178EBE}"/>
              </a:ext>
            </a:extLst>
          </p:cNvPr>
          <p:cNvSpPr/>
          <p:nvPr/>
        </p:nvSpPr>
        <p:spPr>
          <a:xfrm>
            <a:off x="5883361" y="3468434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69A343D-8A8C-9DF9-5E15-AFE8DE5A6D4A}"/>
              </a:ext>
            </a:extLst>
          </p:cNvPr>
          <p:cNvSpPr/>
          <p:nvPr/>
        </p:nvSpPr>
        <p:spPr>
          <a:xfrm>
            <a:off x="6107012" y="322078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6A33ED84-5817-736A-CFA8-05E5CA11DFEA}"/>
              </a:ext>
            </a:extLst>
          </p:cNvPr>
          <p:cNvSpPr/>
          <p:nvPr/>
        </p:nvSpPr>
        <p:spPr>
          <a:xfrm>
            <a:off x="6107010" y="334461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9FE36D5B-863B-AA8F-13D9-EC61DCB14B6F}"/>
              </a:ext>
            </a:extLst>
          </p:cNvPr>
          <p:cNvSpPr txBox="1"/>
          <p:nvPr/>
        </p:nvSpPr>
        <p:spPr>
          <a:xfrm>
            <a:off x="6101052" y="320757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94E34087-EE8A-0FDC-FA33-34A33DB15009}"/>
              </a:ext>
            </a:extLst>
          </p:cNvPr>
          <p:cNvSpPr/>
          <p:nvPr/>
        </p:nvSpPr>
        <p:spPr>
          <a:xfrm>
            <a:off x="6110184" y="297797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8168135F-6E8B-7617-38EB-93E0351DBBAA}"/>
              </a:ext>
            </a:extLst>
          </p:cNvPr>
          <p:cNvSpPr/>
          <p:nvPr/>
        </p:nvSpPr>
        <p:spPr>
          <a:xfrm>
            <a:off x="6242547" y="2977460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0D1B763-B145-7FAD-83FD-7E31AB2550F4}"/>
              </a:ext>
            </a:extLst>
          </p:cNvPr>
          <p:cNvSpPr/>
          <p:nvPr/>
        </p:nvSpPr>
        <p:spPr>
          <a:xfrm>
            <a:off x="5883334" y="297767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53F03C54-7736-6FD2-7161-91D2A61D94C5}"/>
              </a:ext>
            </a:extLst>
          </p:cNvPr>
          <p:cNvSpPr/>
          <p:nvPr/>
        </p:nvSpPr>
        <p:spPr>
          <a:xfrm>
            <a:off x="6242923" y="322172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3179366C-B3C6-CCF0-CFB7-933A646C1E34}"/>
              </a:ext>
            </a:extLst>
          </p:cNvPr>
          <p:cNvSpPr/>
          <p:nvPr/>
        </p:nvSpPr>
        <p:spPr>
          <a:xfrm>
            <a:off x="6241916" y="3344847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4DDB546F-0E90-5020-8C95-11EAB14CA5BF}"/>
              </a:ext>
            </a:extLst>
          </p:cNvPr>
          <p:cNvSpPr/>
          <p:nvPr/>
        </p:nvSpPr>
        <p:spPr>
          <a:xfrm>
            <a:off x="6110156" y="3099416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7D1BA955-9471-A18F-7BCD-77083FDEBC0D}"/>
              </a:ext>
            </a:extLst>
          </p:cNvPr>
          <p:cNvSpPr txBox="1"/>
          <p:nvPr/>
        </p:nvSpPr>
        <p:spPr>
          <a:xfrm>
            <a:off x="6039428" y="296136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8050E174-B19D-692A-A007-C70E7D833701}"/>
              </a:ext>
            </a:extLst>
          </p:cNvPr>
          <p:cNvSpPr txBox="1"/>
          <p:nvPr/>
        </p:nvSpPr>
        <p:spPr>
          <a:xfrm>
            <a:off x="6111647" y="3083469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FF57CCA5-E32F-A016-E6A7-22CEF692DADF}"/>
              </a:ext>
            </a:extLst>
          </p:cNvPr>
          <p:cNvSpPr txBox="1"/>
          <p:nvPr/>
        </p:nvSpPr>
        <p:spPr>
          <a:xfrm>
            <a:off x="6175458" y="2961535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98E9B372-7950-B79F-EA80-F44D7B3DF828}"/>
              </a:ext>
            </a:extLst>
          </p:cNvPr>
          <p:cNvSpPr txBox="1"/>
          <p:nvPr/>
        </p:nvSpPr>
        <p:spPr>
          <a:xfrm>
            <a:off x="6236466" y="32060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BCA0DFD4-8BEB-3FF5-9A6D-CFEE7F485371}"/>
              </a:ext>
            </a:extLst>
          </p:cNvPr>
          <p:cNvSpPr txBox="1"/>
          <p:nvPr/>
        </p:nvSpPr>
        <p:spPr>
          <a:xfrm>
            <a:off x="5027190" y="2993153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93ADD13A-735D-8AD4-52FD-5F02070420E3}"/>
              </a:ext>
            </a:extLst>
          </p:cNvPr>
          <p:cNvSpPr/>
          <p:nvPr/>
        </p:nvSpPr>
        <p:spPr>
          <a:xfrm>
            <a:off x="4308010" y="2273495"/>
            <a:ext cx="547109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1B20EFEE-1CE5-C728-C43A-B15FA6347F26}"/>
              </a:ext>
            </a:extLst>
          </p:cNvPr>
          <p:cNvSpPr txBox="1"/>
          <p:nvPr/>
        </p:nvSpPr>
        <p:spPr>
          <a:xfrm>
            <a:off x="4298381" y="2227501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Convoier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98C7FF11-8604-F0C2-404C-FCEC0109FA49}"/>
              </a:ext>
            </a:extLst>
          </p:cNvPr>
          <p:cNvSpPr/>
          <p:nvPr/>
        </p:nvSpPr>
        <p:spPr>
          <a:xfrm>
            <a:off x="4304184" y="2475633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182EE7A4-5F8A-3235-25A1-576F9C158925}"/>
              </a:ext>
            </a:extLst>
          </p:cNvPr>
          <p:cNvSpPr txBox="1"/>
          <p:nvPr/>
        </p:nvSpPr>
        <p:spPr>
          <a:xfrm>
            <a:off x="4328350" y="2430100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B13A2D9D-A8D0-14E6-33DD-170ECA0CDBDE}"/>
              </a:ext>
            </a:extLst>
          </p:cNvPr>
          <p:cNvSpPr/>
          <p:nvPr/>
        </p:nvSpPr>
        <p:spPr>
          <a:xfrm>
            <a:off x="4304396" y="2677771"/>
            <a:ext cx="558376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9DA96383-F118-EECD-0364-20BAD7D65571}"/>
              </a:ext>
            </a:extLst>
          </p:cNvPr>
          <p:cNvSpPr txBox="1"/>
          <p:nvPr/>
        </p:nvSpPr>
        <p:spPr>
          <a:xfrm>
            <a:off x="4219021" y="2628013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CNC machine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CD73B894-5904-BCCF-F0B3-39B4571846B1}"/>
              </a:ext>
            </a:extLst>
          </p:cNvPr>
          <p:cNvSpPr/>
          <p:nvPr/>
        </p:nvSpPr>
        <p:spPr>
          <a:xfrm>
            <a:off x="4248962" y="5160159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BE8972D4-2F4A-B38E-210C-E909F0EDAB07}"/>
              </a:ext>
            </a:extLst>
          </p:cNvPr>
          <p:cNvSpPr/>
          <p:nvPr/>
        </p:nvSpPr>
        <p:spPr>
          <a:xfrm>
            <a:off x="4246268" y="5160807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3A5FB023-F0CC-43C1-87BF-AB931C45F5A9}"/>
              </a:ext>
            </a:extLst>
          </p:cNvPr>
          <p:cNvSpPr/>
          <p:nvPr/>
        </p:nvSpPr>
        <p:spPr>
          <a:xfrm>
            <a:off x="4248093" y="5409164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F61B7203-E5E5-3488-0E49-235760A418DF}"/>
              </a:ext>
            </a:extLst>
          </p:cNvPr>
          <p:cNvSpPr/>
          <p:nvPr/>
        </p:nvSpPr>
        <p:spPr>
          <a:xfrm>
            <a:off x="4631055" y="528051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C286E1EE-BB08-07A3-A9F3-418F452D3C17}"/>
              </a:ext>
            </a:extLst>
          </p:cNvPr>
          <p:cNvSpPr/>
          <p:nvPr/>
        </p:nvSpPr>
        <p:spPr>
          <a:xfrm>
            <a:off x="4631055" y="5405956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D582D216-8D1A-CCDB-8907-3B787E1F5FC0}"/>
              </a:ext>
            </a:extLst>
          </p:cNvPr>
          <p:cNvSpPr txBox="1"/>
          <p:nvPr/>
        </p:nvSpPr>
        <p:spPr>
          <a:xfrm>
            <a:off x="4553665" y="5270273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9CD68284-805F-743D-BA9A-AF59ECB7B071}"/>
              </a:ext>
            </a:extLst>
          </p:cNvPr>
          <p:cNvSpPr txBox="1"/>
          <p:nvPr/>
        </p:nvSpPr>
        <p:spPr>
          <a:xfrm>
            <a:off x="4545501" y="5397653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9CEB4DE6-32DB-251F-EA23-A4FFED189651}"/>
              </a:ext>
            </a:extLst>
          </p:cNvPr>
          <p:cNvSpPr/>
          <p:nvPr/>
        </p:nvSpPr>
        <p:spPr>
          <a:xfrm>
            <a:off x="4733262" y="5405387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8B24B4FC-B15F-FD4D-2D59-0F91D3390449}"/>
              </a:ext>
            </a:extLst>
          </p:cNvPr>
          <p:cNvSpPr txBox="1"/>
          <p:nvPr/>
        </p:nvSpPr>
        <p:spPr>
          <a:xfrm>
            <a:off x="4714613" y="539060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66168E8B-6727-2F9D-DF7B-D4579C0C620F}"/>
              </a:ext>
            </a:extLst>
          </p:cNvPr>
          <p:cNvSpPr/>
          <p:nvPr/>
        </p:nvSpPr>
        <p:spPr>
          <a:xfrm>
            <a:off x="4738816" y="5162575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A11EE89D-2C81-8007-784E-932AD3C5107E}"/>
              </a:ext>
            </a:extLst>
          </p:cNvPr>
          <p:cNvSpPr/>
          <p:nvPr/>
        </p:nvSpPr>
        <p:spPr>
          <a:xfrm>
            <a:off x="4840222" y="5162063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4994BD87-7612-F743-63F0-80F2BED6E101}"/>
              </a:ext>
            </a:extLst>
          </p:cNvPr>
          <p:cNvSpPr/>
          <p:nvPr/>
        </p:nvSpPr>
        <p:spPr>
          <a:xfrm>
            <a:off x="4632675" y="5161614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D3001163-C13C-6E80-1E15-7D41F4226903}"/>
              </a:ext>
            </a:extLst>
          </p:cNvPr>
          <p:cNvSpPr/>
          <p:nvPr/>
        </p:nvSpPr>
        <p:spPr>
          <a:xfrm>
            <a:off x="4833454" y="5406328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7A32F89B-C111-8B10-441B-295C547F8BFE}"/>
              </a:ext>
            </a:extLst>
          </p:cNvPr>
          <p:cNvSpPr/>
          <p:nvPr/>
        </p:nvSpPr>
        <p:spPr>
          <a:xfrm>
            <a:off x="4738788" y="5281638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9B565D57-A856-A847-708E-4EB7DD31EBDD}"/>
              </a:ext>
            </a:extLst>
          </p:cNvPr>
          <p:cNvSpPr txBox="1"/>
          <p:nvPr/>
        </p:nvSpPr>
        <p:spPr>
          <a:xfrm>
            <a:off x="4660985" y="5142190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D79A7FA0-FD38-B1DB-3480-FF982AEC8A43}"/>
              </a:ext>
            </a:extLst>
          </p:cNvPr>
          <p:cNvSpPr txBox="1"/>
          <p:nvPr/>
        </p:nvSpPr>
        <p:spPr>
          <a:xfrm>
            <a:off x="4703360" y="5274982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07CDBC2D-8651-7141-5171-D656463D0F80}"/>
              </a:ext>
            </a:extLst>
          </p:cNvPr>
          <p:cNvSpPr txBox="1"/>
          <p:nvPr/>
        </p:nvSpPr>
        <p:spPr>
          <a:xfrm>
            <a:off x="4755564" y="5151444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C06C47A0-DF3A-21A0-C99E-54C6A4798F41}"/>
              </a:ext>
            </a:extLst>
          </p:cNvPr>
          <p:cNvSpPr txBox="1"/>
          <p:nvPr/>
        </p:nvSpPr>
        <p:spPr>
          <a:xfrm>
            <a:off x="4806216" y="539298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14435937-767C-D6C3-7F41-09201DE73851}"/>
              </a:ext>
            </a:extLst>
          </p:cNvPr>
          <p:cNvSpPr txBox="1"/>
          <p:nvPr/>
        </p:nvSpPr>
        <p:spPr>
          <a:xfrm>
            <a:off x="4215651" y="5167955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9881A3CD-3859-CFA3-410D-3EAC59EE635E}"/>
              </a:ext>
            </a:extLst>
          </p:cNvPr>
          <p:cNvSpPr/>
          <p:nvPr/>
        </p:nvSpPr>
        <p:spPr>
          <a:xfrm>
            <a:off x="4295895" y="2903501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82357583-6E13-535F-A1B0-4C6B24FF0186}"/>
              </a:ext>
            </a:extLst>
          </p:cNvPr>
          <p:cNvSpPr txBox="1"/>
          <p:nvPr/>
        </p:nvSpPr>
        <p:spPr>
          <a:xfrm>
            <a:off x="4320061" y="2857968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5B310D3F-9899-8B92-1C98-CEFDDD638C5A}"/>
              </a:ext>
            </a:extLst>
          </p:cNvPr>
          <p:cNvSpPr/>
          <p:nvPr/>
        </p:nvSpPr>
        <p:spPr>
          <a:xfrm>
            <a:off x="3461577" y="548724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56FF3512-5FEB-A903-F266-1988E2CC8905}"/>
              </a:ext>
            </a:extLst>
          </p:cNvPr>
          <p:cNvSpPr/>
          <p:nvPr/>
        </p:nvSpPr>
        <p:spPr>
          <a:xfrm>
            <a:off x="3458883" y="548789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4F3742E1-656B-3D7D-0C93-08191D920434}"/>
              </a:ext>
            </a:extLst>
          </p:cNvPr>
          <p:cNvSpPr/>
          <p:nvPr/>
        </p:nvSpPr>
        <p:spPr>
          <a:xfrm>
            <a:off x="3460708" y="573625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1D605EDF-F38A-16DF-9375-1EEA850EEE57}"/>
              </a:ext>
            </a:extLst>
          </p:cNvPr>
          <p:cNvSpPr/>
          <p:nvPr/>
        </p:nvSpPr>
        <p:spPr>
          <a:xfrm>
            <a:off x="3843670" y="560760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5" name="Rectangle 1384">
            <a:extLst>
              <a:ext uri="{FF2B5EF4-FFF2-40B4-BE49-F238E27FC236}">
                <a16:creationId xmlns:a16="http://schemas.microsoft.com/office/drawing/2014/main" id="{0545764A-8190-EA5E-11C3-FE206F76F2C7}"/>
              </a:ext>
            </a:extLst>
          </p:cNvPr>
          <p:cNvSpPr/>
          <p:nvPr/>
        </p:nvSpPr>
        <p:spPr>
          <a:xfrm>
            <a:off x="3843670" y="573304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260E2E83-4416-10E3-5B34-B0479BB0CA46}"/>
              </a:ext>
            </a:extLst>
          </p:cNvPr>
          <p:cNvSpPr txBox="1"/>
          <p:nvPr/>
        </p:nvSpPr>
        <p:spPr>
          <a:xfrm>
            <a:off x="3766280" y="559735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5E1A977B-A34B-B5F5-3F6D-EC1A588FC410}"/>
              </a:ext>
            </a:extLst>
          </p:cNvPr>
          <p:cNvSpPr txBox="1"/>
          <p:nvPr/>
        </p:nvSpPr>
        <p:spPr>
          <a:xfrm>
            <a:off x="3758116" y="572473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AAA71696-A90E-C613-66AE-C0240CEE44A8}"/>
              </a:ext>
            </a:extLst>
          </p:cNvPr>
          <p:cNvSpPr/>
          <p:nvPr/>
        </p:nvSpPr>
        <p:spPr>
          <a:xfrm>
            <a:off x="3945877" y="573247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BFA51DDD-9F56-F4D2-C00B-A0C5E4268483}"/>
              </a:ext>
            </a:extLst>
          </p:cNvPr>
          <p:cNvSpPr txBox="1"/>
          <p:nvPr/>
        </p:nvSpPr>
        <p:spPr>
          <a:xfrm>
            <a:off x="3927228" y="571769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A837376E-6C67-59DC-8DDE-58E0C61E0A05}"/>
              </a:ext>
            </a:extLst>
          </p:cNvPr>
          <p:cNvSpPr/>
          <p:nvPr/>
        </p:nvSpPr>
        <p:spPr>
          <a:xfrm>
            <a:off x="3951431" y="548966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4EF30C88-C675-03E9-7B86-AD8E082FEE2F}"/>
              </a:ext>
            </a:extLst>
          </p:cNvPr>
          <p:cNvSpPr/>
          <p:nvPr/>
        </p:nvSpPr>
        <p:spPr>
          <a:xfrm>
            <a:off x="4052837" y="548914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AA42D532-2DB8-C832-83C0-E31435CD4729}"/>
              </a:ext>
            </a:extLst>
          </p:cNvPr>
          <p:cNvSpPr/>
          <p:nvPr/>
        </p:nvSpPr>
        <p:spPr>
          <a:xfrm>
            <a:off x="3845290" y="548870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97CD815E-B221-9CC2-C4AB-D57FFB7A8DEE}"/>
              </a:ext>
            </a:extLst>
          </p:cNvPr>
          <p:cNvSpPr/>
          <p:nvPr/>
        </p:nvSpPr>
        <p:spPr>
          <a:xfrm>
            <a:off x="4046069" y="573341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E8BB4BEC-18A0-4DEE-CF14-6414E7A746D8}"/>
              </a:ext>
            </a:extLst>
          </p:cNvPr>
          <p:cNvSpPr/>
          <p:nvPr/>
        </p:nvSpPr>
        <p:spPr>
          <a:xfrm>
            <a:off x="3951403" y="560872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64A6006C-B325-FEB6-A4F6-DC9B8DEDFA3A}"/>
              </a:ext>
            </a:extLst>
          </p:cNvPr>
          <p:cNvSpPr txBox="1"/>
          <p:nvPr/>
        </p:nvSpPr>
        <p:spPr>
          <a:xfrm>
            <a:off x="3873600" y="546927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EE6A0238-4D9E-6163-3162-4CAE5540137D}"/>
              </a:ext>
            </a:extLst>
          </p:cNvPr>
          <p:cNvSpPr txBox="1"/>
          <p:nvPr/>
        </p:nvSpPr>
        <p:spPr>
          <a:xfrm>
            <a:off x="3915975" y="560206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F22C9EF1-1BC0-658D-3BA4-35E0041F2DCA}"/>
              </a:ext>
            </a:extLst>
          </p:cNvPr>
          <p:cNvSpPr txBox="1"/>
          <p:nvPr/>
        </p:nvSpPr>
        <p:spPr>
          <a:xfrm>
            <a:off x="3968179" y="547853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798C2B59-C730-0DA9-5BA7-D8332821C637}"/>
              </a:ext>
            </a:extLst>
          </p:cNvPr>
          <p:cNvSpPr txBox="1"/>
          <p:nvPr/>
        </p:nvSpPr>
        <p:spPr>
          <a:xfrm>
            <a:off x="4018831" y="572007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F32E2A0E-60FB-CD90-4819-398829BB43DF}"/>
              </a:ext>
            </a:extLst>
          </p:cNvPr>
          <p:cNvSpPr txBox="1"/>
          <p:nvPr/>
        </p:nvSpPr>
        <p:spPr>
          <a:xfrm>
            <a:off x="3428266" y="549504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51FC9-4A51-5B86-C756-C1A06071483F}"/>
              </a:ext>
            </a:extLst>
          </p:cNvPr>
          <p:cNvSpPr/>
          <p:nvPr/>
        </p:nvSpPr>
        <p:spPr>
          <a:xfrm>
            <a:off x="6216133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966FD-0883-635A-F9A3-BCC5BDC24345}"/>
              </a:ext>
            </a:extLst>
          </p:cNvPr>
          <p:cNvSpPr/>
          <p:nvPr/>
        </p:nvSpPr>
        <p:spPr>
          <a:xfrm>
            <a:off x="6216134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33FC8-3C86-4849-C362-5CD902DE2D12}"/>
              </a:ext>
            </a:extLst>
          </p:cNvPr>
          <p:cNvSpPr/>
          <p:nvPr/>
        </p:nvSpPr>
        <p:spPr>
          <a:xfrm>
            <a:off x="7039760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41AFA8-D57F-7D97-3D5D-DFF168408285}"/>
              </a:ext>
            </a:extLst>
          </p:cNvPr>
          <p:cNvSpPr/>
          <p:nvPr/>
        </p:nvSpPr>
        <p:spPr>
          <a:xfrm>
            <a:off x="6827229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4DEC7-150E-8B04-0B9B-1F9018F5A9F4}"/>
              </a:ext>
            </a:extLst>
          </p:cNvPr>
          <p:cNvSpPr/>
          <p:nvPr/>
        </p:nvSpPr>
        <p:spPr>
          <a:xfrm>
            <a:off x="7204011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229E9-5289-B03A-A8DB-AC92B8CC8514}"/>
              </a:ext>
            </a:extLst>
          </p:cNvPr>
          <p:cNvSpPr/>
          <p:nvPr/>
        </p:nvSpPr>
        <p:spPr>
          <a:xfrm>
            <a:off x="7042143" y="424554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C43585-EB42-7E55-D071-4DED3DC24764}"/>
              </a:ext>
            </a:extLst>
          </p:cNvPr>
          <p:cNvSpPr/>
          <p:nvPr/>
        </p:nvSpPr>
        <p:spPr>
          <a:xfrm>
            <a:off x="6829612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2FFCCD-DC1E-98CD-5B05-D43B255E87A4}"/>
              </a:ext>
            </a:extLst>
          </p:cNvPr>
          <p:cNvSpPr/>
          <p:nvPr/>
        </p:nvSpPr>
        <p:spPr>
          <a:xfrm>
            <a:off x="7206394" y="4245545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6235B-1C9B-37F1-19D0-6DA68946F1B7}"/>
              </a:ext>
            </a:extLst>
          </p:cNvPr>
          <p:cNvSpPr txBox="1"/>
          <p:nvPr/>
        </p:nvSpPr>
        <p:spPr>
          <a:xfrm>
            <a:off x="6957259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C9653-4C5C-D18F-1558-08E34A5935D3}"/>
              </a:ext>
            </a:extLst>
          </p:cNvPr>
          <p:cNvSpPr txBox="1"/>
          <p:nvPr/>
        </p:nvSpPr>
        <p:spPr>
          <a:xfrm>
            <a:off x="7134502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C4B074-E198-7AC1-C6BC-FCE058D67F1D}"/>
              </a:ext>
            </a:extLst>
          </p:cNvPr>
          <p:cNvSpPr/>
          <p:nvPr/>
        </p:nvSpPr>
        <p:spPr>
          <a:xfrm>
            <a:off x="7040351" y="4344662"/>
            <a:ext cx="170227" cy="2036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4F718-3704-10BF-F940-8C055705BDEF}"/>
              </a:ext>
            </a:extLst>
          </p:cNvPr>
          <p:cNvSpPr/>
          <p:nvPr/>
        </p:nvSpPr>
        <p:spPr>
          <a:xfrm>
            <a:off x="6827820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31370F-8BF1-5680-B863-1AF69D66C045}"/>
              </a:ext>
            </a:extLst>
          </p:cNvPr>
          <p:cNvSpPr/>
          <p:nvPr/>
        </p:nvSpPr>
        <p:spPr>
          <a:xfrm>
            <a:off x="7204602" y="4343401"/>
            <a:ext cx="170227" cy="204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D21FC-D1B5-AC18-D0B3-4B5206D61E2A}"/>
              </a:ext>
            </a:extLst>
          </p:cNvPr>
          <p:cNvSpPr txBox="1"/>
          <p:nvPr/>
        </p:nvSpPr>
        <p:spPr>
          <a:xfrm>
            <a:off x="6798425" y="435762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11242-6F9D-A208-2D2D-81DD55C9D957}"/>
              </a:ext>
            </a:extLst>
          </p:cNvPr>
          <p:cNvSpPr txBox="1"/>
          <p:nvPr/>
        </p:nvSpPr>
        <p:spPr>
          <a:xfrm>
            <a:off x="6755997" y="420835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FFAC10-E9B0-AB1D-86EA-5469CEFB8F29}"/>
              </a:ext>
            </a:extLst>
          </p:cNvPr>
          <p:cNvSpPr txBox="1"/>
          <p:nvPr/>
        </p:nvSpPr>
        <p:spPr>
          <a:xfrm>
            <a:off x="7011653" y="4203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1080C3-B1BF-CC80-2048-106C5615E673}"/>
              </a:ext>
            </a:extLst>
          </p:cNvPr>
          <p:cNvSpPr txBox="1"/>
          <p:nvPr/>
        </p:nvSpPr>
        <p:spPr>
          <a:xfrm>
            <a:off x="7182296" y="42077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55250C-13E8-28D4-69ED-153E984220D3}"/>
              </a:ext>
            </a:extLst>
          </p:cNvPr>
          <p:cNvSpPr txBox="1"/>
          <p:nvPr/>
        </p:nvSpPr>
        <p:spPr>
          <a:xfrm>
            <a:off x="6249872" y="4074759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220E60-8992-A642-6C8F-84FBD47BA88D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F1059C79-2251-5A9A-D378-E00E2385470C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F4FCAC5D-7A95-60FA-0C81-5B855E65381D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816DF0-31A4-E0C3-2C0E-9E155F28158C}"/>
              </a:ext>
            </a:extLst>
          </p:cNvPr>
          <p:cNvSpPr txBox="1"/>
          <p:nvPr/>
        </p:nvSpPr>
        <p:spPr>
          <a:xfrm>
            <a:off x="8435315" y="3026842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7F218-FEAF-BF16-61DF-F32001DBEEA2}"/>
              </a:ext>
            </a:extLst>
          </p:cNvPr>
          <p:cNvSpPr/>
          <p:nvPr/>
        </p:nvSpPr>
        <p:spPr>
          <a:xfrm>
            <a:off x="8443809" y="3052893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2304CC-52A1-83E8-DA20-D03F27A8E868}"/>
              </a:ext>
            </a:extLst>
          </p:cNvPr>
          <p:cNvSpPr/>
          <p:nvPr/>
        </p:nvSpPr>
        <p:spPr>
          <a:xfrm>
            <a:off x="7844410" y="5557139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A4A03-FBB4-B5A3-4F85-3A2F98A397A4}"/>
              </a:ext>
            </a:extLst>
          </p:cNvPr>
          <p:cNvSpPr txBox="1"/>
          <p:nvPr/>
        </p:nvSpPr>
        <p:spPr>
          <a:xfrm>
            <a:off x="7982902" y="3013121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39F53A-D53E-2DB5-3316-EE48D9FA7965}"/>
              </a:ext>
            </a:extLst>
          </p:cNvPr>
          <p:cNvSpPr txBox="1"/>
          <p:nvPr/>
        </p:nvSpPr>
        <p:spPr>
          <a:xfrm>
            <a:off x="7741094" y="3370687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11D78D-46ED-BDF1-9866-7FE79215D299}"/>
              </a:ext>
            </a:extLst>
          </p:cNvPr>
          <p:cNvSpPr txBox="1"/>
          <p:nvPr/>
        </p:nvSpPr>
        <p:spPr>
          <a:xfrm>
            <a:off x="7413326" y="3676713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AA0FA0-8A01-ECC0-96BF-1E4AE490FB66}"/>
              </a:ext>
            </a:extLst>
          </p:cNvPr>
          <p:cNvSpPr/>
          <p:nvPr/>
        </p:nvSpPr>
        <p:spPr>
          <a:xfrm>
            <a:off x="7464803" y="366721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462F6B-2662-A75B-3346-8D65CCDC3BB8}"/>
              </a:ext>
            </a:extLst>
          </p:cNvPr>
          <p:cNvSpPr/>
          <p:nvPr/>
        </p:nvSpPr>
        <p:spPr>
          <a:xfrm>
            <a:off x="7464804" y="366721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FD263C-3508-BA7F-7D8F-0B39D899D94F}"/>
              </a:ext>
            </a:extLst>
          </p:cNvPr>
          <p:cNvSpPr/>
          <p:nvPr/>
        </p:nvSpPr>
        <p:spPr>
          <a:xfrm>
            <a:off x="8288430" y="367288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1AE421-B7B2-39D3-1368-6260B60EF710}"/>
              </a:ext>
            </a:extLst>
          </p:cNvPr>
          <p:cNvSpPr/>
          <p:nvPr/>
        </p:nvSpPr>
        <p:spPr>
          <a:xfrm>
            <a:off x="8075899" y="366949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DBC380-73AE-B80A-104D-D6A674CFD2AD}"/>
              </a:ext>
            </a:extLst>
          </p:cNvPr>
          <p:cNvSpPr/>
          <p:nvPr/>
        </p:nvSpPr>
        <p:spPr>
          <a:xfrm>
            <a:off x="8452681" y="36728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DC384C-5961-0221-BF48-20B286A0626E}"/>
              </a:ext>
            </a:extLst>
          </p:cNvPr>
          <p:cNvSpPr/>
          <p:nvPr/>
        </p:nvSpPr>
        <p:spPr>
          <a:xfrm>
            <a:off x="8290813" y="377527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AC04CF-4055-F496-E5AE-85C50A6E5385}"/>
              </a:ext>
            </a:extLst>
          </p:cNvPr>
          <p:cNvSpPr/>
          <p:nvPr/>
        </p:nvSpPr>
        <p:spPr>
          <a:xfrm>
            <a:off x="8078282" y="377189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1C1CB887-9F8E-C012-D40A-AB14B6A96313}"/>
              </a:ext>
            </a:extLst>
          </p:cNvPr>
          <p:cNvSpPr/>
          <p:nvPr/>
        </p:nvSpPr>
        <p:spPr>
          <a:xfrm>
            <a:off x="8455064" y="3775276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EA04D27C-0F32-BC3C-C1EF-02FF1E166A61}"/>
              </a:ext>
            </a:extLst>
          </p:cNvPr>
          <p:cNvSpPr txBox="1"/>
          <p:nvPr/>
        </p:nvSpPr>
        <p:spPr>
          <a:xfrm>
            <a:off x="8205929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6AA7C1B4-6DA4-3BEF-0701-48D1B905AC0A}"/>
              </a:ext>
            </a:extLst>
          </p:cNvPr>
          <p:cNvSpPr txBox="1"/>
          <p:nvPr/>
        </p:nvSpPr>
        <p:spPr>
          <a:xfrm>
            <a:off x="8389183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4F546CD8-A168-C2CB-561B-70282D8EE872}"/>
              </a:ext>
            </a:extLst>
          </p:cNvPr>
          <p:cNvSpPr/>
          <p:nvPr/>
        </p:nvSpPr>
        <p:spPr>
          <a:xfrm>
            <a:off x="8290587" y="387528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8DD0FC1E-D387-CB1E-E2E8-F9809A1822BF}"/>
              </a:ext>
            </a:extLst>
          </p:cNvPr>
          <p:cNvSpPr/>
          <p:nvPr/>
        </p:nvSpPr>
        <p:spPr>
          <a:xfrm>
            <a:off x="8078056" y="387190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B92A69B2-57FC-53A2-A783-2DC05C773052}"/>
              </a:ext>
            </a:extLst>
          </p:cNvPr>
          <p:cNvSpPr/>
          <p:nvPr/>
        </p:nvSpPr>
        <p:spPr>
          <a:xfrm>
            <a:off x="8454838" y="387528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D2E4C8BA-4AC4-3C1B-9480-3B06A1ECECD6}"/>
              </a:ext>
            </a:extLst>
          </p:cNvPr>
          <p:cNvSpPr/>
          <p:nvPr/>
        </p:nvSpPr>
        <p:spPr>
          <a:xfrm>
            <a:off x="8289021" y="39774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362526B9-1755-E14C-07A1-0B28F066429D}"/>
              </a:ext>
            </a:extLst>
          </p:cNvPr>
          <p:cNvSpPr/>
          <p:nvPr/>
        </p:nvSpPr>
        <p:spPr>
          <a:xfrm>
            <a:off x="8076490" y="397409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ABC3BE22-DC1D-2AE2-57E9-7A1AC835E797}"/>
              </a:ext>
            </a:extLst>
          </p:cNvPr>
          <p:cNvSpPr/>
          <p:nvPr/>
        </p:nvSpPr>
        <p:spPr>
          <a:xfrm>
            <a:off x="8453272" y="397748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17C5B4E7-C835-E2F2-6869-056C524435B9}"/>
              </a:ext>
            </a:extLst>
          </p:cNvPr>
          <p:cNvSpPr txBox="1"/>
          <p:nvPr/>
        </p:nvSpPr>
        <p:spPr>
          <a:xfrm>
            <a:off x="8051955" y="393332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94716BEB-7CA9-D295-F271-2293EAFF634B}"/>
              </a:ext>
            </a:extLst>
          </p:cNvPr>
          <p:cNvSpPr txBox="1"/>
          <p:nvPr/>
        </p:nvSpPr>
        <p:spPr>
          <a:xfrm>
            <a:off x="8019821" y="383052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AA5CEE91-F700-9307-EE5A-12B0E3F10948}"/>
              </a:ext>
            </a:extLst>
          </p:cNvPr>
          <p:cNvSpPr txBox="1"/>
          <p:nvPr/>
        </p:nvSpPr>
        <p:spPr>
          <a:xfrm>
            <a:off x="8006232" y="373979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13CC7AD-651A-90FF-CECB-F16150D0AC7C}"/>
              </a:ext>
            </a:extLst>
          </p:cNvPr>
          <p:cNvSpPr txBox="1"/>
          <p:nvPr/>
        </p:nvSpPr>
        <p:spPr>
          <a:xfrm>
            <a:off x="8269290" y="373082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F61E675D-2FA8-15B1-465B-2BF1E0B4E158}"/>
              </a:ext>
            </a:extLst>
          </p:cNvPr>
          <p:cNvSpPr txBox="1"/>
          <p:nvPr/>
        </p:nvSpPr>
        <p:spPr>
          <a:xfrm>
            <a:off x="7413937" y="3676344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37457418-FF34-6F19-79E2-3280E098B117}"/>
              </a:ext>
            </a:extLst>
          </p:cNvPr>
          <p:cNvSpPr/>
          <p:nvPr/>
        </p:nvSpPr>
        <p:spPr>
          <a:xfrm>
            <a:off x="7464711" y="417465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E5F61F5E-6C0C-3357-826E-FE0ED15725A5}"/>
              </a:ext>
            </a:extLst>
          </p:cNvPr>
          <p:cNvSpPr/>
          <p:nvPr/>
        </p:nvSpPr>
        <p:spPr>
          <a:xfrm>
            <a:off x="7464712" y="417464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A47FBA1-5209-2600-D2A3-6A787AA824FD}"/>
              </a:ext>
            </a:extLst>
          </p:cNvPr>
          <p:cNvSpPr/>
          <p:nvPr/>
        </p:nvSpPr>
        <p:spPr>
          <a:xfrm>
            <a:off x="8288338" y="418031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D48107C4-3D04-DC2B-1B22-55E751982034}"/>
              </a:ext>
            </a:extLst>
          </p:cNvPr>
          <p:cNvSpPr/>
          <p:nvPr/>
        </p:nvSpPr>
        <p:spPr>
          <a:xfrm>
            <a:off x="8075807" y="417693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2E061577-58DB-6F03-0F84-45AD5D72C786}"/>
              </a:ext>
            </a:extLst>
          </p:cNvPr>
          <p:cNvSpPr/>
          <p:nvPr/>
        </p:nvSpPr>
        <p:spPr>
          <a:xfrm>
            <a:off x="8452589" y="41803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FD292177-4CF6-D0B8-DCA4-9F28E3481590}"/>
              </a:ext>
            </a:extLst>
          </p:cNvPr>
          <p:cNvSpPr/>
          <p:nvPr/>
        </p:nvSpPr>
        <p:spPr>
          <a:xfrm>
            <a:off x="8290721" y="4282709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098C9EE4-ABD3-F786-B9C1-1F93BA5E7C0E}"/>
              </a:ext>
            </a:extLst>
          </p:cNvPr>
          <p:cNvSpPr/>
          <p:nvPr/>
        </p:nvSpPr>
        <p:spPr>
          <a:xfrm>
            <a:off x="8078190" y="427932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E36D64A-D3D0-50B8-6D16-BC8ECB62A956}"/>
              </a:ext>
            </a:extLst>
          </p:cNvPr>
          <p:cNvSpPr/>
          <p:nvPr/>
        </p:nvSpPr>
        <p:spPr>
          <a:xfrm>
            <a:off x="8454972" y="4282708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FD352CF9-3276-434D-F399-1F09FAB7FB35}"/>
              </a:ext>
            </a:extLst>
          </p:cNvPr>
          <p:cNvSpPr txBox="1"/>
          <p:nvPr/>
        </p:nvSpPr>
        <p:spPr>
          <a:xfrm>
            <a:off x="8205837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180FA70E-6AB5-0643-0D0D-170745742D5E}"/>
              </a:ext>
            </a:extLst>
          </p:cNvPr>
          <p:cNvSpPr txBox="1"/>
          <p:nvPr/>
        </p:nvSpPr>
        <p:spPr>
          <a:xfrm>
            <a:off x="8389091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4E1E0CA6-D1D2-75BA-6C9A-878B0959F1CF}"/>
              </a:ext>
            </a:extLst>
          </p:cNvPr>
          <p:cNvSpPr/>
          <p:nvPr/>
        </p:nvSpPr>
        <p:spPr>
          <a:xfrm>
            <a:off x="8290495" y="438271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6C8367D4-7F74-BEF8-3328-C1435DB65E69}"/>
              </a:ext>
            </a:extLst>
          </p:cNvPr>
          <p:cNvSpPr/>
          <p:nvPr/>
        </p:nvSpPr>
        <p:spPr>
          <a:xfrm>
            <a:off x="8077964" y="43793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4AD2641-DE3F-2DCC-12A1-E6FEDC28723D}"/>
              </a:ext>
            </a:extLst>
          </p:cNvPr>
          <p:cNvSpPr/>
          <p:nvPr/>
        </p:nvSpPr>
        <p:spPr>
          <a:xfrm>
            <a:off x="8454746" y="438271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E0FD86D3-3812-4BE9-A2A0-90FBD8CF97CB}"/>
              </a:ext>
            </a:extLst>
          </p:cNvPr>
          <p:cNvSpPr/>
          <p:nvPr/>
        </p:nvSpPr>
        <p:spPr>
          <a:xfrm>
            <a:off x="8288929" y="4484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9C844A65-587B-6EB7-74B8-33C4FC70D240}"/>
              </a:ext>
            </a:extLst>
          </p:cNvPr>
          <p:cNvSpPr/>
          <p:nvPr/>
        </p:nvSpPr>
        <p:spPr>
          <a:xfrm>
            <a:off x="8076398" y="448152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EA73A855-641F-E0C9-592A-CEBBAEAA455D}"/>
              </a:ext>
            </a:extLst>
          </p:cNvPr>
          <p:cNvSpPr/>
          <p:nvPr/>
        </p:nvSpPr>
        <p:spPr>
          <a:xfrm>
            <a:off x="8453180" y="448491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526CCC7B-48F6-0313-FA4C-B5D2AD360D6C}"/>
              </a:ext>
            </a:extLst>
          </p:cNvPr>
          <p:cNvSpPr txBox="1"/>
          <p:nvPr/>
        </p:nvSpPr>
        <p:spPr>
          <a:xfrm>
            <a:off x="8051863" y="444076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944FC1EE-28C3-FF3C-354F-9A722F0D6339}"/>
              </a:ext>
            </a:extLst>
          </p:cNvPr>
          <p:cNvSpPr txBox="1"/>
          <p:nvPr/>
        </p:nvSpPr>
        <p:spPr>
          <a:xfrm>
            <a:off x="8019729" y="433795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E2D6B8ED-2169-A68E-13BC-73913BBA9BD4}"/>
              </a:ext>
            </a:extLst>
          </p:cNvPr>
          <p:cNvSpPr txBox="1"/>
          <p:nvPr/>
        </p:nvSpPr>
        <p:spPr>
          <a:xfrm>
            <a:off x="8006140" y="424722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31CEFF98-1CFA-8C4C-813D-29FB7A756FCB}"/>
              </a:ext>
            </a:extLst>
          </p:cNvPr>
          <p:cNvSpPr txBox="1"/>
          <p:nvPr/>
        </p:nvSpPr>
        <p:spPr>
          <a:xfrm>
            <a:off x="8246511" y="42374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0D0EC6CE-F33F-25A1-6D23-A9A6D235A01B}"/>
              </a:ext>
            </a:extLst>
          </p:cNvPr>
          <p:cNvSpPr txBox="1"/>
          <p:nvPr/>
        </p:nvSpPr>
        <p:spPr>
          <a:xfrm>
            <a:off x="8426667" y="4239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B876DC1F-C36A-562F-ACFE-5DC2AFD14564}"/>
              </a:ext>
            </a:extLst>
          </p:cNvPr>
          <p:cNvSpPr/>
          <p:nvPr/>
        </p:nvSpPr>
        <p:spPr>
          <a:xfrm>
            <a:off x="7466120" y="466956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B3AC0CC8-05A7-7C75-59CE-FFCC917DC9B9}"/>
              </a:ext>
            </a:extLst>
          </p:cNvPr>
          <p:cNvSpPr/>
          <p:nvPr/>
        </p:nvSpPr>
        <p:spPr>
          <a:xfrm>
            <a:off x="7466121" y="466955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0A7450AA-2121-4335-2A96-2E57ED2A917B}"/>
              </a:ext>
            </a:extLst>
          </p:cNvPr>
          <p:cNvSpPr/>
          <p:nvPr/>
        </p:nvSpPr>
        <p:spPr>
          <a:xfrm>
            <a:off x="8289747" y="46752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954B63E7-7134-6C59-4F53-4C38D415BD34}"/>
              </a:ext>
            </a:extLst>
          </p:cNvPr>
          <p:cNvSpPr/>
          <p:nvPr/>
        </p:nvSpPr>
        <p:spPr>
          <a:xfrm>
            <a:off x="8077216" y="467184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38638730-FD68-480F-03FC-A2A11C4D74DD}"/>
              </a:ext>
            </a:extLst>
          </p:cNvPr>
          <p:cNvSpPr/>
          <p:nvPr/>
        </p:nvSpPr>
        <p:spPr>
          <a:xfrm>
            <a:off x="8453998" y="46752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1AA72B-0BFB-93C3-A8DC-E9ED795CBC30}"/>
              </a:ext>
            </a:extLst>
          </p:cNvPr>
          <p:cNvSpPr/>
          <p:nvPr/>
        </p:nvSpPr>
        <p:spPr>
          <a:xfrm>
            <a:off x="8292130" y="4777619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7664341-56B2-A308-E708-FDE8E2542709}"/>
              </a:ext>
            </a:extLst>
          </p:cNvPr>
          <p:cNvSpPr/>
          <p:nvPr/>
        </p:nvSpPr>
        <p:spPr>
          <a:xfrm>
            <a:off x="8079599" y="47742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A72D97-12AF-2794-0647-8CFCCE70DD9B}"/>
              </a:ext>
            </a:extLst>
          </p:cNvPr>
          <p:cNvSpPr/>
          <p:nvPr/>
        </p:nvSpPr>
        <p:spPr>
          <a:xfrm>
            <a:off x="8456381" y="4777618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89BF45-CFCF-D547-82CD-8A5C99696BC5}"/>
              </a:ext>
            </a:extLst>
          </p:cNvPr>
          <p:cNvSpPr txBox="1"/>
          <p:nvPr/>
        </p:nvSpPr>
        <p:spPr>
          <a:xfrm>
            <a:off x="8207246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44ED70-9DA8-5667-B7C2-1EA19A990EC9}"/>
              </a:ext>
            </a:extLst>
          </p:cNvPr>
          <p:cNvSpPr txBox="1"/>
          <p:nvPr/>
        </p:nvSpPr>
        <p:spPr>
          <a:xfrm>
            <a:off x="8390500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64D8C42-9E5F-8372-2363-3FD02656E13D}"/>
              </a:ext>
            </a:extLst>
          </p:cNvPr>
          <p:cNvSpPr/>
          <p:nvPr/>
        </p:nvSpPr>
        <p:spPr>
          <a:xfrm>
            <a:off x="8291904" y="48776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EB7207C-C2DB-F8E7-CE3F-D96C239BE976}"/>
              </a:ext>
            </a:extLst>
          </p:cNvPr>
          <p:cNvSpPr/>
          <p:nvPr/>
        </p:nvSpPr>
        <p:spPr>
          <a:xfrm>
            <a:off x="8079373" y="48742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FD76F8F-A816-8D43-A538-90EE44FE9EDE}"/>
              </a:ext>
            </a:extLst>
          </p:cNvPr>
          <p:cNvSpPr/>
          <p:nvPr/>
        </p:nvSpPr>
        <p:spPr>
          <a:xfrm>
            <a:off x="8456155" y="48776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00124EE-7285-6F47-EC65-13AAC1F04280}"/>
              </a:ext>
            </a:extLst>
          </p:cNvPr>
          <p:cNvSpPr/>
          <p:nvPr/>
        </p:nvSpPr>
        <p:spPr>
          <a:xfrm>
            <a:off x="8290338" y="497982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ED2CC62-8348-939B-76E4-64E29DC469FE}"/>
              </a:ext>
            </a:extLst>
          </p:cNvPr>
          <p:cNvSpPr/>
          <p:nvPr/>
        </p:nvSpPr>
        <p:spPr>
          <a:xfrm>
            <a:off x="8077807" y="497643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3F3E68-DDA5-0F5B-D254-58261238DBC6}"/>
              </a:ext>
            </a:extLst>
          </p:cNvPr>
          <p:cNvSpPr/>
          <p:nvPr/>
        </p:nvSpPr>
        <p:spPr>
          <a:xfrm>
            <a:off x="8454589" y="49798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1D1759-7B04-F7DA-4732-F13475F9DCCB}"/>
              </a:ext>
            </a:extLst>
          </p:cNvPr>
          <p:cNvSpPr txBox="1"/>
          <p:nvPr/>
        </p:nvSpPr>
        <p:spPr>
          <a:xfrm>
            <a:off x="8053272" y="493567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BB1427-0455-0517-22DD-66A6C5762B7F}"/>
              </a:ext>
            </a:extLst>
          </p:cNvPr>
          <p:cNvSpPr txBox="1"/>
          <p:nvPr/>
        </p:nvSpPr>
        <p:spPr>
          <a:xfrm>
            <a:off x="8021138" y="483286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67D3E7-6128-A172-59F2-BA393F2A2FBA}"/>
              </a:ext>
            </a:extLst>
          </p:cNvPr>
          <p:cNvSpPr txBox="1"/>
          <p:nvPr/>
        </p:nvSpPr>
        <p:spPr>
          <a:xfrm>
            <a:off x="8007549" y="474213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B6106C-0118-C751-2B52-48FFCFB389F6}"/>
              </a:ext>
            </a:extLst>
          </p:cNvPr>
          <p:cNvSpPr txBox="1"/>
          <p:nvPr/>
        </p:nvSpPr>
        <p:spPr>
          <a:xfrm>
            <a:off x="8262251" y="473983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9E2E7B-EB09-44BD-F8AF-F0B3988AE030}"/>
              </a:ext>
            </a:extLst>
          </p:cNvPr>
          <p:cNvSpPr txBox="1"/>
          <p:nvPr/>
        </p:nvSpPr>
        <p:spPr>
          <a:xfrm>
            <a:off x="8412570" y="473637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EF516C-0606-6F95-8AA3-5758F7E36587}"/>
              </a:ext>
            </a:extLst>
          </p:cNvPr>
          <p:cNvSpPr txBox="1"/>
          <p:nvPr/>
        </p:nvSpPr>
        <p:spPr>
          <a:xfrm>
            <a:off x="7384674" y="4142092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AB9A10-C2F1-EA3D-9D8A-E040092D54CC}"/>
              </a:ext>
            </a:extLst>
          </p:cNvPr>
          <p:cNvSpPr txBox="1"/>
          <p:nvPr/>
        </p:nvSpPr>
        <p:spPr>
          <a:xfrm>
            <a:off x="7450136" y="4689361"/>
            <a:ext cx="8192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Piston 1 broken</a:t>
            </a:r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43C27ECF-2346-8CC4-C65A-F63E362E1A5A}"/>
              </a:ext>
            </a:extLst>
          </p:cNvPr>
          <p:cNvSpPr/>
          <p:nvPr/>
        </p:nvSpPr>
        <p:spPr>
          <a:xfrm>
            <a:off x="7681452" y="346081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D685A9-C4BD-6D5D-CFF9-8ECE92BDCBEA}"/>
              </a:ext>
            </a:extLst>
          </p:cNvPr>
          <p:cNvSpPr txBox="1"/>
          <p:nvPr/>
        </p:nvSpPr>
        <p:spPr>
          <a:xfrm>
            <a:off x="8425953" y="373106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81A8E1C-1754-7418-4E6C-3B258CAAEE46}"/>
              </a:ext>
            </a:extLst>
          </p:cNvPr>
          <p:cNvSpPr/>
          <p:nvPr/>
        </p:nvSpPr>
        <p:spPr>
          <a:xfrm>
            <a:off x="7858687" y="316334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4996080-8EA6-994F-7804-BAE6997E59FF}"/>
              </a:ext>
            </a:extLst>
          </p:cNvPr>
          <p:cNvSpPr/>
          <p:nvPr/>
        </p:nvSpPr>
        <p:spPr>
          <a:xfrm>
            <a:off x="8647230" y="304038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A737FFC-04D2-FA68-89E0-300B39AADDC3}"/>
              </a:ext>
            </a:extLst>
          </p:cNvPr>
          <p:cNvSpPr txBox="1"/>
          <p:nvPr/>
        </p:nvSpPr>
        <p:spPr>
          <a:xfrm>
            <a:off x="8137431" y="3014393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A67FACD-9808-CA8B-6790-F0C30825B297}"/>
              </a:ext>
            </a:extLst>
          </p:cNvPr>
          <p:cNvCxnSpPr>
            <a:cxnSpLocks/>
          </p:cNvCxnSpPr>
          <p:nvPr/>
        </p:nvCxnSpPr>
        <p:spPr>
          <a:xfrm>
            <a:off x="8053215" y="316334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473780A-DF5F-651A-CAC8-B2C5947B7A0A}"/>
              </a:ext>
            </a:extLst>
          </p:cNvPr>
          <p:cNvCxnSpPr>
            <a:cxnSpLocks/>
          </p:cNvCxnSpPr>
          <p:nvPr/>
        </p:nvCxnSpPr>
        <p:spPr>
          <a:xfrm>
            <a:off x="8234190" y="316334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10988A-E242-1B84-93E8-7C7C1EFE8768}"/>
              </a:ext>
            </a:extLst>
          </p:cNvPr>
          <p:cNvCxnSpPr>
            <a:cxnSpLocks/>
          </p:cNvCxnSpPr>
          <p:nvPr/>
        </p:nvCxnSpPr>
        <p:spPr>
          <a:xfrm>
            <a:off x="8365157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FFE2790-37A2-012E-B7B0-D668D71622AE}"/>
              </a:ext>
            </a:extLst>
          </p:cNvPr>
          <p:cNvCxnSpPr>
            <a:cxnSpLocks/>
          </p:cNvCxnSpPr>
          <p:nvPr/>
        </p:nvCxnSpPr>
        <p:spPr>
          <a:xfrm>
            <a:off x="8493741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17B3A54-2A8A-9467-D7D9-4B5D65D3D6F9}"/>
              </a:ext>
            </a:extLst>
          </p:cNvPr>
          <p:cNvSpPr txBox="1"/>
          <p:nvPr/>
        </p:nvSpPr>
        <p:spPr>
          <a:xfrm>
            <a:off x="8638736" y="314074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D8FC4EE-44FE-005C-FE96-7BCB000D68B9}"/>
              </a:ext>
            </a:extLst>
          </p:cNvPr>
          <p:cNvSpPr/>
          <p:nvPr/>
        </p:nvSpPr>
        <p:spPr>
          <a:xfrm>
            <a:off x="8647230" y="316679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A3F15F5A-04DA-4CBC-AC86-92E7D459E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7905024" y="3174463"/>
            <a:ext cx="101441" cy="95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CA328976-0CB4-30F6-7929-0310BC660730}"/>
              </a:ext>
            </a:extLst>
          </p:cNvPr>
          <p:cNvSpPr txBox="1"/>
          <p:nvPr/>
        </p:nvSpPr>
        <p:spPr>
          <a:xfrm>
            <a:off x="8049720" y="3127657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CF0D02-59B5-C654-0283-F8FF80E9494F}"/>
              </a:ext>
            </a:extLst>
          </p:cNvPr>
          <p:cNvSpPr txBox="1"/>
          <p:nvPr/>
        </p:nvSpPr>
        <p:spPr>
          <a:xfrm>
            <a:off x="7558519" y="4936264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EAABE4-FE12-9E96-2828-67A7E2D4BE5E}"/>
              </a:ext>
            </a:extLst>
          </p:cNvPr>
          <p:cNvSpPr txBox="1"/>
          <p:nvPr/>
        </p:nvSpPr>
        <p:spPr>
          <a:xfrm>
            <a:off x="7715298" y="3491984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98" name="Arrow: Down 97">
            <a:extLst>
              <a:ext uri="{FF2B5EF4-FFF2-40B4-BE49-F238E27FC236}">
                <a16:creationId xmlns:a16="http://schemas.microsoft.com/office/drawing/2014/main" id="{5B18859F-263C-A642-1A84-8974289E2CA7}"/>
              </a:ext>
            </a:extLst>
          </p:cNvPr>
          <p:cNvSpPr/>
          <p:nvPr/>
        </p:nvSpPr>
        <p:spPr>
          <a:xfrm>
            <a:off x="7643674" y="5179655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CE35D3C-09E2-FFC2-0A6A-584F85BA840D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C412B0C-D1C2-3CEB-34F2-7713FC852BE3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CEC5D9F-3AB6-CEF6-85ED-1D053F061A23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19BC88C-779F-424B-ED80-CCAA605EB3A8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DC67946-68BA-BC15-1464-4FEDB3A60049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348064-2584-36C9-9ECE-A91B9AF7A32D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5C1E121-E859-CC78-CDC8-6E5A33BDC3EA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677D5DB-2E01-755B-F7A1-AEDAF96CDA94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F5A569B-4F90-58D5-ED71-77D793AB07ED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1A35A0E-00BA-E59E-90FF-91D3003DAF37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AAB41C8F-5A81-EA98-B096-7C0C83B49D0D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2AF2DE5-CE0D-A058-D4DD-8743C46C5DB3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57E0AD6-93CB-E53C-2461-98C8058A71AE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575B34-66EA-3660-60EB-46AD6E7BD47E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3EB2A93-CB9C-8BFD-0F81-478A3D798487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D99DEFD-D424-1CA5-07B7-A3B413DD71FA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ED9D34B-A7D2-FAA2-8B20-F9B7D79F644A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145BFE9-D5E5-FEE8-5C96-FF1CEE6CE174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B9FA1CC-D4FD-35AB-B51A-810F7959409E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6ED8463C-47BB-E18E-9812-C8125F53F8A8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EEDD8F5E-40A2-2200-8332-40280BC371B9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5326C52D-451C-50FA-D71A-58A7F85C0CC8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E6B5C730-D8A1-7814-D7C7-09FBA6176FAB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265282E5-C4A5-72E1-3357-8161B761461B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28E979B-863E-F678-CA1D-2FDBCC8A6EA1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6741CE5-963D-4E64-F431-F4338514A542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6846576-5B5F-19B1-900F-8E6FF95699BA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511B889-179E-1D34-B617-DEC09178C90D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B63BDA8-83EA-E91C-E882-CB278168AFE3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2BDAFFEF-7EE0-C930-B6D2-6E4F1647F933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6F10CC6-FC97-E9C4-DD0F-A20AA1F18279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1A491C89-E373-DBF5-465A-AF010B755D23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F1F3E8D8-4240-8AAA-FB2E-5E33AB31D13D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0348EF2F-3725-AAE3-9C16-3251AB451170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4D4932D-ADF6-53AC-E4DD-4D0D887D14EA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088D25EE-A79B-4462-7BF3-0B3F8B155F8D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A83C637F-5D4C-7CD7-BBBC-C38EC1975880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DFE7D0D7-7CC0-FF83-3D99-71C2F5A84901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F07DF55-7853-080C-F5E2-9925FCACEFB6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3E591B94-B7C5-7D72-45B2-4348E920CAA5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EBF8FB17-DB2A-387A-8E9A-AD6CB7F84238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13128BEA-A422-8E98-B110-A9926032915A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2162BAA9-D83A-47FC-DEF8-CADF36A6799A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8A919588-1317-E71D-1463-AE4CA3C96B5C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CC09C9CD-6E19-8F37-1899-A483D78A4E82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D3D20FF3-0E11-855F-878F-92DF5E918A41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604DD53C-6274-4B46-E44C-21387BD73780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88" name="Arrow: Down 287">
            <a:extLst>
              <a:ext uri="{FF2B5EF4-FFF2-40B4-BE49-F238E27FC236}">
                <a16:creationId xmlns:a16="http://schemas.microsoft.com/office/drawing/2014/main" id="{96A37F5E-8E82-B304-E4A6-4486FF81AC8F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491C43-5E3F-6AA8-8138-F521BB95F5AC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0" name="Arrow: Down 289">
            <a:extLst>
              <a:ext uri="{FF2B5EF4-FFF2-40B4-BE49-F238E27FC236}">
                <a16:creationId xmlns:a16="http://schemas.microsoft.com/office/drawing/2014/main" id="{A9A8C6F2-9C60-6034-E712-ED37D3BEADA4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1630A089-3A72-3382-A90D-01A9CE123C5F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1CD4030-54A3-0E0D-8EBC-117B1D7B01D9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179DC83-3AA3-7823-A635-DEF44B4B8DEF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813F027-547B-912B-386D-EDC86F543666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32E98E-3BE3-6CE5-C9C2-E90AB37CBAF6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6DFE5DD4-323B-6036-9F1D-27229038C0DE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D4BCC1DA-8F62-5B21-87AE-A08054EC744C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423B6C52-C54A-C34F-4157-8A6F213CF193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85F4F5A1-D640-E9A4-0CD7-E0CEDF097840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CB5C18BE-B9E9-4C2D-B3BF-21C728077858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22EADB5B-9DA9-B812-516E-9F2C15DB87C9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C94D905C-D77F-DF8E-5DF3-E39549DB82FB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D3DD81B-511C-3FA9-072F-A181AFB351BF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771B415-7387-97F9-2909-3FA1654B6489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26C8BCD8-6749-AE08-68FC-1CE371B03F1F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00E1537F-450B-8914-3FD8-89AA79C55FF1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CCED7AA-F0B8-8141-4BCA-0113DBE30A19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7AF3B8A-301C-D3A2-ED23-DF429879F1C4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C0E7ACB4-08AE-D3D9-1018-D8A93E10DEC8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376F564-60BB-0DEB-E2A8-2B1D9032EBEE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23AFE30-925C-F90F-F4B5-99544B6454A4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DB2DEBA-950A-2975-FDEB-C62817C30914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7EC16EE3-F273-906E-27A0-EB96C780AF39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DF815EA6-1BF0-5B64-993E-6EA1C935F484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6F25FD6-3843-54DE-F1CD-3A896D5AC3C3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443F3662-AC6A-9B14-3F42-846BA84E0091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0699FA8D-34A6-63ED-C06B-D5AB73861C3F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F116E0FB-8F96-8B23-0022-EA80160A5956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D0E908A3-AB6F-12FD-9BF4-E0566C923034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7432217B-DC96-BAD0-7E1C-7F2FAB63ED5B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1F5348F2-83B1-FBDC-E650-C4E729C56FDF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02" name="Rectangle 1601">
            <a:extLst>
              <a:ext uri="{FF2B5EF4-FFF2-40B4-BE49-F238E27FC236}">
                <a16:creationId xmlns:a16="http://schemas.microsoft.com/office/drawing/2014/main" id="{336C61B2-EDCB-6CB6-BFAB-FB8D492E7C84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31A6000E-2891-11D4-BB34-7E916E5DB000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9D6C8F89-F494-7E3C-9DB6-483BF95BC593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5" name="TextBox 1604">
            <a:extLst>
              <a:ext uri="{FF2B5EF4-FFF2-40B4-BE49-F238E27FC236}">
                <a16:creationId xmlns:a16="http://schemas.microsoft.com/office/drawing/2014/main" id="{06F57A78-6F8E-2954-B512-75B88A3F1EB7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55CDC70D-DE7B-1ADF-2708-0A5AFFA205FD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2790FE56-6213-70B6-7C4A-E9642E03F54D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Rectangle 1607">
            <a:extLst>
              <a:ext uri="{FF2B5EF4-FFF2-40B4-BE49-F238E27FC236}">
                <a16:creationId xmlns:a16="http://schemas.microsoft.com/office/drawing/2014/main" id="{F42F4B56-9C1F-A3DF-5827-0DA1FDE2A13B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FCDB4E9B-152B-E7D4-F585-F17C3F2EB650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5741FD1A-BEA2-1E21-9DE2-DEDA017FAECA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BF6E1513-A099-5EE0-3C2B-3B8935A509C2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93F59A41-F564-E561-086D-0207438E89A6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4982467C-BB4A-128D-0B66-1AF740C908CD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23FB75B0-81A8-F161-533C-00381FFE1772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15" name="TextBox 1614">
            <a:extLst>
              <a:ext uri="{FF2B5EF4-FFF2-40B4-BE49-F238E27FC236}">
                <a16:creationId xmlns:a16="http://schemas.microsoft.com/office/drawing/2014/main" id="{0877B4FA-10FC-C0B8-46F4-57FE88330707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6793CA59-E024-31FB-1CCA-A8965772B961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7070E93D-DCC1-D6F2-E7E8-1C4470766734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3DD1C169-B43E-03E1-76A7-F58C8AD1D359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619" name="Straight Connector 1618">
            <a:extLst>
              <a:ext uri="{FF2B5EF4-FFF2-40B4-BE49-F238E27FC236}">
                <a16:creationId xmlns:a16="http://schemas.microsoft.com/office/drawing/2014/main" id="{B77914C7-6000-7093-4EF9-D1820403B4B0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0" name="Straight Connector 1619">
            <a:extLst>
              <a:ext uri="{FF2B5EF4-FFF2-40B4-BE49-F238E27FC236}">
                <a16:creationId xmlns:a16="http://schemas.microsoft.com/office/drawing/2014/main" id="{F3F536B6-7B64-3F06-ACBE-0FAA489BA507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1" name="TextBox 1620">
            <a:extLst>
              <a:ext uri="{FF2B5EF4-FFF2-40B4-BE49-F238E27FC236}">
                <a16:creationId xmlns:a16="http://schemas.microsoft.com/office/drawing/2014/main" id="{4E9B9AE3-3F80-437F-B3D9-C76863BE1F2D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622" name="Arrow: Down 1621">
            <a:extLst>
              <a:ext uri="{FF2B5EF4-FFF2-40B4-BE49-F238E27FC236}">
                <a16:creationId xmlns:a16="http://schemas.microsoft.com/office/drawing/2014/main" id="{5421750C-B5BE-32EB-C050-7B99F9330F17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51B2456C-F80D-A599-54C3-9FCA3DB5E9A8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4" name="Arrow: Down 1623">
            <a:extLst>
              <a:ext uri="{FF2B5EF4-FFF2-40B4-BE49-F238E27FC236}">
                <a16:creationId xmlns:a16="http://schemas.microsoft.com/office/drawing/2014/main" id="{23DFFB65-8CC6-5139-A052-27EEDAA6AE78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42CC1919-2638-72DA-A31F-E4DAB6C1BB91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2EFAAD19-B088-C5C0-E0B4-E50E7B151211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7" name="Rectangle 1626">
            <a:extLst>
              <a:ext uri="{FF2B5EF4-FFF2-40B4-BE49-F238E27FC236}">
                <a16:creationId xmlns:a16="http://schemas.microsoft.com/office/drawing/2014/main" id="{B96FA46E-49B9-C839-C8DE-B06836C2044D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72DD78A1-E30B-D640-848B-F0098BDE0A86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9" name="Rectangle 1628">
            <a:extLst>
              <a:ext uri="{FF2B5EF4-FFF2-40B4-BE49-F238E27FC236}">
                <a16:creationId xmlns:a16="http://schemas.microsoft.com/office/drawing/2014/main" id="{38E5295E-530D-ABAB-F7D0-731D1BB03232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0" name="Rectangle 1629">
            <a:extLst>
              <a:ext uri="{FF2B5EF4-FFF2-40B4-BE49-F238E27FC236}">
                <a16:creationId xmlns:a16="http://schemas.microsoft.com/office/drawing/2014/main" id="{4BFDF154-C33F-AFE6-3175-9B248FB74553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BCBF6F0A-C1A1-A7D8-4144-3EF0633D8FB1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DABFC112-0A85-EE94-414B-D2C0C6BCDB03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2E50B52A-E1B2-88B9-19E3-FC4857F94DE5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CE74588A-4DE1-0971-1776-44413C816C0F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682B8C9C-7E4E-8EA2-18AA-2F4E02473C20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637" name="TextBox 1636">
            <a:extLst>
              <a:ext uri="{FF2B5EF4-FFF2-40B4-BE49-F238E27FC236}">
                <a16:creationId xmlns:a16="http://schemas.microsoft.com/office/drawing/2014/main" id="{5C344DAE-5DBE-7771-FE2A-689466EF8337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DA938719-F928-D5E0-D902-E020E0F3FD21}"/>
              </a:ext>
            </a:extLst>
          </p:cNvPr>
          <p:cNvSpPr/>
          <p:nvPr/>
        </p:nvSpPr>
        <p:spPr>
          <a:xfrm>
            <a:off x="7545915" y="4179264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4C4FE1A7-995B-C0EB-A12C-0DE5533517F0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88C82204-475D-1613-ECB6-5443AFF4B79B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CFC3E469-8665-1A6A-ADD9-15699117794C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2526C58D-0836-14F9-8043-6F4EEA69A7D7}"/>
              </a:ext>
            </a:extLst>
          </p:cNvPr>
          <p:cNvSpPr txBox="1"/>
          <p:nvPr/>
        </p:nvSpPr>
        <p:spPr>
          <a:xfrm>
            <a:off x="7515909" y="47426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Detection</a:t>
            </a: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131D8B0B-EA8C-70B4-4585-6560A41B1B78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649" name="Straight Connector 1648">
            <a:extLst>
              <a:ext uri="{FF2B5EF4-FFF2-40B4-BE49-F238E27FC236}">
                <a16:creationId xmlns:a16="http://schemas.microsoft.com/office/drawing/2014/main" id="{83E5E38D-7F72-7B82-735A-557CEB6937D7}"/>
              </a:ext>
            </a:extLst>
          </p:cNvPr>
          <p:cNvCxnSpPr>
            <a:cxnSpLocks/>
          </p:cNvCxnSpPr>
          <p:nvPr/>
        </p:nvCxnSpPr>
        <p:spPr>
          <a:xfrm flipH="1">
            <a:off x="7548512" y="4304628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0" name="TextBox 1649">
            <a:extLst>
              <a:ext uri="{FF2B5EF4-FFF2-40B4-BE49-F238E27FC236}">
                <a16:creationId xmlns:a16="http://schemas.microsoft.com/office/drawing/2014/main" id="{B372D8DC-6753-7253-DDBC-A4EDB3B25705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cxnSp>
        <p:nvCxnSpPr>
          <p:cNvPr id="1651" name="Straight Connector 1650">
            <a:extLst>
              <a:ext uri="{FF2B5EF4-FFF2-40B4-BE49-F238E27FC236}">
                <a16:creationId xmlns:a16="http://schemas.microsoft.com/office/drawing/2014/main" id="{2C415326-281E-BAD0-7368-639072866378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2" name="Straight Connector 1651">
            <a:extLst>
              <a:ext uri="{FF2B5EF4-FFF2-40B4-BE49-F238E27FC236}">
                <a16:creationId xmlns:a16="http://schemas.microsoft.com/office/drawing/2014/main" id="{A3708DCF-BE26-6B40-9257-C59F47B452A8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3" name="Straight Connector 1652">
            <a:extLst>
              <a:ext uri="{FF2B5EF4-FFF2-40B4-BE49-F238E27FC236}">
                <a16:creationId xmlns:a16="http://schemas.microsoft.com/office/drawing/2014/main" id="{718D1202-10BE-D09E-A06C-79FE662F3C28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DB0BF57B-44C6-4721-29C3-904A1D26F9D4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Straight Connector 1654">
            <a:extLst>
              <a:ext uri="{FF2B5EF4-FFF2-40B4-BE49-F238E27FC236}">
                <a16:creationId xmlns:a16="http://schemas.microsoft.com/office/drawing/2014/main" id="{AA3BA187-A592-8B93-D032-7B5D20A81C2D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6" name="Straight Connector 1655">
            <a:extLst>
              <a:ext uri="{FF2B5EF4-FFF2-40B4-BE49-F238E27FC236}">
                <a16:creationId xmlns:a16="http://schemas.microsoft.com/office/drawing/2014/main" id="{08A72F43-31F0-7A7C-DCD8-24EDBC61969F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Straight Connector 1656">
            <a:extLst>
              <a:ext uri="{FF2B5EF4-FFF2-40B4-BE49-F238E27FC236}">
                <a16:creationId xmlns:a16="http://schemas.microsoft.com/office/drawing/2014/main" id="{6CFF326B-88AB-D6B3-48CC-5586A33217B4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TextBox 1657">
            <a:extLst>
              <a:ext uri="{FF2B5EF4-FFF2-40B4-BE49-F238E27FC236}">
                <a16:creationId xmlns:a16="http://schemas.microsoft.com/office/drawing/2014/main" id="{C10C7EDA-B47D-E802-63B0-9D869D382A18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659" name="TextBox 1658">
            <a:extLst>
              <a:ext uri="{FF2B5EF4-FFF2-40B4-BE49-F238E27FC236}">
                <a16:creationId xmlns:a16="http://schemas.microsoft.com/office/drawing/2014/main" id="{FF16B3A0-A39D-DFDD-185D-13B7C3A48E6F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4B04575C-B067-BCA1-C30D-D915A6842F50}"/>
              </a:ext>
            </a:extLst>
          </p:cNvPr>
          <p:cNvSpPr txBox="1"/>
          <p:nvPr/>
        </p:nvSpPr>
        <p:spPr>
          <a:xfrm>
            <a:off x="8530384" y="4745669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1661" name="Straight Connector 1660">
            <a:extLst>
              <a:ext uri="{FF2B5EF4-FFF2-40B4-BE49-F238E27FC236}">
                <a16:creationId xmlns:a16="http://schemas.microsoft.com/office/drawing/2014/main" id="{4A084C55-CF50-A426-632F-97167F43873B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970A4661-4EE7-DD86-8942-E1F5C10E5D33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Straight Connector 1662">
            <a:extLst>
              <a:ext uri="{FF2B5EF4-FFF2-40B4-BE49-F238E27FC236}">
                <a16:creationId xmlns:a16="http://schemas.microsoft.com/office/drawing/2014/main" id="{A90DB78F-F05A-B3A5-04BC-3ACFF969A5D6}"/>
              </a:ext>
            </a:extLst>
          </p:cNvPr>
          <p:cNvCxnSpPr>
            <a:cxnSpLocks/>
          </p:cNvCxnSpPr>
          <p:nvPr/>
        </p:nvCxnSpPr>
        <p:spPr>
          <a:xfrm>
            <a:off x="7547392" y="448664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EBDD0F7E-A5ED-934F-7AEE-28BA2BD930CE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F2EF22B3-ACBA-AD85-2F9E-11C375C803C3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6" name="Straight Connector 1665">
            <a:extLst>
              <a:ext uri="{FF2B5EF4-FFF2-40B4-BE49-F238E27FC236}">
                <a16:creationId xmlns:a16="http://schemas.microsoft.com/office/drawing/2014/main" id="{9B058041-CA42-C842-F401-0EDF2F296B9B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7" name="Rectangle 1666">
            <a:extLst>
              <a:ext uri="{FF2B5EF4-FFF2-40B4-BE49-F238E27FC236}">
                <a16:creationId xmlns:a16="http://schemas.microsoft.com/office/drawing/2014/main" id="{3095F3E8-3351-D59E-914B-AE1017FB1FE3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8" name="TextBox 1667">
            <a:extLst>
              <a:ext uri="{FF2B5EF4-FFF2-40B4-BE49-F238E27FC236}">
                <a16:creationId xmlns:a16="http://schemas.microsoft.com/office/drawing/2014/main" id="{AAEF07E4-10A0-D2BF-46CD-77F1F1F3EBB7}"/>
              </a:ext>
            </a:extLst>
          </p:cNvPr>
          <p:cNvSpPr txBox="1"/>
          <p:nvPr/>
        </p:nvSpPr>
        <p:spPr>
          <a:xfrm>
            <a:off x="8527194" y="5268630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DE3F64B-DFCF-5F0B-274E-5B1C60D45558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0" name="TextBox 1669">
            <a:extLst>
              <a:ext uri="{FF2B5EF4-FFF2-40B4-BE49-F238E27FC236}">
                <a16:creationId xmlns:a16="http://schemas.microsoft.com/office/drawing/2014/main" id="{15D732A3-E525-EDCB-DDB3-55776A39C582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1" name="TextBox 1670">
            <a:extLst>
              <a:ext uri="{FF2B5EF4-FFF2-40B4-BE49-F238E27FC236}">
                <a16:creationId xmlns:a16="http://schemas.microsoft.com/office/drawing/2014/main" id="{97D3FB42-5E82-D2F7-1063-47E0C993B6A2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672" name="TextBox 1671">
            <a:extLst>
              <a:ext uri="{FF2B5EF4-FFF2-40B4-BE49-F238E27FC236}">
                <a16:creationId xmlns:a16="http://schemas.microsoft.com/office/drawing/2014/main" id="{752B2E4F-E0B8-2464-CF15-F7B0109A824C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3" name="TextBox 1672">
            <a:extLst>
              <a:ext uri="{FF2B5EF4-FFF2-40B4-BE49-F238E27FC236}">
                <a16:creationId xmlns:a16="http://schemas.microsoft.com/office/drawing/2014/main" id="{18362306-D401-BD08-F76E-27EE6BB59B67}"/>
              </a:ext>
            </a:extLst>
          </p:cNvPr>
          <p:cNvSpPr txBox="1"/>
          <p:nvPr/>
        </p:nvSpPr>
        <p:spPr>
          <a:xfrm>
            <a:off x="8525680" y="5155137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674" name="TextBox 1673">
            <a:extLst>
              <a:ext uri="{FF2B5EF4-FFF2-40B4-BE49-F238E27FC236}">
                <a16:creationId xmlns:a16="http://schemas.microsoft.com/office/drawing/2014/main" id="{E9A2A1CB-375F-8477-C864-7BFFDBDFC8A7}"/>
              </a:ext>
            </a:extLst>
          </p:cNvPr>
          <p:cNvSpPr txBox="1"/>
          <p:nvPr/>
        </p:nvSpPr>
        <p:spPr>
          <a:xfrm>
            <a:off x="8245534" y="5132328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787ADF3A-0AEE-9069-B2B1-91047FF39494}"/>
              </a:ext>
            </a:extLst>
          </p:cNvPr>
          <p:cNvSpPr txBox="1"/>
          <p:nvPr/>
        </p:nvSpPr>
        <p:spPr>
          <a:xfrm>
            <a:off x="8508669" y="4007934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F367C5CC-0DA1-404C-4804-133E318FD4EC}"/>
              </a:ext>
            </a:extLst>
          </p:cNvPr>
          <p:cNvSpPr txBox="1"/>
          <p:nvPr/>
        </p:nvSpPr>
        <p:spPr>
          <a:xfrm>
            <a:off x="7510984" y="4301272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DABB6739-270E-80EC-7851-C384BE9B136E}"/>
              </a:ext>
            </a:extLst>
          </p:cNvPr>
          <p:cNvSpPr txBox="1"/>
          <p:nvPr/>
        </p:nvSpPr>
        <p:spPr>
          <a:xfrm>
            <a:off x="7517293" y="4885855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2F3AC60-33C6-B35F-7519-C128FE5DA263}"/>
              </a:ext>
            </a:extLst>
          </p:cNvPr>
          <p:cNvSpPr txBox="1"/>
          <p:nvPr/>
        </p:nvSpPr>
        <p:spPr>
          <a:xfrm>
            <a:off x="7509398" y="5028558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1679" name="Rectangle 1678">
            <a:extLst>
              <a:ext uri="{FF2B5EF4-FFF2-40B4-BE49-F238E27FC236}">
                <a16:creationId xmlns:a16="http://schemas.microsoft.com/office/drawing/2014/main" id="{CCE2F9FE-6297-9383-1AB3-3C5635905D80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46DB5B6A-245E-C620-181B-20A6BFECE353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1" name="TextBox 1680">
            <a:extLst>
              <a:ext uri="{FF2B5EF4-FFF2-40B4-BE49-F238E27FC236}">
                <a16:creationId xmlns:a16="http://schemas.microsoft.com/office/drawing/2014/main" id="{4D0F3CBE-4588-9046-660E-7BA3533CFEBA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82" name="Rectangle 1681">
            <a:extLst>
              <a:ext uri="{FF2B5EF4-FFF2-40B4-BE49-F238E27FC236}">
                <a16:creationId xmlns:a16="http://schemas.microsoft.com/office/drawing/2014/main" id="{3D0B28DE-FBC3-1CBC-B52B-0559623D5F67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3B9CBB9E-8EF2-1ABB-A3E2-B3CBB4A3A173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B87F1880-0A17-239E-AD45-D951CD212AD0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85" name="Straight Connector 1684">
            <a:extLst>
              <a:ext uri="{FF2B5EF4-FFF2-40B4-BE49-F238E27FC236}">
                <a16:creationId xmlns:a16="http://schemas.microsoft.com/office/drawing/2014/main" id="{9F8286FC-6DD5-2331-3E6F-A8C8D60BDF9C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" name="Straight Connector 1685">
            <a:extLst>
              <a:ext uri="{FF2B5EF4-FFF2-40B4-BE49-F238E27FC236}">
                <a16:creationId xmlns:a16="http://schemas.microsoft.com/office/drawing/2014/main" id="{0AA4CCC3-D80C-1A65-5F27-1E8122A539CF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Straight Connector 1686">
            <a:extLst>
              <a:ext uri="{FF2B5EF4-FFF2-40B4-BE49-F238E27FC236}">
                <a16:creationId xmlns:a16="http://schemas.microsoft.com/office/drawing/2014/main" id="{63C1FEE1-F89C-2392-08C7-80D6E2A1FA45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8" name="Straight Connector 1687">
            <a:extLst>
              <a:ext uri="{FF2B5EF4-FFF2-40B4-BE49-F238E27FC236}">
                <a16:creationId xmlns:a16="http://schemas.microsoft.com/office/drawing/2014/main" id="{C8A11046-A77A-5A0B-D726-AD53288AC309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" name="TextBox 1688">
            <a:extLst>
              <a:ext uri="{FF2B5EF4-FFF2-40B4-BE49-F238E27FC236}">
                <a16:creationId xmlns:a16="http://schemas.microsoft.com/office/drawing/2014/main" id="{E8ADD72E-3101-8A6B-AFD1-793A757B3F54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B9DE7C03-7789-F88E-613B-8E633C5129AE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30BC6236-0FD8-6B89-331E-511F7DD34643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57FE5437-5128-8D22-6556-7333E0C1A69A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B6F37026-12C8-3C6C-4345-175DCE1802BF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94" name="Rectangle 1693">
            <a:extLst>
              <a:ext uri="{FF2B5EF4-FFF2-40B4-BE49-F238E27FC236}">
                <a16:creationId xmlns:a16="http://schemas.microsoft.com/office/drawing/2014/main" id="{7CEEF1D1-A58E-C7CE-E6C8-C0134E8DE9B0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5" name="Rectangle 1694">
            <a:extLst>
              <a:ext uri="{FF2B5EF4-FFF2-40B4-BE49-F238E27FC236}">
                <a16:creationId xmlns:a16="http://schemas.microsoft.com/office/drawing/2014/main" id="{3D797D92-3639-5A75-8E06-D5E739986F64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6" name="Rectangle 1695">
            <a:extLst>
              <a:ext uri="{FF2B5EF4-FFF2-40B4-BE49-F238E27FC236}">
                <a16:creationId xmlns:a16="http://schemas.microsoft.com/office/drawing/2014/main" id="{3E473D1C-DD16-7257-A0DA-CBFD709316F2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7" name="Rectangle 1696">
            <a:extLst>
              <a:ext uri="{FF2B5EF4-FFF2-40B4-BE49-F238E27FC236}">
                <a16:creationId xmlns:a16="http://schemas.microsoft.com/office/drawing/2014/main" id="{8C2BFF0B-2357-29EF-F23E-F104A06523DA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98" name="Straight Connector 1697">
            <a:extLst>
              <a:ext uri="{FF2B5EF4-FFF2-40B4-BE49-F238E27FC236}">
                <a16:creationId xmlns:a16="http://schemas.microsoft.com/office/drawing/2014/main" id="{6C1CE7AB-05F7-E1EF-46C6-AFC685BF67BE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9" name="Straight Connector 1698">
            <a:extLst>
              <a:ext uri="{FF2B5EF4-FFF2-40B4-BE49-F238E27FC236}">
                <a16:creationId xmlns:a16="http://schemas.microsoft.com/office/drawing/2014/main" id="{467553F6-9678-1C7B-18AB-BCBE2F333F39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0" name="Straight Connector 1699">
            <a:extLst>
              <a:ext uri="{FF2B5EF4-FFF2-40B4-BE49-F238E27FC236}">
                <a16:creationId xmlns:a16="http://schemas.microsoft.com/office/drawing/2014/main" id="{721A064E-BB40-B7F3-9A2B-018F0A66BF57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1" name="Straight Connector 1700">
            <a:extLst>
              <a:ext uri="{FF2B5EF4-FFF2-40B4-BE49-F238E27FC236}">
                <a16:creationId xmlns:a16="http://schemas.microsoft.com/office/drawing/2014/main" id="{B48AF686-F56C-CDE9-5A2C-B0BF6EF83E24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0935327-7420-1EA3-C39A-CACCC2214AA2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03" name="TextBox 1702">
            <a:extLst>
              <a:ext uri="{FF2B5EF4-FFF2-40B4-BE49-F238E27FC236}">
                <a16:creationId xmlns:a16="http://schemas.microsoft.com/office/drawing/2014/main" id="{E2591DD3-2435-C31A-CDD2-C975CE101959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454C449B-C124-6BA9-1500-A54B2C95AAB8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D2F69561-C1A6-79F2-5370-E7E6242F687E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06" name="Rectangle 1705">
            <a:extLst>
              <a:ext uri="{FF2B5EF4-FFF2-40B4-BE49-F238E27FC236}">
                <a16:creationId xmlns:a16="http://schemas.microsoft.com/office/drawing/2014/main" id="{2743BFB1-65E1-5F0A-3DF5-159D95A46371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7" name="Rectangle 1706">
            <a:extLst>
              <a:ext uri="{FF2B5EF4-FFF2-40B4-BE49-F238E27FC236}">
                <a16:creationId xmlns:a16="http://schemas.microsoft.com/office/drawing/2014/main" id="{634D0542-A200-053B-69CD-84981B2D5435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070878EC-D907-7148-DF20-5FDF6AFE28BF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2331F69C-6498-50AE-F1DF-5DAE2F1D10BB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7D9D9EA-74BE-6609-2F7A-95C0486347A6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1" name="Rectangle 1710">
            <a:extLst>
              <a:ext uri="{FF2B5EF4-FFF2-40B4-BE49-F238E27FC236}">
                <a16:creationId xmlns:a16="http://schemas.microsoft.com/office/drawing/2014/main" id="{46F011D5-A137-2590-BCEC-314DA1C5B000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2" name="Rectangle 1711">
            <a:extLst>
              <a:ext uri="{FF2B5EF4-FFF2-40B4-BE49-F238E27FC236}">
                <a16:creationId xmlns:a16="http://schemas.microsoft.com/office/drawing/2014/main" id="{0FFEBEC0-F7AD-36B7-91FA-75A683E894BE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3" name="Rectangle 1712">
            <a:extLst>
              <a:ext uri="{FF2B5EF4-FFF2-40B4-BE49-F238E27FC236}">
                <a16:creationId xmlns:a16="http://schemas.microsoft.com/office/drawing/2014/main" id="{6EF4FDCC-582C-47E9-E668-C82F4A040973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4" name="Rectangle 1713">
            <a:extLst>
              <a:ext uri="{FF2B5EF4-FFF2-40B4-BE49-F238E27FC236}">
                <a16:creationId xmlns:a16="http://schemas.microsoft.com/office/drawing/2014/main" id="{A3E7BAEE-1657-7F43-95D3-835595EFD99A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5" name="Rectangle 1714">
            <a:extLst>
              <a:ext uri="{FF2B5EF4-FFF2-40B4-BE49-F238E27FC236}">
                <a16:creationId xmlns:a16="http://schemas.microsoft.com/office/drawing/2014/main" id="{2D6B728D-78F7-E40D-4FCA-F2D92A477E6B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6" name="TextBox 1715">
            <a:extLst>
              <a:ext uri="{FF2B5EF4-FFF2-40B4-BE49-F238E27FC236}">
                <a16:creationId xmlns:a16="http://schemas.microsoft.com/office/drawing/2014/main" id="{2B5AD811-3275-1DB8-302F-048B805C2A8F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717" name="TextBox 1716">
            <a:extLst>
              <a:ext uri="{FF2B5EF4-FFF2-40B4-BE49-F238E27FC236}">
                <a16:creationId xmlns:a16="http://schemas.microsoft.com/office/drawing/2014/main" id="{B90F6392-DD9E-BE41-4C67-5468F0C25F31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6CA729E1-3A78-C3DD-5619-48FA21E39980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19" name="TextBox 1718">
            <a:extLst>
              <a:ext uri="{FF2B5EF4-FFF2-40B4-BE49-F238E27FC236}">
                <a16:creationId xmlns:a16="http://schemas.microsoft.com/office/drawing/2014/main" id="{323DC16A-0C90-E8DF-2B91-1EFF62299E36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9D870696-F666-4226-0253-00632A408339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D5C93103-BEAB-D0B1-16C7-C21E571C34EF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884A56A2-F34C-291E-8592-950F7DB81840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723" name="Straight Connector 1722">
            <a:extLst>
              <a:ext uri="{FF2B5EF4-FFF2-40B4-BE49-F238E27FC236}">
                <a16:creationId xmlns:a16="http://schemas.microsoft.com/office/drawing/2014/main" id="{47BF7DE8-D58B-65AA-72BD-D97A3E023BF7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4" name="Straight Connector 1723">
            <a:extLst>
              <a:ext uri="{FF2B5EF4-FFF2-40B4-BE49-F238E27FC236}">
                <a16:creationId xmlns:a16="http://schemas.microsoft.com/office/drawing/2014/main" id="{03ABA9DE-B1FE-8BDB-D36E-83F946FB52D8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5" name="TextBox 1724">
            <a:extLst>
              <a:ext uri="{FF2B5EF4-FFF2-40B4-BE49-F238E27FC236}">
                <a16:creationId xmlns:a16="http://schemas.microsoft.com/office/drawing/2014/main" id="{83FB91B4-0612-3F54-EDC8-9E6DE1BD55AD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726" name="Arrow: Down 1725">
            <a:extLst>
              <a:ext uri="{FF2B5EF4-FFF2-40B4-BE49-F238E27FC236}">
                <a16:creationId xmlns:a16="http://schemas.microsoft.com/office/drawing/2014/main" id="{5711035C-A8E7-FDF5-6D64-C286CB4F2007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79B892EF-1DFB-D1BF-0D2B-A09C248B98DC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28" name="Arrow: Down 1727">
            <a:extLst>
              <a:ext uri="{FF2B5EF4-FFF2-40B4-BE49-F238E27FC236}">
                <a16:creationId xmlns:a16="http://schemas.microsoft.com/office/drawing/2014/main" id="{D4A3D05A-878C-5161-A1F4-B8ED206ECE4F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55AC53D6-5656-AE6C-B57B-26DF6B038D76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8DFE5C1F-C9AC-3C1C-2DD6-90F26638450A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1" name="Rectangle 1730">
            <a:extLst>
              <a:ext uri="{FF2B5EF4-FFF2-40B4-BE49-F238E27FC236}">
                <a16:creationId xmlns:a16="http://schemas.microsoft.com/office/drawing/2014/main" id="{4EB36811-59C3-51A8-E494-FEC54B5CD370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8B7A5E46-2BC5-B6F0-F5EF-7B81006824EB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3" name="Rectangle 1732">
            <a:extLst>
              <a:ext uri="{FF2B5EF4-FFF2-40B4-BE49-F238E27FC236}">
                <a16:creationId xmlns:a16="http://schemas.microsoft.com/office/drawing/2014/main" id="{00C1773A-4795-E26F-16D4-1C2194822E6A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7490009E-6B06-7D9D-6AB7-1BB2CD3C5BE6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A30343E2-3C28-EAC0-F280-2DE7424DE731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CB48D78F-DE34-D269-D1A0-2B25EE2B217E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BC47BD42-D8E1-E39D-4D34-6030BFFB879A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8" name="TextBox 1737">
            <a:extLst>
              <a:ext uri="{FF2B5EF4-FFF2-40B4-BE49-F238E27FC236}">
                <a16:creationId xmlns:a16="http://schemas.microsoft.com/office/drawing/2014/main" id="{C479E487-4E37-6E91-19EF-FD657CC83E67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739" name="TextBox 1738">
            <a:extLst>
              <a:ext uri="{FF2B5EF4-FFF2-40B4-BE49-F238E27FC236}">
                <a16:creationId xmlns:a16="http://schemas.microsoft.com/office/drawing/2014/main" id="{CA1E69A4-2EAE-E5CF-48C1-6A3FC098B94F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4325D0A5-A7D6-E058-A1E8-0A7E2A7819D5}"/>
              </a:ext>
            </a:extLst>
          </p:cNvPr>
          <p:cNvSpPr/>
          <p:nvPr/>
        </p:nvSpPr>
        <p:spPr>
          <a:xfrm>
            <a:off x="7375645" y="2891560"/>
            <a:ext cx="1554610" cy="3307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80FF9A1D-2520-C1EA-0451-E78340C2FA18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961C03A3-6CD3-9BE4-B9A8-1565251D2C68}"/>
              </a:ext>
            </a:extLst>
          </p:cNvPr>
          <p:cNvSpPr/>
          <p:nvPr/>
        </p:nvSpPr>
        <p:spPr>
          <a:xfrm>
            <a:off x="7551064" y="3550571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98096C9D-F362-B5EE-B858-A65B3A51B9B5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44" name="Rectangle 1743">
            <a:extLst>
              <a:ext uri="{FF2B5EF4-FFF2-40B4-BE49-F238E27FC236}">
                <a16:creationId xmlns:a16="http://schemas.microsoft.com/office/drawing/2014/main" id="{4F6D9EAC-B7B7-3DD3-9702-00C47E54AF16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211EABD5-4B6C-99D2-2D60-F8538C7BC4D9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C4E951A9-CFD1-3956-2668-CB3878F2372F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747" name="Straight Connector 1746">
            <a:extLst>
              <a:ext uri="{FF2B5EF4-FFF2-40B4-BE49-F238E27FC236}">
                <a16:creationId xmlns:a16="http://schemas.microsoft.com/office/drawing/2014/main" id="{DF5C2956-B10B-6E4E-2DAA-AD854F7D75B7}"/>
              </a:ext>
            </a:extLst>
          </p:cNvPr>
          <p:cNvCxnSpPr>
            <a:cxnSpLocks/>
          </p:cNvCxnSpPr>
          <p:nvPr/>
        </p:nvCxnSpPr>
        <p:spPr>
          <a:xfrm flipH="1">
            <a:off x="7548512" y="4299190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Straight Connector 1747">
            <a:extLst>
              <a:ext uri="{FF2B5EF4-FFF2-40B4-BE49-F238E27FC236}">
                <a16:creationId xmlns:a16="http://schemas.microsoft.com/office/drawing/2014/main" id="{F128DBD6-0E0E-B3A4-2FF0-33080370DE16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Straight Connector 1748">
            <a:extLst>
              <a:ext uri="{FF2B5EF4-FFF2-40B4-BE49-F238E27FC236}">
                <a16:creationId xmlns:a16="http://schemas.microsoft.com/office/drawing/2014/main" id="{4550E75E-C672-73AB-425C-42B38AB1FC76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Straight Connector 1749">
            <a:extLst>
              <a:ext uri="{FF2B5EF4-FFF2-40B4-BE49-F238E27FC236}">
                <a16:creationId xmlns:a16="http://schemas.microsoft.com/office/drawing/2014/main" id="{5C7BDB8E-04AB-119A-7AEA-4A3A964C4F79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Straight Connector 1750">
            <a:extLst>
              <a:ext uri="{FF2B5EF4-FFF2-40B4-BE49-F238E27FC236}">
                <a16:creationId xmlns:a16="http://schemas.microsoft.com/office/drawing/2014/main" id="{A0357D93-F835-715F-433C-DC27D5C175E9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Straight Connector 1751">
            <a:extLst>
              <a:ext uri="{FF2B5EF4-FFF2-40B4-BE49-F238E27FC236}">
                <a16:creationId xmlns:a16="http://schemas.microsoft.com/office/drawing/2014/main" id="{03154690-C5B7-42B1-7D2D-6D6ECF99C4EF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Straight Connector 1752">
            <a:extLst>
              <a:ext uri="{FF2B5EF4-FFF2-40B4-BE49-F238E27FC236}">
                <a16:creationId xmlns:a16="http://schemas.microsoft.com/office/drawing/2014/main" id="{B0515340-6E44-A19F-F62F-0B64134B9829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" name="Straight Connector 1753">
            <a:extLst>
              <a:ext uri="{FF2B5EF4-FFF2-40B4-BE49-F238E27FC236}">
                <a16:creationId xmlns:a16="http://schemas.microsoft.com/office/drawing/2014/main" id="{33BF0047-9A83-7519-E4E8-034887CD23B2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5" name="TextBox 1754">
            <a:extLst>
              <a:ext uri="{FF2B5EF4-FFF2-40B4-BE49-F238E27FC236}">
                <a16:creationId xmlns:a16="http://schemas.microsoft.com/office/drawing/2014/main" id="{228EEE1E-994E-472F-F133-C9E6C089CCA6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4D79D0D8-31F2-B1BA-AF77-1511D642C748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1757" name="Straight Connector 1756">
            <a:extLst>
              <a:ext uri="{FF2B5EF4-FFF2-40B4-BE49-F238E27FC236}">
                <a16:creationId xmlns:a16="http://schemas.microsoft.com/office/drawing/2014/main" id="{97F8F39F-547A-0F71-5806-8EA3497E3003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Straight Connector 1757">
            <a:extLst>
              <a:ext uri="{FF2B5EF4-FFF2-40B4-BE49-F238E27FC236}">
                <a16:creationId xmlns:a16="http://schemas.microsoft.com/office/drawing/2014/main" id="{081025A8-1D09-6A52-D904-00D7BEAEAD40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Straight Connector 1758">
            <a:extLst>
              <a:ext uri="{FF2B5EF4-FFF2-40B4-BE49-F238E27FC236}">
                <a16:creationId xmlns:a16="http://schemas.microsoft.com/office/drawing/2014/main" id="{8D86A0F8-465E-833D-2B55-8F48C7888712}"/>
              </a:ext>
            </a:extLst>
          </p:cNvPr>
          <p:cNvCxnSpPr>
            <a:cxnSpLocks/>
            <a:endCxn id="1771" idx="3"/>
          </p:cNvCxnSpPr>
          <p:nvPr/>
        </p:nvCxnSpPr>
        <p:spPr>
          <a:xfrm>
            <a:off x="7547392" y="4486641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Straight Connector 1759">
            <a:extLst>
              <a:ext uri="{FF2B5EF4-FFF2-40B4-BE49-F238E27FC236}">
                <a16:creationId xmlns:a16="http://schemas.microsoft.com/office/drawing/2014/main" id="{E39A8AF8-6C32-A44A-4101-15095DABE78D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1" name="Straight Connector 1760">
            <a:extLst>
              <a:ext uri="{FF2B5EF4-FFF2-40B4-BE49-F238E27FC236}">
                <a16:creationId xmlns:a16="http://schemas.microsoft.com/office/drawing/2014/main" id="{682E63B4-EC81-4AB4-4AF0-D1B160EC478F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2" name="Straight Connector 1761">
            <a:extLst>
              <a:ext uri="{FF2B5EF4-FFF2-40B4-BE49-F238E27FC236}">
                <a16:creationId xmlns:a16="http://schemas.microsoft.com/office/drawing/2014/main" id="{B3764A31-ABFF-4EE4-8831-1D01D5179953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3" name="Rectangle 1762">
            <a:extLst>
              <a:ext uri="{FF2B5EF4-FFF2-40B4-BE49-F238E27FC236}">
                <a16:creationId xmlns:a16="http://schemas.microsoft.com/office/drawing/2014/main" id="{331BBB2C-2244-5971-13CE-810FDD661464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4" name="TextBox 1763">
            <a:extLst>
              <a:ext uri="{FF2B5EF4-FFF2-40B4-BE49-F238E27FC236}">
                <a16:creationId xmlns:a16="http://schemas.microsoft.com/office/drawing/2014/main" id="{AE554FFD-2B40-FA23-3B94-066A6BAB92FA}"/>
              </a:ext>
            </a:extLst>
          </p:cNvPr>
          <p:cNvSpPr txBox="1"/>
          <p:nvPr/>
        </p:nvSpPr>
        <p:spPr>
          <a:xfrm>
            <a:off x="8531251" y="5273062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D1C0640A-54B6-DB17-EA4C-99C85881FF58}"/>
              </a:ext>
            </a:extLst>
          </p:cNvPr>
          <p:cNvSpPr/>
          <p:nvPr/>
        </p:nvSpPr>
        <p:spPr>
          <a:xfrm>
            <a:off x="7366159" y="4257749"/>
            <a:ext cx="148666" cy="728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6" name="TextBox 1765">
            <a:extLst>
              <a:ext uri="{FF2B5EF4-FFF2-40B4-BE49-F238E27FC236}">
                <a16:creationId xmlns:a16="http://schemas.microsoft.com/office/drawing/2014/main" id="{73768C2A-D90E-658C-0075-5116590D5B6C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7" name="TextBox 1766">
            <a:extLst>
              <a:ext uri="{FF2B5EF4-FFF2-40B4-BE49-F238E27FC236}">
                <a16:creationId xmlns:a16="http://schemas.microsoft.com/office/drawing/2014/main" id="{D70C57E4-C30E-033C-C0E0-E8B8A5308830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43715A2E-ED93-982A-1F24-BF782C122A3C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C167FBEE-366B-BEC2-330D-EA2D4475505F}"/>
              </a:ext>
            </a:extLst>
          </p:cNvPr>
          <p:cNvSpPr txBox="1"/>
          <p:nvPr/>
        </p:nvSpPr>
        <p:spPr>
          <a:xfrm>
            <a:off x="8490357" y="400290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N/A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70" name="Cross 1769">
            <a:extLst>
              <a:ext uri="{FF2B5EF4-FFF2-40B4-BE49-F238E27FC236}">
                <a16:creationId xmlns:a16="http://schemas.microsoft.com/office/drawing/2014/main" id="{E239F79F-65C6-3DC5-3148-BCF3D12A93DB}"/>
              </a:ext>
            </a:extLst>
          </p:cNvPr>
          <p:cNvSpPr/>
          <p:nvPr/>
        </p:nvSpPr>
        <p:spPr>
          <a:xfrm>
            <a:off x="7647358" y="435133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19DF3C65-5C8E-059E-9F81-9B53E40536DA}"/>
              </a:ext>
            </a:extLst>
          </p:cNvPr>
          <p:cNvSpPr/>
          <p:nvPr/>
        </p:nvSpPr>
        <p:spPr>
          <a:xfrm>
            <a:off x="8728899" y="3555882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2" name="Rectangle 1771">
            <a:extLst>
              <a:ext uri="{FF2B5EF4-FFF2-40B4-BE49-F238E27FC236}">
                <a16:creationId xmlns:a16="http://schemas.microsoft.com/office/drawing/2014/main" id="{C5DEB5E7-8136-3379-6B94-56775C5A4B07}"/>
              </a:ext>
            </a:extLst>
          </p:cNvPr>
          <p:cNvSpPr/>
          <p:nvPr/>
        </p:nvSpPr>
        <p:spPr>
          <a:xfrm>
            <a:off x="8556430" y="3149053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5598A6C6-CCFE-8BC4-8BD3-EE54CD9D003E}"/>
              </a:ext>
            </a:extLst>
          </p:cNvPr>
          <p:cNvSpPr/>
          <p:nvPr/>
        </p:nvSpPr>
        <p:spPr>
          <a:xfrm>
            <a:off x="8730192" y="3151342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FCE3F4FC-327D-5569-67D8-6494231B8E8B}"/>
              </a:ext>
            </a:extLst>
          </p:cNvPr>
          <p:cNvSpPr txBox="1"/>
          <p:nvPr/>
        </p:nvSpPr>
        <p:spPr>
          <a:xfrm rot="16200000">
            <a:off x="8398022" y="3243552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F5137CF7-E0C0-8E2C-0C02-1952930B4C50}"/>
              </a:ext>
            </a:extLst>
          </p:cNvPr>
          <p:cNvSpPr txBox="1"/>
          <p:nvPr/>
        </p:nvSpPr>
        <p:spPr>
          <a:xfrm rot="16200000">
            <a:off x="8490946" y="3247527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1776" name="Rectangle 1775">
            <a:extLst>
              <a:ext uri="{FF2B5EF4-FFF2-40B4-BE49-F238E27FC236}">
                <a16:creationId xmlns:a16="http://schemas.microsoft.com/office/drawing/2014/main" id="{E344881E-CDDC-B113-0F22-4565AA2C1DF8}"/>
              </a:ext>
            </a:extLst>
          </p:cNvPr>
          <p:cNvSpPr/>
          <p:nvPr/>
        </p:nvSpPr>
        <p:spPr>
          <a:xfrm>
            <a:off x="8726101" y="5319645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B5D9BCB-C316-8314-8DAD-1B919D6A2F6C}"/>
              </a:ext>
            </a:extLst>
          </p:cNvPr>
          <p:cNvSpPr txBox="1"/>
          <p:nvPr/>
        </p:nvSpPr>
        <p:spPr>
          <a:xfrm>
            <a:off x="8671181" y="5271231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EC1643D1-A94C-3B4D-F5EE-0B618986B219}"/>
              </a:ext>
            </a:extLst>
          </p:cNvPr>
          <p:cNvSpPr txBox="1"/>
          <p:nvPr/>
        </p:nvSpPr>
        <p:spPr>
          <a:xfrm>
            <a:off x="8527914" y="4301151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9886390E-A49A-352C-BD4F-400BB346E058}"/>
              </a:ext>
            </a:extLst>
          </p:cNvPr>
          <p:cNvSpPr txBox="1"/>
          <p:nvPr/>
        </p:nvSpPr>
        <p:spPr>
          <a:xfrm>
            <a:off x="7534745" y="4887156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ED82BAD0-02AE-F6DB-DC54-D0A2F80C5642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sp>
        <p:nvSpPr>
          <p:cNvPr id="484" name="Arrow: Right 483">
            <a:extLst>
              <a:ext uri="{FF2B5EF4-FFF2-40B4-BE49-F238E27FC236}">
                <a16:creationId xmlns:a16="http://schemas.microsoft.com/office/drawing/2014/main" id="{3BE451E0-F8E0-83A3-EB22-714E0A993372}"/>
              </a:ext>
            </a:extLst>
          </p:cNvPr>
          <p:cNvSpPr/>
          <p:nvPr/>
        </p:nvSpPr>
        <p:spPr>
          <a:xfrm rot="13586053">
            <a:off x="7646613" y="4426222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84" name="Rektangel 1783">
            <a:extLst>
              <a:ext uri="{FF2B5EF4-FFF2-40B4-BE49-F238E27FC236}">
                <a16:creationId xmlns:a16="http://schemas.microsoft.com/office/drawing/2014/main" id="{D20B2F5F-475A-C140-1662-D3D7310DFE1F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87" name="Straight Connector 108">
            <a:extLst>
              <a:ext uri="{FF2B5EF4-FFF2-40B4-BE49-F238E27FC236}">
                <a16:creationId xmlns:a16="http://schemas.microsoft.com/office/drawing/2014/main" id="{1D0939F9-1C4A-00B9-A5FE-464D04448998}"/>
              </a:ext>
            </a:extLst>
          </p:cNvPr>
          <p:cNvCxnSpPr>
            <a:cxnSpLocks/>
          </p:cNvCxnSpPr>
          <p:nvPr/>
        </p:nvCxnSpPr>
        <p:spPr>
          <a:xfrm>
            <a:off x="4270375" y="2428064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8" name="Straight Connector 1388">
            <a:extLst>
              <a:ext uri="{FF2B5EF4-FFF2-40B4-BE49-F238E27FC236}">
                <a16:creationId xmlns:a16="http://schemas.microsoft.com/office/drawing/2014/main" id="{6BA9BED4-6F53-9364-628E-B1BC9E38CDF7}"/>
              </a:ext>
            </a:extLst>
          </p:cNvPr>
          <p:cNvCxnSpPr>
            <a:cxnSpLocks/>
          </p:cNvCxnSpPr>
          <p:nvPr/>
        </p:nvCxnSpPr>
        <p:spPr>
          <a:xfrm>
            <a:off x="4264025" y="2636072"/>
            <a:ext cx="69523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" name="Straight Connector 42">
            <a:extLst>
              <a:ext uri="{FF2B5EF4-FFF2-40B4-BE49-F238E27FC236}">
                <a16:creationId xmlns:a16="http://schemas.microsoft.com/office/drawing/2014/main" id="{4ADF0CA2-765B-B20D-B3ED-60A92E3673F1}"/>
              </a:ext>
            </a:extLst>
          </p:cNvPr>
          <p:cNvCxnSpPr>
            <a:cxnSpLocks/>
          </p:cNvCxnSpPr>
          <p:nvPr/>
        </p:nvCxnSpPr>
        <p:spPr>
          <a:xfrm>
            <a:off x="4274863" y="2842036"/>
            <a:ext cx="69122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683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15CD-CAB9-B617-ACC0-6F93ECF1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692CE-492E-53AA-003E-062B8CD542DE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6DEE0D4-DEEF-6ADB-3827-CC8646CECB9D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28CED62-94F0-B7B9-DC2D-0E5AC88FB5F4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AF4904-6E20-8ECC-3FDF-6507DC2242EB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788EA00-18E9-D482-01C2-5F9213EC3C67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463661F-62F8-CD98-4A04-3C89D3FD04F1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91B2098-D23B-AD50-C045-1591C3128574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3978F9-2CAF-122C-3C06-F00011669EC2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52BED7-24FF-3249-693D-FFD0E75E4B62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D170EFA-AAB7-D599-ACB3-21099E8F7A43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0D39720-DEB9-0CED-0517-F2F9CC16728D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888EFCC-D181-C5C2-F96F-6D527F4D5DCB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D1A9B1A-5651-31FF-2844-0DD78497D3C9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D4AF592-E389-2267-2D9B-A5FEE09BBA5A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63695878-40A3-8FB4-2986-68F817ACD3D6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FC368364-0582-E184-CA7A-BF0AA1454B9F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AF4D3529-7BE5-5D69-7341-56B8D7598AC8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FCB6FD48-7C58-C43C-A7A5-73239008F112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DCC7A22B-F8E8-F6DF-4326-D0F6A9D5BF5F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F8B679F4-E5C0-7E92-DAF1-DC1994CA6944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92FF82C5-B0A8-A7F5-DC50-6CF3DA2EF50A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FF351C16-2BED-C2A0-3198-EAC56F48213C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30BD7B7A-FCED-AD67-2A49-C97B598588FB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367E02BF-C6FB-7870-0570-65C26BA5ADA8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FE7C9F28-297B-0AB6-18D7-8A1E3DBB72CB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C7E37C6B-0791-D409-813B-C9B61EFF5ACB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756E82F7-B28B-BCFD-1B5A-3E68A5075A3A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4FD586-177D-9120-FFDE-8ADBC1962319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F2FA04-FAB0-DAD6-F8FA-C45B4C18D905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7D7C6E-F2D8-A1D2-9B48-744238BF6D18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866B4A-A33C-0C67-6CA4-C3027E29E247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1511D3-7FCE-570B-3D49-DA99DEA84D39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FE78B9-FA1C-8EEB-3522-5D5DBAE1CEC7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6542EF-C211-ADC6-E595-F08A99EAFA51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452ECC-9C7D-55A2-67DC-AF158B994F78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7703A0-487C-7342-479B-A283AEEDD54C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56E4EA0-0152-AF30-0A67-107AA5EF2DED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687B6C2-F419-0046-9480-FC45C9976CDE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2FBC1F-911A-3A98-04ED-97E577ABD8EF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37B3BCF4-0741-C1C3-0AC7-81F84CAF1D25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355377A-DDF0-D45B-692C-3D56DED09CEF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905C3375-B53F-635F-0C07-3E526A6348F5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B8364F6-3E42-B87D-CEAE-4A3F782ACCB5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1FE279-9199-C73E-9BCE-7FDD0330712A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973794-8FAB-8E1D-D95C-DF39752F3225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49E4FD5-3147-6BCD-B509-69CB529A0548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79E5B9C-8ABC-5E9F-5D0E-A6783165D9F1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686BCE26-8250-9DAD-FB70-348BC9527C97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125ECB4-4B00-B6CC-8B0D-C685B979BB6C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2D36393-2B8D-A378-A49A-5D716D0F464B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335FDF27-3639-2F2C-F75D-E93E550E5894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F4D2EFAD-0506-312B-990B-16C6D932A7A7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AAF3E91E-2A67-FDC6-C021-E18DE8B68D1F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F5C33C11-0707-AC31-10E3-D5BBD68F1170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6B292035-CA4D-9BD6-CB5D-9695EF67B04F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pic>
        <p:nvPicPr>
          <p:cNvPr id="464" name="Picture 463">
            <a:extLst>
              <a:ext uri="{FF2B5EF4-FFF2-40B4-BE49-F238E27FC236}">
                <a16:creationId xmlns:a16="http://schemas.microsoft.com/office/drawing/2014/main" id="{F135EF9D-9711-B574-1956-E74BB6E8B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65" name="Rectangle 464">
            <a:extLst>
              <a:ext uri="{FF2B5EF4-FFF2-40B4-BE49-F238E27FC236}">
                <a16:creationId xmlns:a16="http://schemas.microsoft.com/office/drawing/2014/main" id="{14DFC179-E5C7-8C60-828B-CBF326046C4B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3BB85EC4-85A7-DA1B-3085-6800EC5E0B63}"/>
              </a:ext>
            </a:extLst>
          </p:cNvPr>
          <p:cNvSpPr/>
          <p:nvPr/>
        </p:nvSpPr>
        <p:spPr>
          <a:xfrm>
            <a:off x="5094818" y="309834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B4D3534D-65A3-F701-D8D5-17876B529C4D}"/>
              </a:ext>
            </a:extLst>
          </p:cNvPr>
          <p:cNvSpPr/>
          <p:nvPr/>
        </p:nvSpPr>
        <p:spPr>
          <a:xfrm>
            <a:off x="5883361" y="3098342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3D4DE5F1-0317-7409-E07C-47C2CD8B3417}"/>
              </a:ext>
            </a:extLst>
          </p:cNvPr>
          <p:cNvSpPr/>
          <p:nvPr/>
        </p:nvSpPr>
        <p:spPr>
          <a:xfrm>
            <a:off x="5094818" y="2977693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E1E347DE-787B-4926-3FE3-828F7E5CDC58}"/>
              </a:ext>
            </a:extLst>
          </p:cNvPr>
          <p:cNvSpPr/>
          <p:nvPr/>
        </p:nvSpPr>
        <p:spPr>
          <a:xfrm>
            <a:off x="5094818" y="3464987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072381A9-54B0-6354-7F26-53F9C66590E3}"/>
              </a:ext>
            </a:extLst>
          </p:cNvPr>
          <p:cNvSpPr/>
          <p:nvPr/>
        </p:nvSpPr>
        <p:spPr>
          <a:xfrm>
            <a:off x="5883362" y="310067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7123ED98-AAAD-2443-EC9A-BFFCC32FCBBC}"/>
              </a:ext>
            </a:extLst>
          </p:cNvPr>
          <p:cNvSpPr/>
          <p:nvPr/>
        </p:nvSpPr>
        <p:spPr>
          <a:xfrm>
            <a:off x="5883361" y="322135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46669DAD-53B5-2EA6-1714-508D9411F7EB}"/>
              </a:ext>
            </a:extLst>
          </p:cNvPr>
          <p:cNvSpPr/>
          <p:nvPr/>
        </p:nvSpPr>
        <p:spPr>
          <a:xfrm>
            <a:off x="5883361" y="334203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550A1317-99BD-F2E4-6393-F4F4ED3CD10B}"/>
              </a:ext>
            </a:extLst>
          </p:cNvPr>
          <p:cNvSpPr txBox="1"/>
          <p:nvPr/>
        </p:nvSpPr>
        <p:spPr>
          <a:xfrm>
            <a:off x="5420308" y="342567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AE3C413A-6496-2E6C-E3E2-95515ECADBDC}"/>
              </a:ext>
            </a:extLst>
          </p:cNvPr>
          <p:cNvCxnSpPr>
            <a:cxnSpLocks/>
          </p:cNvCxnSpPr>
          <p:nvPr/>
        </p:nvCxnSpPr>
        <p:spPr>
          <a:xfrm>
            <a:off x="5601288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53F98A83-725D-B74E-5723-774F1B95EA2B}"/>
              </a:ext>
            </a:extLst>
          </p:cNvPr>
          <p:cNvCxnSpPr>
            <a:cxnSpLocks/>
          </p:cNvCxnSpPr>
          <p:nvPr/>
        </p:nvCxnSpPr>
        <p:spPr>
          <a:xfrm>
            <a:off x="5729872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33110CE5-DAEF-C00E-9FD6-92C4D87A5607}"/>
              </a:ext>
            </a:extLst>
          </p:cNvPr>
          <p:cNvSpPr txBox="1"/>
          <p:nvPr/>
        </p:nvSpPr>
        <p:spPr>
          <a:xfrm>
            <a:off x="5803579" y="3085207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6ACE723B-443C-4274-2616-B7B6D945BD60}"/>
              </a:ext>
            </a:extLst>
          </p:cNvPr>
          <p:cNvSpPr txBox="1"/>
          <p:nvPr/>
        </p:nvSpPr>
        <p:spPr>
          <a:xfrm>
            <a:off x="5843034" y="320499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F613DA70-4749-F730-B5A2-F3F5092E35CF}"/>
              </a:ext>
            </a:extLst>
          </p:cNvPr>
          <p:cNvSpPr txBox="1"/>
          <p:nvPr/>
        </p:nvSpPr>
        <p:spPr>
          <a:xfrm>
            <a:off x="5813366" y="3327247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AF58A784-4A11-F83F-00F5-6956924F41E0}"/>
              </a:ext>
            </a:extLst>
          </p:cNvPr>
          <p:cNvSpPr txBox="1"/>
          <p:nvPr/>
        </p:nvSpPr>
        <p:spPr>
          <a:xfrm>
            <a:off x="5874867" y="3442383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9E81C1D-9221-B1A3-5BA4-4D18CC8CFDBF}"/>
              </a:ext>
            </a:extLst>
          </p:cNvPr>
          <p:cNvSpPr/>
          <p:nvPr/>
        </p:nvSpPr>
        <p:spPr>
          <a:xfrm>
            <a:off x="5883361" y="3468434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D33FEC4-8F5F-4898-B420-13C815B839F9}"/>
              </a:ext>
            </a:extLst>
          </p:cNvPr>
          <p:cNvSpPr/>
          <p:nvPr/>
        </p:nvSpPr>
        <p:spPr>
          <a:xfrm>
            <a:off x="6107012" y="322078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B2DC0977-DBD1-76AA-E6CA-0B6203FE4617}"/>
              </a:ext>
            </a:extLst>
          </p:cNvPr>
          <p:cNvSpPr/>
          <p:nvPr/>
        </p:nvSpPr>
        <p:spPr>
          <a:xfrm>
            <a:off x="6107010" y="334461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D9137EB0-8531-F7C2-B180-978DC57E634E}"/>
              </a:ext>
            </a:extLst>
          </p:cNvPr>
          <p:cNvSpPr txBox="1"/>
          <p:nvPr/>
        </p:nvSpPr>
        <p:spPr>
          <a:xfrm>
            <a:off x="6101052" y="320757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286F3672-8F57-86A1-415F-DBE648B4B02A}"/>
              </a:ext>
            </a:extLst>
          </p:cNvPr>
          <p:cNvSpPr/>
          <p:nvPr/>
        </p:nvSpPr>
        <p:spPr>
          <a:xfrm>
            <a:off x="6110184" y="297797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715EA14F-3872-1A74-33D9-04B25A090091}"/>
              </a:ext>
            </a:extLst>
          </p:cNvPr>
          <p:cNvSpPr/>
          <p:nvPr/>
        </p:nvSpPr>
        <p:spPr>
          <a:xfrm>
            <a:off x="6242547" y="2977460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25EBB65-B365-86FA-EF36-683AD854DE1C}"/>
              </a:ext>
            </a:extLst>
          </p:cNvPr>
          <p:cNvSpPr/>
          <p:nvPr/>
        </p:nvSpPr>
        <p:spPr>
          <a:xfrm>
            <a:off x="5883334" y="297767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2CA04DF5-A26C-B093-1014-2E8B27ACBE9A}"/>
              </a:ext>
            </a:extLst>
          </p:cNvPr>
          <p:cNvSpPr/>
          <p:nvPr/>
        </p:nvSpPr>
        <p:spPr>
          <a:xfrm>
            <a:off x="6242923" y="322172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777BB80F-1820-570B-6A8D-A71D29474BF8}"/>
              </a:ext>
            </a:extLst>
          </p:cNvPr>
          <p:cNvSpPr/>
          <p:nvPr/>
        </p:nvSpPr>
        <p:spPr>
          <a:xfrm>
            <a:off x="6241916" y="3344847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E3572193-79BC-F645-B7CB-0E13B664247C}"/>
              </a:ext>
            </a:extLst>
          </p:cNvPr>
          <p:cNvSpPr/>
          <p:nvPr/>
        </p:nvSpPr>
        <p:spPr>
          <a:xfrm>
            <a:off x="6110156" y="3099416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07F77125-DFCC-EA92-3B42-2D9D2325D75C}"/>
              </a:ext>
            </a:extLst>
          </p:cNvPr>
          <p:cNvSpPr txBox="1"/>
          <p:nvPr/>
        </p:nvSpPr>
        <p:spPr>
          <a:xfrm>
            <a:off x="6039428" y="296136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8159AAA5-A403-DE8D-2F20-A608E10D0642}"/>
              </a:ext>
            </a:extLst>
          </p:cNvPr>
          <p:cNvSpPr txBox="1"/>
          <p:nvPr/>
        </p:nvSpPr>
        <p:spPr>
          <a:xfrm>
            <a:off x="6111647" y="3083469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B8E40C85-28C1-3ECB-C2C0-B515578E6257}"/>
              </a:ext>
            </a:extLst>
          </p:cNvPr>
          <p:cNvSpPr txBox="1"/>
          <p:nvPr/>
        </p:nvSpPr>
        <p:spPr>
          <a:xfrm>
            <a:off x="6175458" y="2961535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BA37AA45-0EC5-BC72-D9D7-97B74528E53D}"/>
              </a:ext>
            </a:extLst>
          </p:cNvPr>
          <p:cNvSpPr txBox="1"/>
          <p:nvPr/>
        </p:nvSpPr>
        <p:spPr>
          <a:xfrm>
            <a:off x="6236466" y="32060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A175D8BE-598E-CF0B-B3F3-E9F659AD8466}"/>
              </a:ext>
            </a:extLst>
          </p:cNvPr>
          <p:cNvSpPr txBox="1"/>
          <p:nvPr/>
        </p:nvSpPr>
        <p:spPr>
          <a:xfrm>
            <a:off x="5027190" y="2993153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C260300D-EA46-19AD-3B8C-8666F3C8D14C}"/>
              </a:ext>
            </a:extLst>
          </p:cNvPr>
          <p:cNvSpPr/>
          <p:nvPr/>
        </p:nvSpPr>
        <p:spPr>
          <a:xfrm>
            <a:off x="4308010" y="2273495"/>
            <a:ext cx="547109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9FCC8EBF-99AF-8BA1-4123-0FF49A48E46D}"/>
              </a:ext>
            </a:extLst>
          </p:cNvPr>
          <p:cNvSpPr txBox="1"/>
          <p:nvPr/>
        </p:nvSpPr>
        <p:spPr>
          <a:xfrm>
            <a:off x="4298381" y="2227501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Convoier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1B0787C2-4A44-5238-DD6E-995D5F611610}"/>
              </a:ext>
            </a:extLst>
          </p:cNvPr>
          <p:cNvSpPr/>
          <p:nvPr/>
        </p:nvSpPr>
        <p:spPr>
          <a:xfrm>
            <a:off x="4304184" y="2475633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30749B3B-E42A-8A72-15F3-607C68D6F0AC}"/>
              </a:ext>
            </a:extLst>
          </p:cNvPr>
          <p:cNvSpPr txBox="1"/>
          <p:nvPr/>
        </p:nvSpPr>
        <p:spPr>
          <a:xfrm>
            <a:off x="4328350" y="2430100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FD3815FD-BE36-054D-6B67-FF825976EA22}"/>
              </a:ext>
            </a:extLst>
          </p:cNvPr>
          <p:cNvSpPr/>
          <p:nvPr/>
        </p:nvSpPr>
        <p:spPr>
          <a:xfrm>
            <a:off x="4304396" y="2677771"/>
            <a:ext cx="558376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BB36B088-FFD2-FC6B-C47E-02C1EB08116B}"/>
              </a:ext>
            </a:extLst>
          </p:cNvPr>
          <p:cNvSpPr txBox="1"/>
          <p:nvPr/>
        </p:nvSpPr>
        <p:spPr>
          <a:xfrm>
            <a:off x="4219021" y="2628013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CNC machine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A758DE3C-24FF-87BD-4181-4DC8C5ED5C50}"/>
              </a:ext>
            </a:extLst>
          </p:cNvPr>
          <p:cNvSpPr/>
          <p:nvPr/>
        </p:nvSpPr>
        <p:spPr>
          <a:xfrm>
            <a:off x="4248962" y="5160159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50FC1C31-CC77-8980-1FD8-76C84DC729C3}"/>
              </a:ext>
            </a:extLst>
          </p:cNvPr>
          <p:cNvSpPr/>
          <p:nvPr/>
        </p:nvSpPr>
        <p:spPr>
          <a:xfrm>
            <a:off x="4246268" y="5160807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726FABD-900A-4DBE-6C71-37BF4F734C37}"/>
              </a:ext>
            </a:extLst>
          </p:cNvPr>
          <p:cNvSpPr/>
          <p:nvPr/>
        </p:nvSpPr>
        <p:spPr>
          <a:xfrm>
            <a:off x="4248093" y="5409164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F2C8076B-F0E3-03FA-AAE7-799C9A451303}"/>
              </a:ext>
            </a:extLst>
          </p:cNvPr>
          <p:cNvSpPr/>
          <p:nvPr/>
        </p:nvSpPr>
        <p:spPr>
          <a:xfrm>
            <a:off x="4631055" y="528051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246A830C-F2E1-C637-AC5C-A72A1C8A4383}"/>
              </a:ext>
            </a:extLst>
          </p:cNvPr>
          <p:cNvSpPr/>
          <p:nvPr/>
        </p:nvSpPr>
        <p:spPr>
          <a:xfrm>
            <a:off x="4631055" y="5405956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9A0235A7-7588-21BF-41EA-404CB0FFDBFD}"/>
              </a:ext>
            </a:extLst>
          </p:cNvPr>
          <p:cNvSpPr txBox="1"/>
          <p:nvPr/>
        </p:nvSpPr>
        <p:spPr>
          <a:xfrm>
            <a:off x="4553665" y="5270273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C1055DBC-B15E-35E2-781E-73803432C04B}"/>
              </a:ext>
            </a:extLst>
          </p:cNvPr>
          <p:cNvSpPr txBox="1"/>
          <p:nvPr/>
        </p:nvSpPr>
        <p:spPr>
          <a:xfrm>
            <a:off x="4545501" y="5397653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EDA51D3B-C12A-D651-604A-129DC07DA128}"/>
              </a:ext>
            </a:extLst>
          </p:cNvPr>
          <p:cNvSpPr/>
          <p:nvPr/>
        </p:nvSpPr>
        <p:spPr>
          <a:xfrm>
            <a:off x="4733262" y="5405387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C0950918-4F25-C035-2347-04D6A7C12EC4}"/>
              </a:ext>
            </a:extLst>
          </p:cNvPr>
          <p:cNvSpPr txBox="1"/>
          <p:nvPr/>
        </p:nvSpPr>
        <p:spPr>
          <a:xfrm>
            <a:off x="4714613" y="539060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C2117FA7-ABAC-FA35-93DA-219D83C4A035}"/>
              </a:ext>
            </a:extLst>
          </p:cNvPr>
          <p:cNvSpPr/>
          <p:nvPr/>
        </p:nvSpPr>
        <p:spPr>
          <a:xfrm>
            <a:off x="4738816" y="5162575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8E7D278F-F77F-47FC-A295-95902E3A2C85}"/>
              </a:ext>
            </a:extLst>
          </p:cNvPr>
          <p:cNvSpPr/>
          <p:nvPr/>
        </p:nvSpPr>
        <p:spPr>
          <a:xfrm>
            <a:off x="4840222" y="5162063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4CCF5ED0-9C9D-27AF-89F3-8D2BAE22EFC1}"/>
              </a:ext>
            </a:extLst>
          </p:cNvPr>
          <p:cNvSpPr/>
          <p:nvPr/>
        </p:nvSpPr>
        <p:spPr>
          <a:xfrm>
            <a:off x="4632675" y="5161614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9EA12BFC-A51A-C651-7F29-18AFB54834B2}"/>
              </a:ext>
            </a:extLst>
          </p:cNvPr>
          <p:cNvSpPr/>
          <p:nvPr/>
        </p:nvSpPr>
        <p:spPr>
          <a:xfrm>
            <a:off x="4833454" y="5406328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C012B6A9-87A1-1B0F-F1B1-CD679569ED1F}"/>
              </a:ext>
            </a:extLst>
          </p:cNvPr>
          <p:cNvSpPr/>
          <p:nvPr/>
        </p:nvSpPr>
        <p:spPr>
          <a:xfrm>
            <a:off x="4738788" y="5281638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1DD6CC8D-FAEA-F70C-63C8-6F844E798E5B}"/>
              </a:ext>
            </a:extLst>
          </p:cNvPr>
          <p:cNvSpPr txBox="1"/>
          <p:nvPr/>
        </p:nvSpPr>
        <p:spPr>
          <a:xfrm>
            <a:off x="4660985" y="5142190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5831FAC8-A58D-8287-CD47-A11524022138}"/>
              </a:ext>
            </a:extLst>
          </p:cNvPr>
          <p:cNvSpPr txBox="1"/>
          <p:nvPr/>
        </p:nvSpPr>
        <p:spPr>
          <a:xfrm>
            <a:off x="4703360" y="5274982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00403B52-FB2F-DA0C-F50B-64D9F6AF07EA}"/>
              </a:ext>
            </a:extLst>
          </p:cNvPr>
          <p:cNvSpPr txBox="1"/>
          <p:nvPr/>
        </p:nvSpPr>
        <p:spPr>
          <a:xfrm>
            <a:off x="4755564" y="5151444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4DDE58A0-F4D7-3F94-C3AD-3C42A3DBBFE2}"/>
              </a:ext>
            </a:extLst>
          </p:cNvPr>
          <p:cNvSpPr txBox="1"/>
          <p:nvPr/>
        </p:nvSpPr>
        <p:spPr>
          <a:xfrm>
            <a:off x="4806216" y="539298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5818B0DD-E35B-D373-2087-41DFDFADB159}"/>
              </a:ext>
            </a:extLst>
          </p:cNvPr>
          <p:cNvSpPr txBox="1"/>
          <p:nvPr/>
        </p:nvSpPr>
        <p:spPr>
          <a:xfrm>
            <a:off x="4215651" y="5167955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68D75855-2FDD-A66B-5D52-F49A65AC8060}"/>
              </a:ext>
            </a:extLst>
          </p:cNvPr>
          <p:cNvSpPr/>
          <p:nvPr/>
        </p:nvSpPr>
        <p:spPr>
          <a:xfrm>
            <a:off x="4295895" y="2903501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4BE34E5B-A2EB-6702-0AA2-E0D0263AF356}"/>
              </a:ext>
            </a:extLst>
          </p:cNvPr>
          <p:cNvSpPr txBox="1"/>
          <p:nvPr/>
        </p:nvSpPr>
        <p:spPr>
          <a:xfrm>
            <a:off x="4320061" y="2857968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0F837308-0C3A-162E-6A20-A99B414D7731}"/>
              </a:ext>
            </a:extLst>
          </p:cNvPr>
          <p:cNvSpPr/>
          <p:nvPr/>
        </p:nvSpPr>
        <p:spPr>
          <a:xfrm>
            <a:off x="3461577" y="548724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F6C8F44E-1866-D2A4-F315-9C391AA50BF3}"/>
              </a:ext>
            </a:extLst>
          </p:cNvPr>
          <p:cNvSpPr/>
          <p:nvPr/>
        </p:nvSpPr>
        <p:spPr>
          <a:xfrm>
            <a:off x="3458883" y="548789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B4E118A9-06FA-A885-E074-8090150862AD}"/>
              </a:ext>
            </a:extLst>
          </p:cNvPr>
          <p:cNvSpPr/>
          <p:nvPr/>
        </p:nvSpPr>
        <p:spPr>
          <a:xfrm>
            <a:off x="3460708" y="573625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81D7E383-8D25-B8DE-17AB-952A18030633}"/>
              </a:ext>
            </a:extLst>
          </p:cNvPr>
          <p:cNvSpPr/>
          <p:nvPr/>
        </p:nvSpPr>
        <p:spPr>
          <a:xfrm>
            <a:off x="3843670" y="560760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5" name="Rectangle 1384">
            <a:extLst>
              <a:ext uri="{FF2B5EF4-FFF2-40B4-BE49-F238E27FC236}">
                <a16:creationId xmlns:a16="http://schemas.microsoft.com/office/drawing/2014/main" id="{8B4452F1-C1CB-0D60-6682-8CCDE4F392F5}"/>
              </a:ext>
            </a:extLst>
          </p:cNvPr>
          <p:cNvSpPr/>
          <p:nvPr/>
        </p:nvSpPr>
        <p:spPr>
          <a:xfrm>
            <a:off x="3843670" y="573304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06513E65-7D12-E2FD-BF30-F8DDA5D5262F}"/>
              </a:ext>
            </a:extLst>
          </p:cNvPr>
          <p:cNvSpPr txBox="1"/>
          <p:nvPr/>
        </p:nvSpPr>
        <p:spPr>
          <a:xfrm>
            <a:off x="3766280" y="559735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F5847266-70CE-68E7-CA3F-7B721BACEB4C}"/>
              </a:ext>
            </a:extLst>
          </p:cNvPr>
          <p:cNvSpPr txBox="1"/>
          <p:nvPr/>
        </p:nvSpPr>
        <p:spPr>
          <a:xfrm>
            <a:off x="3758116" y="572473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D70A5355-EA2F-52C3-823D-A2253946AC06}"/>
              </a:ext>
            </a:extLst>
          </p:cNvPr>
          <p:cNvSpPr/>
          <p:nvPr/>
        </p:nvSpPr>
        <p:spPr>
          <a:xfrm>
            <a:off x="3945877" y="573247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62830496-F53A-7AD8-C3DD-7830750976B3}"/>
              </a:ext>
            </a:extLst>
          </p:cNvPr>
          <p:cNvSpPr txBox="1"/>
          <p:nvPr/>
        </p:nvSpPr>
        <p:spPr>
          <a:xfrm>
            <a:off x="3927228" y="571769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D59D8D48-07EF-2B6F-3A77-AE56D9DB63F6}"/>
              </a:ext>
            </a:extLst>
          </p:cNvPr>
          <p:cNvSpPr/>
          <p:nvPr/>
        </p:nvSpPr>
        <p:spPr>
          <a:xfrm>
            <a:off x="3951431" y="548966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1880BB61-78F2-9529-5704-0EE67D486C3D}"/>
              </a:ext>
            </a:extLst>
          </p:cNvPr>
          <p:cNvSpPr/>
          <p:nvPr/>
        </p:nvSpPr>
        <p:spPr>
          <a:xfrm>
            <a:off x="4052837" y="548914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C7DE3901-7CCD-F866-2251-D2624C4F006D}"/>
              </a:ext>
            </a:extLst>
          </p:cNvPr>
          <p:cNvSpPr/>
          <p:nvPr/>
        </p:nvSpPr>
        <p:spPr>
          <a:xfrm>
            <a:off x="3845290" y="548870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D80197CA-1E57-BDE5-D761-E50EC8E4E461}"/>
              </a:ext>
            </a:extLst>
          </p:cNvPr>
          <p:cNvSpPr/>
          <p:nvPr/>
        </p:nvSpPr>
        <p:spPr>
          <a:xfrm>
            <a:off x="4046069" y="573341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5C7FFD6E-E25D-6241-81CF-73B3D4EB8CB2}"/>
              </a:ext>
            </a:extLst>
          </p:cNvPr>
          <p:cNvSpPr/>
          <p:nvPr/>
        </p:nvSpPr>
        <p:spPr>
          <a:xfrm>
            <a:off x="3951403" y="560872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FCACBD6F-E7F9-7862-0417-577DEF49FC55}"/>
              </a:ext>
            </a:extLst>
          </p:cNvPr>
          <p:cNvSpPr txBox="1"/>
          <p:nvPr/>
        </p:nvSpPr>
        <p:spPr>
          <a:xfrm>
            <a:off x="3873600" y="546927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DA7F0FB1-FB8E-F76C-D24F-A0826F08DB5D}"/>
              </a:ext>
            </a:extLst>
          </p:cNvPr>
          <p:cNvSpPr txBox="1"/>
          <p:nvPr/>
        </p:nvSpPr>
        <p:spPr>
          <a:xfrm>
            <a:off x="3915975" y="560206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28979231-E031-AAB1-A459-467D9C6E26CB}"/>
              </a:ext>
            </a:extLst>
          </p:cNvPr>
          <p:cNvSpPr txBox="1"/>
          <p:nvPr/>
        </p:nvSpPr>
        <p:spPr>
          <a:xfrm>
            <a:off x="3968179" y="547853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83E5DFAE-0998-BFCA-F100-D28F6221318B}"/>
              </a:ext>
            </a:extLst>
          </p:cNvPr>
          <p:cNvSpPr txBox="1"/>
          <p:nvPr/>
        </p:nvSpPr>
        <p:spPr>
          <a:xfrm>
            <a:off x="4018831" y="572007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07FE2AAD-6C2D-A3E4-E315-A5B95297D77A}"/>
              </a:ext>
            </a:extLst>
          </p:cNvPr>
          <p:cNvSpPr txBox="1"/>
          <p:nvPr/>
        </p:nvSpPr>
        <p:spPr>
          <a:xfrm>
            <a:off x="3428266" y="549504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811C11-B868-0B4A-398B-C725459198F3}"/>
              </a:ext>
            </a:extLst>
          </p:cNvPr>
          <p:cNvSpPr/>
          <p:nvPr/>
        </p:nvSpPr>
        <p:spPr>
          <a:xfrm>
            <a:off x="6216133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E93DE5-1E45-2CC0-81FB-AF466006C9C5}"/>
              </a:ext>
            </a:extLst>
          </p:cNvPr>
          <p:cNvSpPr/>
          <p:nvPr/>
        </p:nvSpPr>
        <p:spPr>
          <a:xfrm>
            <a:off x="6216134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A463A-9FDC-C632-A2CE-51A1D590496E}"/>
              </a:ext>
            </a:extLst>
          </p:cNvPr>
          <p:cNvSpPr/>
          <p:nvPr/>
        </p:nvSpPr>
        <p:spPr>
          <a:xfrm>
            <a:off x="7039760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87891-ADD8-C1E2-92A3-0187A9B38550}"/>
              </a:ext>
            </a:extLst>
          </p:cNvPr>
          <p:cNvSpPr/>
          <p:nvPr/>
        </p:nvSpPr>
        <p:spPr>
          <a:xfrm>
            <a:off x="6827229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67CD6-C4E4-FAB9-8D16-170C28D0A41D}"/>
              </a:ext>
            </a:extLst>
          </p:cNvPr>
          <p:cNvSpPr/>
          <p:nvPr/>
        </p:nvSpPr>
        <p:spPr>
          <a:xfrm>
            <a:off x="7204011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D770B-9116-7F78-B600-F668764B4C57}"/>
              </a:ext>
            </a:extLst>
          </p:cNvPr>
          <p:cNvSpPr/>
          <p:nvPr/>
        </p:nvSpPr>
        <p:spPr>
          <a:xfrm>
            <a:off x="7042143" y="424554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D7DBB-84CE-A8AC-F837-6A07836499EE}"/>
              </a:ext>
            </a:extLst>
          </p:cNvPr>
          <p:cNvSpPr/>
          <p:nvPr/>
        </p:nvSpPr>
        <p:spPr>
          <a:xfrm>
            <a:off x="6829612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571D75-B81A-65A0-EB8B-B1D0CA80F7E6}"/>
              </a:ext>
            </a:extLst>
          </p:cNvPr>
          <p:cNvSpPr/>
          <p:nvPr/>
        </p:nvSpPr>
        <p:spPr>
          <a:xfrm>
            <a:off x="7206394" y="4245545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C0025-9AFF-DDC8-7C47-C3ACEEA92B83}"/>
              </a:ext>
            </a:extLst>
          </p:cNvPr>
          <p:cNvSpPr txBox="1"/>
          <p:nvPr/>
        </p:nvSpPr>
        <p:spPr>
          <a:xfrm>
            <a:off x="6957259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A125B-B6F2-1AAA-F8EB-0F1EA1FD3F30}"/>
              </a:ext>
            </a:extLst>
          </p:cNvPr>
          <p:cNvSpPr txBox="1"/>
          <p:nvPr/>
        </p:nvSpPr>
        <p:spPr>
          <a:xfrm>
            <a:off x="7134502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B7313-AF48-44E1-C528-1F32820CD6DF}"/>
              </a:ext>
            </a:extLst>
          </p:cNvPr>
          <p:cNvSpPr/>
          <p:nvPr/>
        </p:nvSpPr>
        <p:spPr>
          <a:xfrm>
            <a:off x="7040351" y="4344662"/>
            <a:ext cx="170227" cy="2036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27706-444A-A026-B3B8-9CB9558CFA3A}"/>
              </a:ext>
            </a:extLst>
          </p:cNvPr>
          <p:cNvSpPr/>
          <p:nvPr/>
        </p:nvSpPr>
        <p:spPr>
          <a:xfrm>
            <a:off x="6827820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7278C7-530C-1DD7-D365-C6376F2A9682}"/>
              </a:ext>
            </a:extLst>
          </p:cNvPr>
          <p:cNvSpPr/>
          <p:nvPr/>
        </p:nvSpPr>
        <p:spPr>
          <a:xfrm>
            <a:off x="7204602" y="4343401"/>
            <a:ext cx="170227" cy="204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3F44D0-C5F3-70AB-009A-8E4A8EFA1D08}"/>
              </a:ext>
            </a:extLst>
          </p:cNvPr>
          <p:cNvSpPr txBox="1"/>
          <p:nvPr/>
        </p:nvSpPr>
        <p:spPr>
          <a:xfrm>
            <a:off x="6798425" y="435762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749E8A-E784-4E71-8612-9E46517CD0D5}"/>
              </a:ext>
            </a:extLst>
          </p:cNvPr>
          <p:cNvSpPr txBox="1"/>
          <p:nvPr/>
        </p:nvSpPr>
        <p:spPr>
          <a:xfrm>
            <a:off x="6755997" y="420835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2C1DBF-6515-FE8F-65D1-F012D5A19BB1}"/>
              </a:ext>
            </a:extLst>
          </p:cNvPr>
          <p:cNvSpPr txBox="1"/>
          <p:nvPr/>
        </p:nvSpPr>
        <p:spPr>
          <a:xfrm>
            <a:off x="7011653" y="4203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297431-9E0D-0AC2-1554-1EA8EC8EED89}"/>
              </a:ext>
            </a:extLst>
          </p:cNvPr>
          <p:cNvSpPr txBox="1"/>
          <p:nvPr/>
        </p:nvSpPr>
        <p:spPr>
          <a:xfrm>
            <a:off x="7182296" y="42077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A8F35-AD93-1022-51DE-229F31C6B04F}"/>
              </a:ext>
            </a:extLst>
          </p:cNvPr>
          <p:cNvSpPr txBox="1"/>
          <p:nvPr/>
        </p:nvSpPr>
        <p:spPr>
          <a:xfrm>
            <a:off x="6249872" y="4074759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3EBC38-AB98-2742-804E-AB4D39C34BF2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E9B1138E-5443-E7CE-3B18-82A86360AA0A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5CA19D1D-98A9-D08F-C8C5-7BEE25FD1EBF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D54B2-6C12-766F-F2BB-1B4D7B8C36D7}"/>
              </a:ext>
            </a:extLst>
          </p:cNvPr>
          <p:cNvSpPr txBox="1"/>
          <p:nvPr/>
        </p:nvSpPr>
        <p:spPr>
          <a:xfrm>
            <a:off x="8435315" y="3026842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BBEE48-5955-991D-5ABD-9153205CAD34}"/>
              </a:ext>
            </a:extLst>
          </p:cNvPr>
          <p:cNvSpPr/>
          <p:nvPr/>
        </p:nvSpPr>
        <p:spPr>
          <a:xfrm>
            <a:off x="8443809" y="3052893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7E7E8-CF55-5140-5CF6-55891AB78FBB}"/>
              </a:ext>
            </a:extLst>
          </p:cNvPr>
          <p:cNvSpPr/>
          <p:nvPr/>
        </p:nvSpPr>
        <p:spPr>
          <a:xfrm>
            <a:off x="7844410" y="5557139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865932-9D0D-750E-F1DC-80F42212E82B}"/>
              </a:ext>
            </a:extLst>
          </p:cNvPr>
          <p:cNvSpPr txBox="1"/>
          <p:nvPr/>
        </p:nvSpPr>
        <p:spPr>
          <a:xfrm>
            <a:off x="7982902" y="3013121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CEB5E2-53E0-B4A4-C2EA-26FF430B5E17}"/>
              </a:ext>
            </a:extLst>
          </p:cNvPr>
          <p:cNvSpPr txBox="1"/>
          <p:nvPr/>
        </p:nvSpPr>
        <p:spPr>
          <a:xfrm>
            <a:off x="7741094" y="3370687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D86611-69AA-8213-DD9D-441713F7A883}"/>
              </a:ext>
            </a:extLst>
          </p:cNvPr>
          <p:cNvSpPr txBox="1"/>
          <p:nvPr/>
        </p:nvSpPr>
        <p:spPr>
          <a:xfrm>
            <a:off x="7413326" y="3676713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0F0F0C-A436-70A3-B540-AACB7D1939B5}"/>
              </a:ext>
            </a:extLst>
          </p:cNvPr>
          <p:cNvSpPr/>
          <p:nvPr/>
        </p:nvSpPr>
        <p:spPr>
          <a:xfrm>
            <a:off x="7464803" y="366721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78F1C2-0EF6-97C8-DEC4-F1A4814A078A}"/>
              </a:ext>
            </a:extLst>
          </p:cNvPr>
          <p:cNvSpPr/>
          <p:nvPr/>
        </p:nvSpPr>
        <p:spPr>
          <a:xfrm>
            <a:off x="7464804" y="366721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5A8365-5B0D-A81D-8A48-CDD33550831B}"/>
              </a:ext>
            </a:extLst>
          </p:cNvPr>
          <p:cNvSpPr/>
          <p:nvPr/>
        </p:nvSpPr>
        <p:spPr>
          <a:xfrm>
            <a:off x="8288430" y="367288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0634C3-76DD-BD2D-5338-30D5A5AE5261}"/>
              </a:ext>
            </a:extLst>
          </p:cNvPr>
          <p:cNvSpPr/>
          <p:nvPr/>
        </p:nvSpPr>
        <p:spPr>
          <a:xfrm>
            <a:off x="8075899" y="366949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0B42A0-D0B9-2BC7-FCD8-33F622AB622B}"/>
              </a:ext>
            </a:extLst>
          </p:cNvPr>
          <p:cNvSpPr/>
          <p:nvPr/>
        </p:nvSpPr>
        <p:spPr>
          <a:xfrm>
            <a:off x="8452681" y="36728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11D1F6-8905-2DB8-B722-D1D99D2EDB55}"/>
              </a:ext>
            </a:extLst>
          </p:cNvPr>
          <p:cNvSpPr/>
          <p:nvPr/>
        </p:nvSpPr>
        <p:spPr>
          <a:xfrm>
            <a:off x="8290813" y="377527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8DC725-7DDD-2175-1303-EDCDCD85E361}"/>
              </a:ext>
            </a:extLst>
          </p:cNvPr>
          <p:cNvSpPr/>
          <p:nvPr/>
        </p:nvSpPr>
        <p:spPr>
          <a:xfrm>
            <a:off x="8078282" y="377189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DBB03818-360D-F5F3-AB85-603C82ED212C}"/>
              </a:ext>
            </a:extLst>
          </p:cNvPr>
          <p:cNvSpPr/>
          <p:nvPr/>
        </p:nvSpPr>
        <p:spPr>
          <a:xfrm>
            <a:off x="8455064" y="3775276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8568F493-36FD-CF44-6FB7-29525975EF72}"/>
              </a:ext>
            </a:extLst>
          </p:cNvPr>
          <p:cNvSpPr txBox="1"/>
          <p:nvPr/>
        </p:nvSpPr>
        <p:spPr>
          <a:xfrm>
            <a:off x="8205929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274E9DFA-CEF6-6974-DE71-8F735AA811F4}"/>
              </a:ext>
            </a:extLst>
          </p:cNvPr>
          <p:cNvSpPr txBox="1"/>
          <p:nvPr/>
        </p:nvSpPr>
        <p:spPr>
          <a:xfrm>
            <a:off x="8389183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DB5CC963-0635-8FBA-A091-E7AAF2E91CE9}"/>
              </a:ext>
            </a:extLst>
          </p:cNvPr>
          <p:cNvSpPr/>
          <p:nvPr/>
        </p:nvSpPr>
        <p:spPr>
          <a:xfrm>
            <a:off x="8290587" y="387528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C3D42FD-EC30-5EF7-394B-3FAC65C178C8}"/>
              </a:ext>
            </a:extLst>
          </p:cNvPr>
          <p:cNvSpPr/>
          <p:nvPr/>
        </p:nvSpPr>
        <p:spPr>
          <a:xfrm>
            <a:off x="8078056" y="387190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F66068AB-A531-AB9A-C63F-78EDB4E77CFA}"/>
              </a:ext>
            </a:extLst>
          </p:cNvPr>
          <p:cNvSpPr/>
          <p:nvPr/>
        </p:nvSpPr>
        <p:spPr>
          <a:xfrm>
            <a:off x="8454838" y="387528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84B5D752-D1B5-C9D7-1DE8-37519CA2ADE7}"/>
              </a:ext>
            </a:extLst>
          </p:cNvPr>
          <p:cNvSpPr/>
          <p:nvPr/>
        </p:nvSpPr>
        <p:spPr>
          <a:xfrm>
            <a:off x="8289021" y="39774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F15E6FF9-88DE-3FB8-DE23-742E815973A2}"/>
              </a:ext>
            </a:extLst>
          </p:cNvPr>
          <p:cNvSpPr/>
          <p:nvPr/>
        </p:nvSpPr>
        <p:spPr>
          <a:xfrm>
            <a:off x="8076490" y="397409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5A0AD58-8643-46F2-E698-65BDB254A71B}"/>
              </a:ext>
            </a:extLst>
          </p:cNvPr>
          <p:cNvSpPr/>
          <p:nvPr/>
        </p:nvSpPr>
        <p:spPr>
          <a:xfrm>
            <a:off x="8453272" y="397748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765F9887-FD7E-6ED7-BB39-A1A995B0510E}"/>
              </a:ext>
            </a:extLst>
          </p:cNvPr>
          <p:cNvSpPr txBox="1"/>
          <p:nvPr/>
        </p:nvSpPr>
        <p:spPr>
          <a:xfrm>
            <a:off x="8051955" y="393332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45AE46DE-4564-F794-3A1D-AF20F8E9828D}"/>
              </a:ext>
            </a:extLst>
          </p:cNvPr>
          <p:cNvSpPr txBox="1"/>
          <p:nvPr/>
        </p:nvSpPr>
        <p:spPr>
          <a:xfrm>
            <a:off x="8019821" y="383052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CB3B485D-2DC2-0B8E-822A-7AB1DD62E2A0}"/>
              </a:ext>
            </a:extLst>
          </p:cNvPr>
          <p:cNvSpPr txBox="1"/>
          <p:nvPr/>
        </p:nvSpPr>
        <p:spPr>
          <a:xfrm>
            <a:off x="8006232" y="373979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D0E0AD82-CDA4-C4C2-0332-95A3A1C2C2FB}"/>
              </a:ext>
            </a:extLst>
          </p:cNvPr>
          <p:cNvSpPr txBox="1"/>
          <p:nvPr/>
        </p:nvSpPr>
        <p:spPr>
          <a:xfrm>
            <a:off x="8269290" y="373082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57302500-6168-B5A9-FD72-74D465F8B4FC}"/>
              </a:ext>
            </a:extLst>
          </p:cNvPr>
          <p:cNvSpPr txBox="1"/>
          <p:nvPr/>
        </p:nvSpPr>
        <p:spPr>
          <a:xfrm>
            <a:off x="7413937" y="3676344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54530580-1BBC-E8FE-10A1-BF59F35C8EC1}"/>
              </a:ext>
            </a:extLst>
          </p:cNvPr>
          <p:cNvSpPr/>
          <p:nvPr/>
        </p:nvSpPr>
        <p:spPr>
          <a:xfrm>
            <a:off x="7464711" y="417465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A573F25-DFC2-4EFB-7D45-ED13A29A3D01}"/>
              </a:ext>
            </a:extLst>
          </p:cNvPr>
          <p:cNvSpPr/>
          <p:nvPr/>
        </p:nvSpPr>
        <p:spPr>
          <a:xfrm>
            <a:off x="7464712" y="417464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C6512CAE-1E8C-512A-E0C7-16C76935B882}"/>
              </a:ext>
            </a:extLst>
          </p:cNvPr>
          <p:cNvSpPr/>
          <p:nvPr/>
        </p:nvSpPr>
        <p:spPr>
          <a:xfrm>
            <a:off x="8288338" y="418031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7A27C8E3-F64F-231B-3575-EF7E9A3C6C07}"/>
              </a:ext>
            </a:extLst>
          </p:cNvPr>
          <p:cNvSpPr/>
          <p:nvPr/>
        </p:nvSpPr>
        <p:spPr>
          <a:xfrm>
            <a:off x="8075807" y="417693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9260DA78-CCD1-7A41-A494-F79F75B89FB3}"/>
              </a:ext>
            </a:extLst>
          </p:cNvPr>
          <p:cNvSpPr/>
          <p:nvPr/>
        </p:nvSpPr>
        <p:spPr>
          <a:xfrm>
            <a:off x="8452589" y="41803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94B00C2-526F-20E8-79DD-5D2F4F363B28}"/>
              </a:ext>
            </a:extLst>
          </p:cNvPr>
          <p:cNvSpPr/>
          <p:nvPr/>
        </p:nvSpPr>
        <p:spPr>
          <a:xfrm>
            <a:off x="8290721" y="4282709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A248B8A0-9F75-AE66-A076-DA559234022F}"/>
              </a:ext>
            </a:extLst>
          </p:cNvPr>
          <p:cNvSpPr/>
          <p:nvPr/>
        </p:nvSpPr>
        <p:spPr>
          <a:xfrm>
            <a:off x="8078190" y="427932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C05C3BE4-F686-E2DB-7364-7270A1A08F39}"/>
              </a:ext>
            </a:extLst>
          </p:cNvPr>
          <p:cNvSpPr/>
          <p:nvPr/>
        </p:nvSpPr>
        <p:spPr>
          <a:xfrm>
            <a:off x="8454972" y="4282708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D3D45C10-3439-A0BE-4CE8-2E03A5F6ADF6}"/>
              </a:ext>
            </a:extLst>
          </p:cNvPr>
          <p:cNvSpPr txBox="1"/>
          <p:nvPr/>
        </p:nvSpPr>
        <p:spPr>
          <a:xfrm>
            <a:off x="8205837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FB2D34B6-276B-FBDA-0727-6BF0B53283FE}"/>
              </a:ext>
            </a:extLst>
          </p:cNvPr>
          <p:cNvSpPr txBox="1"/>
          <p:nvPr/>
        </p:nvSpPr>
        <p:spPr>
          <a:xfrm>
            <a:off x="8389091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C346CB6-F83B-B49E-A1AD-B0476F9476A5}"/>
              </a:ext>
            </a:extLst>
          </p:cNvPr>
          <p:cNvSpPr/>
          <p:nvPr/>
        </p:nvSpPr>
        <p:spPr>
          <a:xfrm>
            <a:off x="8290495" y="438271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6DCB4E5-9744-A6E8-1A9B-4B9C3B25D9C5}"/>
              </a:ext>
            </a:extLst>
          </p:cNvPr>
          <p:cNvSpPr/>
          <p:nvPr/>
        </p:nvSpPr>
        <p:spPr>
          <a:xfrm>
            <a:off x="8077964" y="43793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C55CEE0-7898-5467-B8CC-2FE24BD975AA}"/>
              </a:ext>
            </a:extLst>
          </p:cNvPr>
          <p:cNvSpPr/>
          <p:nvPr/>
        </p:nvSpPr>
        <p:spPr>
          <a:xfrm>
            <a:off x="8454746" y="438271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D6C33C2-128B-229A-D5F8-F3E989F9B350}"/>
              </a:ext>
            </a:extLst>
          </p:cNvPr>
          <p:cNvSpPr/>
          <p:nvPr/>
        </p:nvSpPr>
        <p:spPr>
          <a:xfrm>
            <a:off x="8288929" y="4484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F63D6A5-BEB0-AB07-390A-14485C161DBA}"/>
              </a:ext>
            </a:extLst>
          </p:cNvPr>
          <p:cNvSpPr/>
          <p:nvPr/>
        </p:nvSpPr>
        <p:spPr>
          <a:xfrm>
            <a:off x="8076398" y="448152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6A300D20-144E-CCA9-8CF5-EA0AF28CD21E}"/>
              </a:ext>
            </a:extLst>
          </p:cNvPr>
          <p:cNvSpPr/>
          <p:nvPr/>
        </p:nvSpPr>
        <p:spPr>
          <a:xfrm>
            <a:off x="8453180" y="448491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34311319-351C-5C29-7846-59FBD7BF6582}"/>
              </a:ext>
            </a:extLst>
          </p:cNvPr>
          <p:cNvSpPr txBox="1"/>
          <p:nvPr/>
        </p:nvSpPr>
        <p:spPr>
          <a:xfrm>
            <a:off x="8051863" y="444076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A13FBFFB-E7F1-1151-2AAF-8CFAD3B0D419}"/>
              </a:ext>
            </a:extLst>
          </p:cNvPr>
          <p:cNvSpPr txBox="1"/>
          <p:nvPr/>
        </p:nvSpPr>
        <p:spPr>
          <a:xfrm>
            <a:off x="8019729" y="433795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E2D5AFAC-91B8-62F8-12D4-1BD5898D3711}"/>
              </a:ext>
            </a:extLst>
          </p:cNvPr>
          <p:cNvSpPr txBox="1"/>
          <p:nvPr/>
        </p:nvSpPr>
        <p:spPr>
          <a:xfrm>
            <a:off x="8006140" y="424722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D3495C70-D104-E3AA-B46E-1D195358F363}"/>
              </a:ext>
            </a:extLst>
          </p:cNvPr>
          <p:cNvSpPr txBox="1"/>
          <p:nvPr/>
        </p:nvSpPr>
        <p:spPr>
          <a:xfrm>
            <a:off x="8246511" y="42374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D2961157-CC39-C103-369E-EDD28F90EEF2}"/>
              </a:ext>
            </a:extLst>
          </p:cNvPr>
          <p:cNvSpPr txBox="1"/>
          <p:nvPr/>
        </p:nvSpPr>
        <p:spPr>
          <a:xfrm>
            <a:off x="8426667" y="4239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6A2AF75B-FFEA-F162-F504-153F3C7676B2}"/>
              </a:ext>
            </a:extLst>
          </p:cNvPr>
          <p:cNvSpPr/>
          <p:nvPr/>
        </p:nvSpPr>
        <p:spPr>
          <a:xfrm>
            <a:off x="7466120" y="466956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B7CE7D48-7B75-85E8-7BE5-D8F5CC7D79B3}"/>
              </a:ext>
            </a:extLst>
          </p:cNvPr>
          <p:cNvSpPr/>
          <p:nvPr/>
        </p:nvSpPr>
        <p:spPr>
          <a:xfrm>
            <a:off x="7466121" y="466955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6887504F-AA89-FB55-7B2C-890F4C5347A7}"/>
              </a:ext>
            </a:extLst>
          </p:cNvPr>
          <p:cNvSpPr/>
          <p:nvPr/>
        </p:nvSpPr>
        <p:spPr>
          <a:xfrm>
            <a:off x="8289747" y="46752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BDC8F1E1-662F-2EEB-94D5-040477DFA2BE}"/>
              </a:ext>
            </a:extLst>
          </p:cNvPr>
          <p:cNvSpPr/>
          <p:nvPr/>
        </p:nvSpPr>
        <p:spPr>
          <a:xfrm>
            <a:off x="8077216" y="467184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8F60010-CD49-0EC1-4FC3-833CCB74E005}"/>
              </a:ext>
            </a:extLst>
          </p:cNvPr>
          <p:cNvSpPr/>
          <p:nvPr/>
        </p:nvSpPr>
        <p:spPr>
          <a:xfrm>
            <a:off x="8453998" y="46752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5549F43-71ED-BFAE-EFE7-726E2C587319}"/>
              </a:ext>
            </a:extLst>
          </p:cNvPr>
          <p:cNvSpPr/>
          <p:nvPr/>
        </p:nvSpPr>
        <p:spPr>
          <a:xfrm>
            <a:off x="8292130" y="4777619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F68C7EF-67A2-837A-D30A-3FB0A4E7CD9B}"/>
              </a:ext>
            </a:extLst>
          </p:cNvPr>
          <p:cNvSpPr/>
          <p:nvPr/>
        </p:nvSpPr>
        <p:spPr>
          <a:xfrm>
            <a:off x="8079599" y="47742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B778C78-5DE4-A11D-61CE-8A7B03195567}"/>
              </a:ext>
            </a:extLst>
          </p:cNvPr>
          <p:cNvSpPr/>
          <p:nvPr/>
        </p:nvSpPr>
        <p:spPr>
          <a:xfrm>
            <a:off x="8456381" y="4777618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F9F654-3FD8-FB32-E57B-FA3F3380E56A}"/>
              </a:ext>
            </a:extLst>
          </p:cNvPr>
          <p:cNvSpPr txBox="1"/>
          <p:nvPr/>
        </p:nvSpPr>
        <p:spPr>
          <a:xfrm>
            <a:off x="8207246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EA3F6A-DF93-DB77-2253-BE4A204916C0}"/>
              </a:ext>
            </a:extLst>
          </p:cNvPr>
          <p:cNvSpPr txBox="1"/>
          <p:nvPr/>
        </p:nvSpPr>
        <p:spPr>
          <a:xfrm>
            <a:off x="8390500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F8E7811-0FA6-F099-4313-3B9AA806EF93}"/>
              </a:ext>
            </a:extLst>
          </p:cNvPr>
          <p:cNvSpPr/>
          <p:nvPr/>
        </p:nvSpPr>
        <p:spPr>
          <a:xfrm>
            <a:off x="8291904" y="48776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87FA9EB-8627-DDC6-3E1F-B1F4EB2672E7}"/>
              </a:ext>
            </a:extLst>
          </p:cNvPr>
          <p:cNvSpPr/>
          <p:nvPr/>
        </p:nvSpPr>
        <p:spPr>
          <a:xfrm>
            <a:off x="8079373" y="48742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204F809-2932-E943-5DA0-5AAF629046F7}"/>
              </a:ext>
            </a:extLst>
          </p:cNvPr>
          <p:cNvSpPr/>
          <p:nvPr/>
        </p:nvSpPr>
        <p:spPr>
          <a:xfrm>
            <a:off x="8456155" y="48776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29D2FA-E956-E230-4267-ABBB3537319C}"/>
              </a:ext>
            </a:extLst>
          </p:cNvPr>
          <p:cNvSpPr/>
          <p:nvPr/>
        </p:nvSpPr>
        <p:spPr>
          <a:xfrm>
            <a:off x="8290338" y="497982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29D660A-A201-97E6-6328-871C30AF68B6}"/>
              </a:ext>
            </a:extLst>
          </p:cNvPr>
          <p:cNvSpPr/>
          <p:nvPr/>
        </p:nvSpPr>
        <p:spPr>
          <a:xfrm>
            <a:off x="8077807" y="497643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628694-3F1B-6CC3-648C-A55FF2979274}"/>
              </a:ext>
            </a:extLst>
          </p:cNvPr>
          <p:cNvSpPr/>
          <p:nvPr/>
        </p:nvSpPr>
        <p:spPr>
          <a:xfrm>
            <a:off x="8454589" y="49798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39F873-7B98-BB4A-5D64-6FF6F2D47AE3}"/>
              </a:ext>
            </a:extLst>
          </p:cNvPr>
          <p:cNvSpPr txBox="1"/>
          <p:nvPr/>
        </p:nvSpPr>
        <p:spPr>
          <a:xfrm>
            <a:off x="8053272" y="493567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5896C5-900F-00A9-9A8B-94E8C193D37D}"/>
              </a:ext>
            </a:extLst>
          </p:cNvPr>
          <p:cNvSpPr txBox="1"/>
          <p:nvPr/>
        </p:nvSpPr>
        <p:spPr>
          <a:xfrm>
            <a:off x="8021138" y="483286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8D40D4-97BE-C12F-94F2-303C3045D8A7}"/>
              </a:ext>
            </a:extLst>
          </p:cNvPr>
          <p:cNvSpPr txBox="1"/>
          <p:nvPr/>
        </p:nvSpPr>
        <p:spPr>
          <a:xfrm>
            <a:off x="8007549" y="474213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DF52C1-ED36-4260-92A0-13300FF55369}"/>
              </a:ext>
            </a:extLst>
          </p:cNvPr>
          <p:cNvSpPr txBox="1"/>
          <p:nvPr/>
        </p:nvSpPr>
        <p:spPr>
          <a:xfrm>
            <a:off x="8262251" y="473983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5ED156-A345-AFFF-F0F8-F4DEB13650F1}"/>
              </a:ext>
            </a:extLst>
          </p:cNvPr>
          <p:cNvSpPr txBox="1"/>
          <p:nvPr/>
        </p:nvSpPr>
        <p:spPr>
          <a:xfrm>
            <a:off x="8412570" y="473637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0979EC-6328-7435-AF9D-01219DCEF268}"/>
              </a:ext>
            </a:extLst>
          </p:cNvPr>
          <p:cNvSpPr txBox="1"/>
          <p:nvPr/>
        </p:nvSpPr>
        <p:spPr>
          <a:xfrm>
            <a:off x="7384674" y="4142092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5226E8-5D1F-E83D-4286-BA80D08507F2}"/>
              </a:ext>
            </a:extLst>
          </p:cNvPr>
          <p:cNvSpPr txBox="1"/>
          <p:nvPr/>
        </p:nvSpPr>
        <p:spPr>
          <a:xfrm>
            <a:off x="7450136" y="4689361"/>
            <a:ext cx="8192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Piston 1 broken</a:t>
            </a:r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2E1B815B-215E-7087-035E-05E5E87ED36F}"/>
              </a:ext>
            </a:extLst>
          </p:cNvPr>
          <p:cNvSpPr/>
          <p:nvPr/>
        </p:nvSpPr>
        <p:spPr>
          <a:xfrm>
            <a:off x="7681452" y="346081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9DFF18-0EEA-9670-E334-19580A683B13}"/>
              </a:ext>
            </a:extLst>
          </p:cNvPr>
          <p:cNvSpPr txBox="1"/>
          <p:nvPr/>
        </p:nvSpPr>
        <p:spPr>
          <a:xfrm>
            <a:off x="8425953" y="373106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ED4B361-DEC4-CBF7-3C01-03822F50460A}"/>
              </a:ext>
            </a:extLst>
          </p:cNvPr>
          <p:cNvSpPr/>
          <p:nvPr/>
        </p:nvSpPr>
        <p:spPr>
          <a:xfrm>
            <a:off x="7858687" y="316334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06C3E2-75D0-A563-C08D-4A41FBD08775}"/>
              </a:ext>
            </a:extLst>
          </p:cNvPr>
          <p:cNvSpPr/>
          <p:nvPr/>
        </p:nvSpPr>
        <p:spPr>
          <a:xfrm>
            <a:off x="8647230" y="304038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156DD6-B283-7D84-48F5-136F42D8AE9C}"/>
              </a:ext>
            </a:extLst>
          </p:cNvPr>
          <p:cNvSpPr txBox="1"/>
          <p:nvPr/>
        </p:nvSpPr>
        <p:spPr>
          <a:xfrm>
            <a:off x="8137431" y="3014393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977A620-E6E4-079B-1A59-E41C7CA7E9DD}"/>
              </a:ext>
            </a:extLst>
          </p:cNvPr>
          <p:cNvCxnSpPr>
            <a:cxnSpLocks/>
          </p:cNvCxnSpPr>
          <p:nvPr/>
        </p:nvCxnSpPr>
        <p:spPr>
          <a:xfrm>
            <a:off x="8053215" y="316334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92EA18-724B-3419-8384-9C8117198098}"/>
              </a:ext>
            </a:extLst>
          </p:cNvPr>
          <p:cNvCxnSpPr>
            <a:cxnSpLocks/>
          </p:cNvCxnSpPr>
          <p:nvPr/>
        </p:nvCxnSpPr>
        <p:spPr>
          <a:xfrm>
            <a:off x="8234190" y="316334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E65AE92-B1FF-DE00-C2CF-12C83DAFE817}"/>
              </a:ext>
            </a:extLst>
          </p:cNvPr>
          <p:cNvCxnSpPr>
            <a:cxnSpLocks/>
          </p:cNvCxnSpPr>
          <p:nvPr/>
        </p:nvCxnSpPr>
        <p:spPr>
          <a:xfrm>
            <a:off x="8365157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E11BE92-993F-B2AD-2CC5-58AEA72458D4}"/>
              </a:ext>
            </a:extLst>
          </p:cNvPr>
          <p:cNvCxnSpPr>
            <a:cxnSpLocks/>
          </p:cNvCxnSpPr>
          <p:nvPr/>
        </p:nvCxnSpPr>
        <p:spPr>
          <a:xfrm>
            <a:off x="8493741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E4080C9-EB11-24F4-3B05-0C1E6AFDF09A}"/>
              </a:ext>
            </a:extLst>
          </p:cNvPr>
          <p:cNvSpPr txBox="1"/>
          <p:nvPr/>
        </p:nvSpPr>
        <p:spPr>
          <a:xfrm>
            <a:off x="8638736" y="314074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57009F3-93C4-BFEB-9580-9B702B080DB6}"/>
              </a:ext>
            </a:extLst>
          </p:cNvPr>
          <p:cNvSpPr/>
          <p:nvPr/>
        </p:nvSpPr>
        <p:spPr>
          <a:xfrm>
            <a:off x="8647230" y="316679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91E5867-31BF-E32C-A7FE-D42ACC6DED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7905024" y="3174463"/>
            <a:ext cx="101441" cy="95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80003C84-AC55-8E73-18FA-F837BCFD2E9D}"/>
              </a:ext>
            </a:extLst>
          </p:cNvPr>
          <p:cNvSpPr txBox="1"/>
          <p:nvPr/>
        </p:nvSpPr>
        <p:spPr>
          <a:xfrm>
            <a:off x="8049720" y="3127657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EF66EF-9E8C-323B-F936-BEF7C7FDF12A}"/>
              </a:ext>
            </a:extLst>
          </p:cNvPr>
          <p:cNvSpPr txBox="1"/>
          <p:nvPr/>
        </p:nvSpPr>
        <p:spPr>
          <a:xfrm>
            <a:off x="7558519" y="4936264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0584A8-9AA2-4AEB-D43F-968D61FA5BE6}"/>
              </a:ext>
            </a:extLst>
          </p:cNvPr>
          <p:cNvSpPr txBox="1"/>
          <p:nvPr/>
        </p:nvSpPr>
        <p:spPr>
          <a:xfrm>
            <a:off x="7715298" y="3491984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98" name="Arrow: Down 97">
            <a:extLst>
              <a:ext uri="{FF2B5EF4-FFF2-40B4-BE49-F238E27FC236}">
                <a16:creationId xmlns:a16="http://schemas.microsoft.com/office/drawing/2014/main" id="{90A2CDE9-C5D2-C92F-AB10-D17BABB235CF}"/>
              </a:ext>
            </a:extLst>
          </p:cNvPr>
          <p:cNvSpPr/>
          <p:nvPr/>
        </p:nvSpPr>
        <p:spPr>
          <a:xfrm>
            <a:off x="7643674" y="5179655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1ACDEE2-AB24-D62D-15C4-1ECBED5AE2BB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CEA34A6-E5C3-9091-9630-222F974A04DF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660E750-8418-638E-9B77-7C59843554EB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484EB3B-A8AB-4C27-EB4C-79C906705221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69DD91F-8FF0-BF85-1E65-A8FA87D00578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412DEDA-4692-3EF8-26EA-1A4FCBED4EAA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8DDDA5C-0136-6F84-91F0-AAC195796A2A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81C281A-4745-B9E2-2E8D-35135FC68C01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F263B29-0486-3C66-7D01-30B95ECAC4E8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2BF7DAF-9DAC-1769-A783-C2C8A7114803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A868EB44-E8CF-685A-C42F-C4B83F236FD1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678198F-7E4F-F36F-61FD-A892D8490291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FF74EA0-18D6-7B0B-CE0F-C9E4A73F0424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BFC1FC9-CD75-C6FF-D654-408364F41D5C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DF17136-B79C-78C7-AB02-937FD79E3128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0307259-C799-3577-EE36-630EE4E4AF42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1A46C3C-5000-5A57-079E-1CE17371167A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E395D68-FA0A-B003-00D4-5E371FA51BC3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29403A7C-E5AE-B8E8-3F88-4F6D4D484C16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F5B6A6A2-F611-5E4D-3AC1-BC27CC1D33DD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C90BEFD7-19E8-340E-CC4C-6743BDAA1FAD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64C20C9D-F85B-A6D7-F547-41A33CD7E1A8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968D8253-FCB8-CCBE-E317-43F371712A74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D8C5692F-1568-7382-694C-BD0C107011F8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702A2C4-0E7B-F6EE-FC0E-F16BB61CC97D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C68E61D-9D43-AFD8-F5DF-25BED1BA9FA7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86CDA58-FB59-5A38-DE79-1F1A90BE9703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EF410E5-288D-2015-5174-B3645396855A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484ABB7-D5E6-33C3-0D14-B746D037E81A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5E877776-482D-9AFB-109C-96969C502CCF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31BFA02-60E6-DBC5-3556-8BCFCAC32787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F52C59E-FE55-88A5-5EE6-1CFC6ABE56A6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EE7BC46C-DFAC-A5C2-5BA7-19C25D2CF7B4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F41972-EBAA-B54A-4738-83614B18EE51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46491CAE-A94E-2724-6A5C-846E828C34AC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56AC7A4D-C5BD-7753-7FDB-F01396C202CB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768AC8F-337A-059E-32C5-1F09FD34B0D5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5901771-8159-1652-2AB5-98D5F0AA9493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B8AC2D9-6CA5-1EBA-CDA5-BB3F3A578BD5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4926597-6141-F3AE-086F-E981C4D860EF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42A86836-D1C7-A67C-E659-20AC21F47646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1C20C93-E088-BF49-ADF6-398D6249549D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CAB9B83A-B688-4F15-0758-67CA0428EA5F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05AF279E-FFB7-DD1B-5E0F-E738331C4366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6F1E997D-920F-C022-819F-EB1656776346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5D0CAC1B-2428-2FA4-C7F7-BE6C11F92B96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728BF57D-3041-2B2A-6AB6-EF52EF60F4EF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88" name="Arrow: Down 287">
            <a:extLst>
              <a:ext uri="{FF2B5EF4-FFF2-40B4-BE49-F238E27FC236}">
                <a16:creationId xmlns:a16="http://schemas.microsoft.com/office/drawing/2014/main" id="{BE014A15-A503-E309-FA62-34D3FA7656E4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3D0A7D27-93D8-0603-46EB-4339E8D08EE0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0" name="Arrow: Down 289">
            <a:extLst>
              <a:ext uri="{FF2B5EF4-FFF2-40B4-BE49-F238E27FC236}">
                <a16:creationId xmlns:a16="http://schemas.microsoft.com/office/drawing/2014/main" id="{67AF5912-271A-D539-41BA-313DA43ADFBA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668CFAD-C42B-C21F-B9CA-1B2E70361BF6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5C55A1F-9746-0158-2790-6A523D707EC2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027AB0C-4D98-71D4-D96A-93C950F88237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7272BCB6-32E7-CAB4-C486-C36E9AE8A96D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DE7F61F-D12E-C2A8-838B-1BA34D5020EA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CA9E57B-D582-D4BF-449B-4766B9CF67C9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000BA808-4FD6-378B-9633-BDEF409089C8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34379A32-70EF-804F-A3DE-9B446BBD77BF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FCA15BF9-F57C-7DC2-1917-0C9ED17041BA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5EA92A3-F6FC-255B-A9DD-DCB65A74AFF9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D761396-9715-A475-A66D-C9BB69E737DB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710B8E1-819C-C4E3-9EDB-65DC596E4CB3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759148FB-46E0-C66F-CE0D-96AA864AC5DA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D57AB39-FD06-EB3D-785A-D423D84C495C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28E65AE3-5800-AEC3-AA7C-E68CD6B5E37E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2E9E7DD1-ABE8-67EB-1A2D-62FAA34DA28D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0B88F99-75D9-BBF6-2CE0-BBEEEC7055EA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1E5A358-1EDD-A825-C8C7-7A3FEF2AD3B1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A6050B34-3515-8BFF-7BCA-0F798A5635BB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F60F6972-021E-200A-1A2D-19DD8EE78B7B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432AE3A-9C31-4EC6-8AF4-E9CACBCBC991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5A23966-D42C-FAFD-2326-E616DD864934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D620B5C7-45CB-836B-26BC-85BD80C56D49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7C8B140B-2FB4-05EA-5362-7D55860C9032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348EF877-7FA6-5E4A-EC69-3BE911774238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46B6EE19-4BD7-68CA-AB83-728C3254E735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FB23E115-C159-414D-9F45-42E69BC04131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4F1C5549-251C-F967-220E-BA5B19BCF66F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68B139F3-A42B-E6FB-00A0-ABAE66B4AAF0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50C557CD-7B30-C907-D907-5FA73B840F1C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412E4312-7612-E39C-F5D9-4FCCCF1E31DD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02" name="Rectangle 1601">
            <a:extLst>
              <a:ext uri="{FF2B5EF4-FFF2-40B4-BE49-F238E27FC236}">
                <a16:creationId xmlns:a16="http://schemas.microsoft.com/office/drawing/2014/main" id="{AAFA7640-0F09-6111-DF0C-F107CE34D896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F6294640-35BB-A1D4-E8AF-D5E29682CD23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94796FCC-3527-25AB-6533-BCA491791333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5" name="TextBox 1604">
            <a:extLst>
              <a:ext uri="{FF2B5EF4-FFF2-40B4-BE49-F238E27FC236}">
                <a16:creationId xmlns:a16="http://schemas.microsoft.com/office/drawing/2014/main" id="{88D915BA-3395-D632-6E95-720698E92E14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8BF02B61-0EC2-B0D1-0F9F-1CFA98180CD1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2A2FF5D1-72DB-60DA-8403-C2A99E2880A4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Rectangle 1607">
            <a:extLst>
              <a:ext uri="{FF2B5EF4-FFF2-40B4-BE49-F238E27FC236}">
                <a16:creationId xmlns:a16="http://schemas.microsoft.com/office/drawing/2014/main" id="{E9427E13-78C3-CC0C-93D4-5E4ED54C06E8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25D811B0-AAAF-E42D-7139-74B91997FF0D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D6D4AE22-DD0D-7944-97CE-2F38CE1435C6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17D2EF82-A7B6-94FD-0019-CE1FEFDF699A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B4AB06A8-347E-2FC5-177E-9772C02E5281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76CC7F2-A4A7-230B-3168-24F29683EF8F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F6552904-7B26-2441-F7EC-AB4ED2AAA0AB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15" name="TextBox 1614">
            <a:extLst>
              <a:ext uri="{FF2B5EF4-FFF2-40B4-BE49-F238E27FC236}">
                <a16:creationId xmlns:a16="http://schemas.microsoft.com/office/drawing/2014/main" id="{CA01F17A-877C-C21B-8CCE-1363FEB48066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8CAA1B77-84C6-EE55-6458-8F387213B2FB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67A4874E-BDB4-7E07-74BE-6EAFFCE35D87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0668E192-1A16-50A7-CCE4-0415D48F3DF4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619" name="Straight Connector 1618">
            <a:extLst>
              <a:ext uri="{FF2B5EF4-FFF2-40B4-BE49-F238E27FC236}">
                <a16:creationId xmlns:a16="http://schemas.microsoft.com/office/drawing/2014/main" id="{CD48D555-F93D-52DB-3F90-ACEA2D1735E6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0" name="Straight Connector 1619">
            <a:extLst>
              <a:ext uri="{FF2B5EF4-FFF2-40B4-BE49-F238E27FC236}">
                <a16:creationId xmlns:a16="http://schemas.microsoft.com/office/drawing/2014/main" id="{44B2F845-969D-5E68-4546-D6844F74F5E1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1" name="TextBox 1620">
            <a:extLst>
              <a:ext uri="{FF2B5EF4-FFF2-40B4-BE49-F238E27FC236}">
                <a16:creationId xmlns:a16="http://schemas.microsoft.com/office/drawing/2014/main" id="{400F655B-3247-F14B-2859-7CE08B55B419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622" name="Arrow: Down 1621">
            <a:extLst>
              <a:ext uri="{FF2B5EF4-FFF2-40B4-BE49-F238E27FC236}">
                <a16:creationId xmlns:a16="http://schemas.microsoft.com/office/drawing/2014/main" id="{D66156AE-3144-00E9-634E-276DA6731AFB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648CFF94-EA11-B847-F04E-B54822F697E8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4" name="Arrow: Down 1623">
            <a:extLst>
              <a:ext uri="{FF2B5EF4-FFF2-40B4-BE49-F238E27FC236}">
                <a16:creationId xmlns:a16="http://schemas.microsoft.com/office/drawing/2014/main" id="{BDCBC986-F856-13AB-776D-86E0AA05A62A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28AF1CDA-E008-95AD-B6A1-CC7AD36B0FF2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8CDB09A6-D183-BCCF-92CA-8A52618618F7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7" name="Rectangle 1626">
            <a:extLst>
              <a:ext uri="{FF2B5EF4-FFF2-40B4-BE49-F238E27FC236}">
                <a16:creationId xmlns:a16="http://schemas.microsoft.com/office/drawing/2014/main" id="{1FBB9C3F-63A6-4E5C-E72F-4CDF3D3DF081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21811506-0C12-F5E7-D5EE-7A742DF234FA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9" name="Rectangle 1628">
            <a:extLst>
              <a:ext uri="{FF2B5EF4-FFF2-40B4-BE49-F238E27FC236}">
                <a16:creationId xmlns:a16="http://schemas.microsoft.com/office/drawing/2014/main" id="{0DEF9E35-972B-B29B-1917-6EB40B3D83BE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0" name="Rectangle 1629">
            <a:extLst>
              <a:ext uri="{FF2B5EF4-FFF2-40B4-BE49-F238E27FC236}">
                <a16:creationId xmlns:a16="http://schemas.microsoft.com/office/drawing/2014/main" id="{7A787DF8-87F1-BF82-5052-74A21C1398E3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63AE748D-BD3B-839B-E88B-10649E2B90F6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CA045E2F-4563-8CDB-88EA-989B4B052621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47F9ADC8-2231-75FE-AC5A-06020DD52D33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B898F20D-CA37-5B60-8261-382D1A18626A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D1EFFD93-2C61-AC71-4957-D132A7C70F59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637" name="TextBox 1636">
            <a:extLst>
              <a:ext uri="{FF2B5EF4-FFF2-40B4-BE49-F238E27FC236}">
                <a16:creationId xmlns:a16="http://schemas.microsoft.com/office/drawing/2014/main" id="{A2E2AC7B-E20F-4791-9FF3-2D6B141B1701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6BD847EE-97FB-67FB-F944-752F861A1C83}"/>
              </a:ext>
            </a:extLst>
          </p:cNvPr>
          <p:cNvSpPr/>
          <p:nvPr/>
        </p:nvSpPr>
        <p:spPr>
          <a:xfrm>
            <a:off x="7545915" y="4179264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E2524792-71C0-7B75-9178-A4EFFFA75002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306BD335-8C46-270C-44EB-94E39C45ADA4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5C9C8E6C-6B3C-FB7C-8FD8-B712596BA797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3DE9F0E3-47B6-F923-8D58-7D7323DC05F4}"/>
              </a:ext>
            </a:extLst>
          </p:cNvPr>
          <p:cNvSpPr txBox="1"/>
          <p:nvPr/>
        </p:nvSpPr>
        <p:spPr>
          <a:xfrm>
            <a:off x="7515909" y="47426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Detection</a:t>
            </a: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2FF9B69B-84EB-888E-4EE3-24FD2CFAA23F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649" name="Straight Connector 1648">
            <a:extLst>
              <a:ext uri="{FF2B5EF4-FFF2-40B4-BE49-F238E27FC236}">
                <a16:creationId xmlns:a16="http://schemas.microsoft.com/office/drawing/2014/main" id="{DE31704C-8501-7916-9268-37649091C703}"/>
              </a:ext>
            </a:extLst>
          </p:cNvPr>
          <p:cNvCxnSpPr>
            <a:cxnSpLocks/>
          </p:cNvCxnSpPr>
          <p:nvPr/>
        </p:nvCxnSpPr>
        <p:spPr>
          <a:xfrm flipH="1">
            <a:off x="7548512" y="4304628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0" name="TextBox 1649">
            <a:extLst>
              <a:ext uri="{FF2B5EF4-FFF2-40B4-BE49-F238E27FC236}">
                <a16:creationId xmlns:a16="http://schemas.microsoft.com/office/drawing/2014/main" id="{AD73EC9B-01FC-581D-4C09-BA8239FF9965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cxnSp>
        <p:nvCxnSpPr>
          <p:cNvPr id="1651" name="Straight Connector 1650">
            <a:extLst>
              <a:ext uri="{FF2B5EF4-FFF2-40B4-BE49-F238E27FC236}">
                <a16:creationId xmlns:a16="http://schemas.microsoft.com/office/drawing/2014/main" id="{2B6421DD-0653-EE47-204E-8A81CE681640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2" name="Straight Connector 1651">
            <a:extLst>
              <a:ext uri="{FF2B5EF4-FFF2-40B4-BE49-F238E27FC236}">
                <a16:creationId xmlns:a16="http://schemas.microsoft.com/office/drawing/2014/main" id="{BCF63D74-6AE4-1107-0A16-ECDEADECEA9D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3" name="Straight Connector 1652">
            <a:extLst>
              <a:ext uri="{FF2B5EF4-FFF2-40B4-BE49-F238E27FC236}">
                <a16:creationId xmlns:a16="http://schemas.microsoft.com/office/drawing/2014/main" id="{96A5C103-7BC3-F1D3-556E-2E95680DCE2F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0AB4DF9A-91BF-7750-BF04-61D24DB7D959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Straight Connector 1654">
            <a:extLst>
              <a:ext uri="{FF2B5EF4-FFF2-40B4-BE49-F238E27FC236}">
                <a16:creationId xmlns:a16="http://schemas.microsoft.com/office/drawing/2014/main" id="{EAB4C5D1-4084-81FF-3D0D-56CA0A0794C0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6" name="Straight Connector 1655">
            <a:extLst>
              <a:ext uri="{FF2B5EF4-FFF2-40B4-BE49-F238E27FC236}">
                <a16:creationId xmlns:a16="http://schemas.microsoft.com/office/drawing/2014/main" id="{CE1FE398-7DBD-2D10-6624-27CBEE8273B9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Straight Connector 1656">
            <a:extLst>
              <a:ext uri="{FF2B5EF4-FFF2-40B4-BE49-F238E27FC236}">
                <a16:creationId xmlns:a16="http://schemas.microsoft.com/office/drawing/2014/main" id="{923DDD3D-81E2-D3C5-278F-07C8DB8A7217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TextBox 1657">
            <a:extLst>
              <a:ext uri="{FF2B5EF4-FFF2-40B4-BE49-F238E27FC236}">
                <a16:creationId xmlns:a16="http://schemas.microsoft.com/office/drawing/2014/main" id="{7468CBF5-BBC4-E2B3-C5B8-66102B9F2B52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659" name="TextBox 1658">
            <a:extLst>
              <a:ext uri="{FF2B5EF4-FFF2-40B4-BE49-F238E27FC236}">
                <a16:creationId xmlns:a16="http://schemas.microsoft.com/office/drawing/2014/main" id="{44228EB3-5E30-02F1-C505-77DD7C12544E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6A054177-7490-71FA-5439-75F223D2A5A7}"/>
              </a:ext>
            </a:extLst>
          </p:cNvPr>
          <p:cNvSpPr txBox="1"/>
          <p:nvPr/>
        </p:nvSpPr>
        <p:spPr>
          <a:xfrm>
            <a:off x="8530384" y="4745669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1661" name="Straight Connector 1660">
            <a:extLst>
              <a:ext uri="{FF2B5EF4-FFF2-40B4-BE49-F238E27FC236}">
                <a16:creationId xmlns:a16="http://schemas.microsoft.com/office/drawing/2014/main" id="{4301774D-FA81-023F-3D73-B261727D2852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066C5594-5C1D-94D4-E91D-5D54F935BC1F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Straight Connector 1662">
            <a:extLst>
              <a:ext uri="{FF2B5EF4-FFF2-40B4-BE49-F238E27FC236}">
                <a16:creationId xmlns:a16="http://schemas.microsoft.com/office/drawing/2014/main" id="{A9EE2C04-E797-B33F-7F60-CDD2AA9EB156}"/>
              </a:ext>
            </a:extLst>
          </p:cNvPr>
          <p:cNvCxnSpPr>
            <a:cxnSpLocks/>
          </p:cNvCxnSpPr>
          <p:nvPr/>
        </p:nvCxnSpPr>
        <p:spPr>
          <a:xfrm>
            <a:off x="7547392" y="448664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9B3421A8-8D04-EB6E-65D7-9EF80EF569D3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A04106E0-C7E1-69AD-1F5E-4FFD51243D1D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6" name="Straight Connector 1665">
            <a:extLst>
              <a:ext uri="{FF2B5EF4-FFF2-40B4-BE49-F238E27FC236}">
                <a16:creationId xmlns:a16="http://schemas.microsoft.com/office/drawing/2014/main" id="{74D1840F-F3F7-6FF2-55FE-0F0AEDB6113F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7" name="Rectangle 1666">
            <a:extLst>
              <a:ext uri="{FF2B5EF4-FFF2-40B4-BE49-F238E27FC236}">
                <a16:creationId xmlns:a16="http://schemas.microsoft.com/office/drawing/2014/main" id="{AF5F6572-DC9E-98B3-2300-CEA1263A95BF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8" name="TextBox 1667">
            <a:extLst>
              <a:ext uri="{FF2B5EF4-FFF2-40B4-BE49-F238E27FC236}">
                <a16:creationId xmlns:a16="http://schemas.microsoft.com/office/drawing/2014/main" id="{1E3E46AE-DC61-E7D5-C6E3-410D24E92ABE}"/>
              </a:ext>
            </a:extLst>
          </p:cNvPr>
          <p:cNvSpPr txBox="1"/>
          <p:nvPr/>
        </p:nvSpPr>
        <p:spPr>
          <a:xfrm>
            <a:off x="8527194" y="5268630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6C012BE2-2091-E975-FF03-45EF4A24DBA5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0" name="TextBox 1669">
            <a:extLst>
              <a:ext uri="{FF2B5EF4-FFF2-40B4-BE49-F238E27FC236}">
                <a16:creationId xmlns:a16="http://schemas.microsoft.com/office/drawing/2014/main" id="{8504E5A6-E6E8-E58F-B323-73775C878016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1" name="TextBox 1670">
            <a:extLst>
              <a:ext uri="{FF2B5EF4-FFF2-40B4-BE49-F238E27FC236}">
                <a16:creationId xmlns:a16="http://schemas.microsoft.com/office/drawing/2014/main" id="{23D887A3-2955-A6FF-53F2-A49CDA854AF1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672" name="TextBox 1671">
            <a:extLst>
              <a:ext uri="{FF2B5EF4-FFF2-40B4-BE49-F238E27FC236}">
                <a16:creationId xmlns:a16="http://schemas.microsoft.com/office/drawing/2014/main" id="{97FC5E6B-2553-985A-461E-E7163E1C05DF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3" name="TextBox 1672">
            <a:extLst>
              <a:ext uri="{FF2B5EF4-FFF2-40B4-BE49-F238E27FC236}">
                <a16:creationId xmlns:a16="http://schemas.microsoft.com/office/drawing/2014/main" id="{C07B2C61-8C67-7B61-C7B2-1C981CD93B2E}"/>
              </a:ext>
            </a:extLst>
          </p:cNvPr>
          <p:cNvSpPr txBox="1"/>
          <p:nvPr/>
        </p:nvSpPr>
        <p:spPr>
          <a:xfrm>
            <a:off x="8525680" y="5155137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674" name="TextBox 1673">
            <a:extLst>
              <a:ext uri="{FF2B5EF4-FFF2-40B4-BE49-F238E27FC236}">
                <a16:creationId xmlns:a16="http://schemas.microsoft.com/office/drawing/2014/main" id="{3A798CD1-4EBC-21A9-3142-F338FABED8AF}"/>
              </a:ext>
            </a:extLst>
          </p:cNvPr>
          <p:cNvSpPr txBox="1"/>
          <p:nvPr/>
        </p:nvSpPr>
        <p:spPr>
          <a:xfrm>
            <a:off x="8245534" y="5132328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4FD80CA9-3610-6369-AB51-21929E976EB5}"/>
              </a:ext>
            </a:extLst>
          </p:cNvPr>
          <p:cNvSpPr txBox="1"/>
          <p:nvPr/>
        </p:nvSpPr>
        <p:spPr>
          <a:xfrm>
            <a:off x="8508669" y="4007934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5645D781-DBE7-46D4-A06C-CB695AE2A0C6}"/>
              </a:ext>
            </a:extLst>
          </p:cNvPr>
          <p:cNvSpPr txBox="1"/>
          <p:nvPr/>
        </p:nvSpPr>
        <p:spPr>
          <a:xfrm>
            <a:off x="7510984" y="4301272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2AB5E7C1-F863-11FF-57CB-54E34BF25C6F}"/>
              </a:ext>
            </a:extLst>
          </p:cNvPr>
          <p:cNvSpPr txBox="1"/>
          <p:nvPr/>
        </p:nvSpPr>
        <p:spPr>
          <a:xfrm>
            <a:off x="7517293" y="4885855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9A63DA2D-34D7-EB7C-005F-C487A2A00E6C}"/>
              </a:ext>
            </a:extLst>
          </p:cNvPr>
          <p:cNvSpPr txBox="1"/>
          <p:nvPr/>
        </p:nvSpPr>
        <p:spPr>
          <a:xfrm>
            <a:off x="7509398" y="5028558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1679" name="Rectangle 1678">
            <a:extLst>
              <a:ext uri="{FF2B5EF4-FFF2-40B4-BE49-F238E27FC236}">
                <a16:creationId xmlns:a16="http://schemas.microsoft.com/office/drawing/2014/main" id="{495ACCC0-46BE-5D7D-377A-B51A76CC233B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F1AC0262-FA3E-17C2-7FB9-6B547953DE14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1" name="TextBox 1680">
            <a:extLst>
              <a:ext uri="{FF2B5EF4-FFF2-40B4-BE49-F238E27FC236}">
                <a16:creationId xmlns:a16="http://schemas.microsoft.com/office/drawing/2014/main" id="{39D22FC9-036F-06C2-93C6-DFAA2F39474A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82" name="Rectangle 1681">
            <a:extLst>
              <a:ext uri="{FF2B5EF4-FFF2-40B4-BE49-F238E27FC236}">
                <a16:creationId xmlns:a16="http://schemas.microsoft.com/office/drawing/2014/main" id="{EE6DCEE1-DDC8-CB03-DCBF-C7329E1E6F4A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4F7ABEA9-9919-3B72-78E4-FB2E17AAE325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DBF6AB0D-5E91-CA4B-DFFE-AC7B8FE384C7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85" name="Straight Connector 1684">
            <a:extLst>
              <a:ext uri="{FF2B5EF4-FFF2-40B4-BE49-F238E27FC236}">
                <a16:creationId xmlns:a16="http://schemas.microsoft.com/office/drawing/2014/main" id="{961FB398-1ED5-D492-68D6-D5EAFB137E38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" name="Straight Connector 1685">
            <a:extLst>
              <a:ext uri="{FF2B5EF4-FFF2-40B4-BE49-F238E27FC236}">
                <a16:creationId xmlns:a16="http://schemas.microsoft.com/office/drawing/2014/main" id="{C2FC02C6-0DAE-F109-4ED5-284C40C5593A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Straight Connector 1686">
            <a:extLst>
              <a:ext uri="{FF2B5EF4-FFF2-40B4-BE49-F238E27FC236}">
                <a16:creationId xmlns:a16="http://schemas.microsoft.com/office/drawing/2014/main" id="{859345A3-4E9A-8EBD-0760-69F74ADA6602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8" name="Straight Connector 1687">
            <a:extLst>
              <a:ext uri="{FF2B5EF4-FFF2-40B4-BE49-F238E27FC236}">
                <a16:creationId xmlns:a16="http://schemas.microsoft.com/office/drawing/2014/main" id="{26F9B87C-BBEB-74A4-33C1-88460238D4FD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" name="TextBox 1688">
            <a:extLst>
              <a:ext uri="{FF2B5EF4-FFF2-40B4-BE49-F238E27FC236}">
                <a16:creationId xmlns:a16="http://schemas.microsoft.com/office/drawing/2014/main" id="{E60D0EC1-CE6F-3BD1-4EAE-EB2DCBA77D14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A1E037BF-2014-3310-24EB-96BC90F67DA7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8A4D36E6-C6A5-0556-C520-C0DA69C0554C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7038F2-BF51-63DB-B27B-5FEF88F0F28F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9B4A258A-B865-AD39-BE2F-0390D96105E6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94" name="Rectangle 1693">
            <a:extLst>
              <a:ext uri="{FF2B5EF4-FFF2-40B4-BE49-F238E27FC236}">
                <a16:creationId xmlns:a16="http://schemas.microsoft.com/office/drawing/2014/main" id="{C01A2F02-EB3F-7A25-96F6-C9D82BA4EC9D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5" name="Rectangle 1694">
            <a:extLst>
              <a:ext uri="{FF2B5EF4-FFF2-40B4-BE49-F238E27FC236}">
                <a16:creationId xmlns:a16="http://schemas.microsoft.com/office/drawing/2014/main" id="{239EF0FD-280C-DB61-E1DB-D9753DE2CDEF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6" name="Rectangle 1695">
            <a:extLst>
              <a:ext uri="{FF2B5EF4-FFF2-40B4-BE49-F238E27FC236}">
                <a16:creationId xmlns:a16="http://schemas.microsoft.com/office/drawing/2014/main" id="{61EC819D-37E5-E175-AA10-E4F1BC40268D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7" name="Rectangle 1696">
            <a:extLst>
              <a:ext uri="{FF2B5EF4-FFF2-40B4-BE49-F238E27FC236}">
                <a16:creationId xmlns:a16="http://schemas.microsoft.com/office/drawing/2014/main" id="{A837A9E1-7A9B-B43D-5F40-BE5939EA9EA3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98" name="Straight Connector 1697">
            <a:extLst>
              <a:ext uri="{FF2B5EF4-FFF2-40B4-BE49-F238E27FC236}">
                <a16:creationId xmlns:a16="http://schemas.microsoft.com/office/drawing/2014/main" id="{9C2913C0-61A9-290B-A0DA-DF2D44570F5C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9" name="Straight Connector 1698">
            <a:extLst>
              <a:ext uri="{FF2B5EF4-FFF2-40B4-BE49-F238E27FC236}">
                <a16:creationId xmlns:a16="http://schemas.microsoft.com/office/drawing/2014/main" id="{F030FFB5-3882-A7E1-924B-2A0B53E6C03C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0" name="Straight Connector 1699">
            <a:extLst>
              <a:ext uri="{FF2B5EF4-FFF2-40B4-BE49-F238E27FC236}">
                <a16:creationId xmlns:a16="http://schemas.microsoft.com/office/drawing/2014/main" id="{9A549885-D368-B038-AD7A-49F7DC47FBFE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1" name="Straight Connector 1700">
            <a:extLst>
              <a:ext uri="{FF2B5EF4-FFF2-40B4-BE49-F238E27FC236}">
                <a16:creationId xmlns:a16="http://schemas.microsoft.com/office/drawing/2014/main" id="{4616D7B2-AE40-C646-6546-1E9E53BB8784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2" name="TextBox 1701">
            <a:extLst>
              <a:ext uri="{FF2B5EF4-FFF2-40B4-BE49-F238E27FC236}">
                <a16:creationId xmlns:a16="http://schemas.microsoft.com/office/drawing/2014/main" id="{7FD4C0F2-C639-D0C5-5F57-8AB0F728B9D9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03" name="TextBox 1702">
            <a:extLst>
              <a:ext uri="{FF2B5EF4-FFF2-40B4-BE49-F238E27FC236}">
                <a16:creationId xmlns:a16="http://schemas.microsoft.com/office/drawing/2014/main" id="{B7E607EA-2271-A60B-8CF2-EF54F6F250BF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1B5C972-AEC2-44DC-61B9-776C1C2C98B7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0B47EA26-F9F3-33EA-02AF-8E96481B9E03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06" name="Rectangle 1705">
            <a:extLst>
              <a:ext uri="{FF2B5EF4-FFF2-40B4-BE49-F238E27FC236}">
                <a16:creationId xmlns:a16="http://schemas.microsoft.com/office/drawing/2014/main" id="{1F3697E9-3404-1665-E3A5-CAE7B81EDFC7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7" name="Rectangle 1706">
            <a:extLst>
              <a:ext uri="{FF2B5EF4-FFF2-40B4-BE49-F238E27FC236}">
                <a16:creationId xmlns:a16="http://schemas.microsoft.com/office/drawing/2014/main" id="{584A34CA-236F-7CF8-00C9-AFB0F2A5A080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2E32A9CB-6603-D278-3BCD-A6A73D5B6117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5E94E4C8-1ABD-D11B-FB8E-9C7D33947DAA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3E26BB3-60C7-A2E5-497E-CDB21AE7DBD5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1" name="Rectangle 1710">
            <a:extLst>
              <a:ext uri="{FF2B5EF4-FFF2-40B4-BE49-F238E27FC236}">
                <a16:creationId xmlns:a16="http://schemas.microsoft.com/office/drawing/2014/main" id="{3E250DE3-0EF4-B058-C500-1FD046B62773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2" name="Rectangle 1711">
            <a:extLst>
              <a:ext uri="{FF2B5EF4-FFF2-40B4-BE49-F238E27FC236}">
                <a16:creationId xmlns:a16="http://schemas.microsoft.com/office/drawing/2014/main" id="{BFD83E6F-74B1-CA32-1C0B-0EDBB2C61001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3" name="Rectangle 1712">
            <a:extLst>
              <a:ext uri="{FF2B5EF4-FFF2-40B4-BE49-F238E27FC236}">
                <a16:creationId xmlns:a16="http://schemas.microsoft.com/office/drawing/2014/main" id="{E128DC91-44D5-1D45-CAA3-9415BDC021E5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4" name="Rectangle 1713">
            <a:extLst>
              <a:ext uri="{FF2B5EF4-FFF2-40B4-BE49-F238E27FC236}">
                <a16:creationId xmlns:a16="http://schemas.microsoft.com/office/drawing/2014/main" id="{E40660C7-D6A7-5645-7787-6F5AB2CF324B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5" name="Rectangle 1714">
            <a:extLst>
              <a:ext uri="{FF2B5EF4-FFF2-40B4-BE49-F238E27FC236}">
                <a16:creationId xmlns:a16="http://schemas.microsoft.com/office/drawing/2014/main" id="{81F64CF6-ECE6-75BF-1087-7A63AB9AA585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6" name="TextBox 1715">
            <a:extLst>
              <a:ext uri="{FF2B5EF4-FFF2-40B4-BE49-F238E27FC236}">
                <a16:creationId xmlns:a16="http://schemas.microsoft.com/office/drawing/2014/main" id="{40315227-1321-1419-B611-E0C9952C527E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717" name="TextBox 1716">
            <a:extLst>
              <a:ext uri="{FF2B5EF4-FFF2-40B4-BE49-F238E27FC236}">
                <a16:creationId xmlns:a16="http://schemas.microsoft.com/office/drawing/2014/main" id="{0359C0E5-1DB2-1711-AF90-5246C765A2CE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5E257854-3E2D-9FBF-98B6-9A794D4415D2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19" name="TextBox 1718">
            <a:extLst>
              <a:ext uri="{FF2B5EF4-FFF2-40B4-BE49-F238E27FC236}">
                <a16:creationId xmlns:a16="http://schemas.microsoft.com/office/drawing/2014/main" id="{73F2954B-4AE4-FF1D-08AF-2730C1E3225A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8FF84F56-12BB-35C7-CCDA-78C283133CD3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B2423318-8F36-BBD3-E80D-ED1D07428B80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F7517083-4A37-F4CA-769E-5C3C7AA60807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723" name="Straight Connector 1722">
            <a:extLst>
              <a:ext uri="{FF2B5EF4-FFF2-40B4-BE49-F238E27FC236}">
                <a16:creationId xmlns:a16="http://schemas.microsoft.com/office/drawing/2014/main" id="{76163C07-12AD-AF02-3E3B-6E03B5F71A8A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4" name="Straight Connector 1723">
            <a:extLst>
              <a:ext uri="{FF2B5EF4-FFF2-40B4-BE49-F238E27FC236}">
                <a16:creationId xmlns:a16="http://schemas.microsoft.com/office/drawing/2014/main" id="{944BE4E5-243A-109D-3F0A-313286C063E9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5" name="TextBox 1724">
            <a:extLst>
              <a:ext uri="{FF2B5EF4-FFF2-40B4-BE49-F238E27FC236}">
                <a16:creationId xmlns:a16="http://schemas.microsoft.com/office/drawing/2014/main" id="{34766735-6FE6-5C21-34C8-9F8D8C5C6D83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726" name="Arrow: Down 1725">
            <a:extLst>
              <a:ext uri="{FF2B5EF4-FFF2-40B4-BE49-F238E27FC236}">
                <a16:creationId xmlns:a16="http://schemas.microsoft.com/office/drawing/2014/main" id="{B3585243-1944-4023-5845-A07B449730CF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A45E6FEC-9E1E-98B7-3D7B-3AE46BF01F1F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28" name="Arrow: Down 1727">
            <a:extLst>
              <a:ext uri="{FF2B5EF4-FFF2-40B4-BE49-F238E27FC236}">
                <a16:creationId xmlns:a16="http://schemas.microsoft.com/office/drawing/2014/main" id="{AD6AA425-C1DE-3986-6F67-C12559955167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D4368891-E7DF-5028-C976-3AFC304A8885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A542D1D4-8168-12E2-FD7F-F5F00249F25D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1" name="Rectangle 1730">
            <a:extLst>
              <a:ext uri="{FF2B5EF4-FFF2-40B4-BE49-F238E27FC236}">
                <a16:creationId xmlns:a16="http://schemas.microsoft.com/office/drawing/2014/main" id="{B9DEACCC-7F35-71A3-4603-962637E3341A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03E12FF7-A0B8-B5DA-66D3-092FAB574946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3" name="Rectangle 1732">
            <a:extLst>
              <a:ext uri="{FF2B5EF4-FFF2-40B4-BE49-F238E27FC236}">
                <a16:creationId xmlns:a16="http://schemas.microsoft.com/office/drawing/2014/main" id="{167C5807-EA30-2765-0D0F-23B2E7E5DEAE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149E64CA-6316-96AA-5A75-00FA3A69266B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681CDB81-41F2-F9D9-4303-88E5FFF214CA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3D2D4697-A029-4FFA-E1F4-436163D4E9A1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9F09B990-3883-8CFF-5269-BC5DB08181FA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8" name="TextBox 1737">
            <a:extLst>
              <a:ext uri="{FF2B5EF4-FFF2-40B4-BE49-F238E27FC236}">
                <a16:creationId xmlns:a16="http://schemas.microsoft.com/office/drawing/2014/main" id="{046093A2-30ED-0295-ADA0-5E1C748843E7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739" name="TextBox 1738">
            <a:extLst>
              <a:ext uri="{FF2B5EF4-FFF2-40B4-BE49-F238E27FC236}">
                <a16:creationId xmlns:a16="http://schemas.microsoft.com/office/drawing/2014/main" id="{4A8CBF72-9484-9240-3F6F-195AB47A1329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F45A0F41-DD40-EC20-AEED-8FF2E7260CE8}"/>
              </a:ext>
            </a:extLst>
          </p:cNvPr>
          <p:cNvSpPr/>
          <p:nvPr/>
        </p:nvSpPr>
        <p:spPr>
          <a:xfrm>
            <a:off x="7375645" y="2891560"/>
            <a:ext cx="1554610" cy="3307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4EE97C58-1ABF-EFBD-352B-58AD3B747143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F8933229-D30F-9183-A695-6D758D231B4C}"/>
              </a:ext>
            </a:extLst>
          </p:cNvPr>
          <p:cNvSpPr/>
          <p:nvPr/>
        </p:nvSpPr>
        <p:spPr>
          <a:xfrm>
            <a:off x="7551064" y="3550571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A3CB0EB2-2550-D71E-428C-4C7D4249B502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44" name="Rectangle 1743">
            <a:extLst>
              <a:ext uri="{FF2B5EF4-FFF2-40B4-BE49-F238E27FC236}">
                <a16:creationId xmlns:a16="http://schemas.microsoft.com/office/drawing/2014/main" id="{4D9BC5C9-A4B1-5E51-123D-6D14C7F6C826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9ABB9505-4011-8D2D-08AB-189ECC94F511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2A557DC0-2F84-590F-2D88-E921D5DE313A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747" name="Straight Connector 1746">
            <a:extLst>
              <a:ext uri="{FF2B5EF4-FFF2-40B4-BE49-F238E27FC236}">
                <a16:creationId xmlns:a16="http://schemas.microsoft.com/office/drawing/2014/main" id="{F61E1E02-E770-9361-6CDE-FE9F7A8DB6C6}"/>
              </a:ext>
            </a:extLst>
          </p:cNvPr>
          <p:cNvCxnSpPr>
            <a:cxnSpLocks/>
          </p:cNvCxnSpPr>
          <p:nvPr/>
        </p:nvCxnSpPr>
        <p:spPr>
          <a:xfrm flipH="1">
            <a:off x="7548512" y="4299190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Straight Connector 1747">
            <a:extLst>
              <a:ext uri="{FF2B5EF4-FFF2-40B4-BE49-F238E27FC236}">
                <a16:creationId xmlns:a16="http://schemas.microsoft.com/office/drawing/2014/main" id="{DF856C02-D1CC-B9D0-B1FC-CFFF6CC60BB4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Straight Connector 1748">
            <a:extLst>
              <a:ext uri="{FF2B5EF4-FFF2-40B4-BE49-F238E27FC236}">
                <a16:creationId xmlns:a16="http://schemas.microsoft.com/office/drawing/2014/main" id="{8B986B8D-E7D9-30CB-BA33-7EA68CB4245F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Straight Connector 1749">
            <a:extLst>
              <a:ext uri="{FF2B5EF4-FFF2-40B4-BE49-F238E27FC236}">
                <a16:creationId xmlns:a16="http://schemas.microsoft.com/office/drawing/2014/main" id="{337C3853-82C3-2E0B-0DBE-48DF77081685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Straight Connector 1750">
            <a:extLst>
              <a:ext uri="{FF2B5EF4-FFF2-40B4-BE49-F238E27FC236}">
                <a16:creationId xmlns:a16="http://schemas.microsoft.com/office/drawing/2014/main" id="{07D9ECB9-B403-F242-7F2A-CC7C3EA784FC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Straight Connector 1751">
            <a:extLst>
              <a:ext uri="{FF2B5EF4-FFF2-40B4-BE49-F238E27FC236}">
                <a16:creationId xmlns:a16="http://schemas.microsoft.com/office/drawing/2014/main" id="{5DF7CD81-BE40-D791-C144-342DAAB2C6BB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Straight Connector 1752">
            <a:extLst>
              <a:ext uri="{FF2B5EF4-FFF2-40B4-BE49-F238E27FC236}">
                <a16:creationId xmlns:a16="http://schemas.microsoft.com/office/drawing/2014/main" id="{1BEFAE1E-EF38-3626-1B10-4AC90E3ED3BD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" name="Straight Connector 1753">
            <a:extLst>
              <a:ext uri="{FF2B5EF4-FFF2-40B4-BE49-F238E27FC236}">
                <a16:creationId xmlns:a16="http://schemas.microsoft.com/office/drawing/2014/main" id="{54E320EB-EF41-B879-9E0B-3DB0C4E1EF2A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5" name="TextBox 1754">
            <a:extLst>
              <a:ext uri="{FF2B5EF4-FFF2-40B4-BE49-F238E27FC236}">
                <a16:creationId xmlns:a16="http://schemas.microsoft.com/office/drawing/2014/main" id="{298E8BCB-D9E4-3D20-002F-E51780C08956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70F024A4-6E51-FB5C-6C46-79F19B399DC0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1757" name="Straight Connector 1756">
            <a:extLst>
              <a:ext uri="{FF2B5EF4-FFF2-40B4-BE49-F238E27FC236}">
                <a16:creationId xmlns:a16="http://schemas.microsoft.com/office/drawing/2014/main" id="{E9C55D71-5455-151E-F5E4-6F4491B249DD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Straight Connector 1757">
            <a:extLst>
              <a:ext uri="{FF2B5EF4-FFF2-40B4-BE49-F238E27FC236}">
                <a16:creationId xmlns:a16="http://schemas.microsoft.com/office/drawing/2014/main" id="{12D3BF55-5606-275E-3202-FAA400729CD6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Straight Connector 1758">
            <a:extLst>
              <a:ext uri="{FF2B5EF4-FFF2-40B4-BE49-F238E27FC236}">
                <a16:creationId xmlns:a16="http://schemas.microsoft.com/office/drawing/2014/main" id="{21E17D51-E10A-D0FC-6E1C-C8EE2D81F0FE}"/>
              </a:ext>
            </a:extLst>
          </p:cNvPr>
          <p:cNvCxnSpPr>
            <a:cxnSpLocks/>
            <a:endCxn id="1771" idx="3"/>
          </p:cNvCxnSpPr>
          <p:nvPr/>
        </p:nvCxnSpPr>
        <p:spPr>
          <a:xfrm>
            <a:off x="7547392" y="4486641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Straight Connector 1759">
            <a:extLst>
              <a:ext uri="{FF2B5EF4-FFF2-40B4-BE49-F238E27FC236}">
                <a16:creationId xmlns:a16="http://schemas.microsoft.com/office/drawing/2014/main" id="{699752C2-C07E-1C4C-7874-67F1C3D0CBCC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1" name="Straight Connector 1760">
            <a:extLst>
              <a:ext uri="{FF2B5EF4-FFF2-40B4-BE49-F238E27FC236}">
                <a16:creationId xmlns:a16="http://schemas.microsoft.com/office/drawing/2014/main" id="{18A8A32A-6B03-6450-B8D9-1A9F483906ED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2" name="Straight Connector 1761">
            <a:extLst>
              <a:ext uri="{FF2B5EF4-FFF2-40B4-BE49-F238E27FC236}">
                <a16:creationId xmlns:a16="http://schemas.microsoft.com/office/drawing/2014/main" id="{4C9E5BE3-9913-E1BF-42BD-D72E02593E63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3" name="Rectangle 1762">
            <a:extLst>
              <a:ext uri="{FF2B5EF4-FFF2-40B4-BE49-F238E27FC236}">
                <a16:creationId xmlns:a16="http://schemas.microsoft.com/office/drawing/2014/main" id="{455774FE-9935-5E28-A345-7EBF68830A29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4" name="TextBox 1763">
            <a:extLst>
              <a:ext uri="{FF2B5EF4-FFF2-40B4-BE49-F238E27FC236}">
                <a16:creationId xmlns:a16="http://schemas.microsoft.com/office/drawing/2014/main" id="{DBB22195-C167-4E8D-B16E-05E122EF9D91}"/>
              </a:ext>
            </a:extLst>
          </p:cNvPr>
          <p:cNvSpPr txBox="1"/>
          <p:nvPr/>
        </p:nvSpPr>
        <p:spPr>
          <a:xfrm>
            <a:off x="8531251" y="5273062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AC85FD84-94D2-3ACF-F047-A6A5F48F9BE2}"/>
              </a:ext>
            </a:extLst>
          </p:cNvPr>
          <p:cNvSpPr/>
          <p:nvPr/>
        </p:nvSpPr>
        <p:spPr>
          <a:xfrm>
            <a:off x="7366159" y="4257749"/>
            <a:ext cx="148666" cy="728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6" name="TextBox 1765">
            <a:extLst>
              <a:ext uri="{FF2B5EF4-FFF2-40B4-BE49-F238E27FC236}">
                <a16:creationId xmlns:a16="http://schemas.microsoft.com/office/drawing/2014/main" id="{BBA56511-A4A3-2942-8165-9830BAD31469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7" name="TextBox 1766">
            <a:extLst>
              <a:ext uri="{FF2B5EF4-FFF2-40B4-BE49-F238E27FC236}">
                <a16:creationId xmlns:a16="http://schemas.microsoft.com/office/drawing/2014/main" id="{58221885-AE3F-1211-AA1D-B69C9480BC74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C3D8C9BC-2E6A-281C-78D3-7E87E0C71F0C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C503599D-03A0-585F-1121-FEF362DB0D1F}"/>
              </a:ext>
            </a:extLst>
          </p:cNvPr>
          <p:cNvSpPr txBox="1"/>
          <p:nvPr/>
        </p:nvSpPr>
        <p:spPr>
          <a:xfrm>
            <a:off x="8490357" y="400290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N/A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70" name="Cross 1769">
            <a:extLst>
              <a:ext uri="{FF2B5EF4-FFF2-40B4-BE49-F238E27FC236}">
                <a16:creationId xmlns:a16="http://schemas.microsoft.com/office/drawing/2014/main" id="{CDC48246-3918-B32E-0FB4-2DE4A5CCCAED}"/>
              </a:ext>
            </a:extLst>
          </p:cNvPr>
          <p:cNvSpPr/>
          <p:nvPr/>
        </p:nvSpPr>
        <p:spPr>
          <a:xfrm>
            <a:off x="7647358" y="435133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56F88B81-74A5-754E-1B77-5B0578D55CA0}"/>
              </a:ext>
            </a:extLst>
          </p:cNvPr>
          <p:cNvSpPr/>
          <p:nvPr/>
        </p:nvSpPr>
        <p:spPr>
          <a:xfrm>
            <a:off x="8728899" y="3555882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2" name="Rectangle 1771">
            <a:extLst>
              <a:ext uri="{FF2B5EF4-FFF2-40B4-BE49-F238E27FC236}">
                <a16:creationId xmlns:a16="http://schemas.microsoft.com/office/drawing/2014/main" id="{E46361B3-826D-6225-0AC6-CEC91514AAD8}"/>
              </a:ext>
            </a:extLst>
          </p:cNvPr>
          <p:cNvSpPr/>
          <p:nvPr/>
        </p:nvSpPr>
        <p:spPr>
          <a:xfrm>
            <a:off x="8556430" y="3149053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755E904B-292B-2841-32F5-0F6AAD757439}"/>
              </a:ext>
            </a:extLst>
          </p:cNvPr>
          <p:cNvSpPr/>
          <p:nvPr/>
        </p:nvSpPr>
        <p:spPr>
          <a:xfrm>
            <a:off x="8730192" y="3151342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9B1799E0-6D8F-476D-6F58-DB58B8EB4500}"/>
              </a:ext>
            </a:extLst>
          </p:cNvPr>
          <p:cNvSpPr txBox="1"/>
          <p:nvPr/>
        </p:nvSpPr>
        <p:spPr>
          <a:xfrm rot="16200000">
            <a:off x="8398022" y="3243552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8AE76BB8-8FB8-ABF1-5482-784C605B8486}"/>
              </a:ext>
            </a:extLst>
          </p:cNvPr>
          <p:cNvSpPr txBox="1"/>
          <p:nvPr/>
        </p:nvSpPr>
        <p:spPr>
          <a:xfrm rot="16200000">
            <a:off x="8490946" y="3247527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1776" name="Rectangle 1775">
            <a:extLst>
              <a:ext uri="{FF2B5EF4-FFF2-40B4-BE49-F238E27FC236}">
                <a16:creationId xmlns:a16="http://schemas.microsoft.com/office/drawing/2014/main" id="{0F7FE51F-83E5-E8A6-2E4C-A3B9B8E85A3D}"/>
              </a:ext>
            </a:extLst>
          </p:cNvPr>
          <p:cNvSpPr/>
          <p:nvPr/>
        </p:nvSpPr>
        <p:spPr>
          <a:xfrm>
            <a:off x="8726101" y="5319645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8E207C51-DE9B-5F45-FF1A-0E972864C754}"/>
              </a:ext>
            </a:extLst>
          </p:cNvPr>
          <p:cNvSpPr txBox="1"/>
          <p:nvPr/>
        </p:nvSpPr>
        <p:spPr>
          <a:xfrm>
            <a:off x="8671181" y="5271231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E8A90E54-5976-C65E-B5ED-FC61A922F0EC}"/>
              </a:ext>
            </a:extLst>
          </p:cNvPr>
          <p:cNvSpPr txBox="1"/>
          <p:nvPr/>
        </p:nvSpPr>
        <p:spPr>
          <a:xfrm>
            <a:off x="8527914" y="4301151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22E34710-E29B-C128-876C-F22BFA934F33}"/>
              </a:ext>
            </a:extLst>
          </p:cNvPr>
          <p:cNvSpPr txBox="1"/>
          <p:nvPr/>
        </p:nvSpPr>
        <p:spPr>
          <a:xfrm>
            <a:off x="7534745" y="4887156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1D7E89F7-B17D-30FD-3604-0AE86A0F0171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sp>
        <p:nvSpPr>
          <p:cNvPr id="1781" name="TextBox 1780">
            <a:extLst>
              <a:ext uri="{FF2B5EF4-FFF2-40B4-BE49-F238E27FC236}">
                <a16:creationId xmlns:a16="http://schemas.microsoft.com/office/drawing/2014/main" id="{6451EBB1-C979-00E0-18EB-E8A9C9D65A38}"/>
              </a:ext>
            </a:extLst>
          </p:cNvPr>
          <p:cNvSpPr txBox="1"/>
          <p:nvPr/>
        </p:nvSpPr>
        <p:spPr>
          <a:xfrm>
            <a:off x="549521" y="208501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82" name="Rectangle 1781">
            <a:extLst>
              <a:ext uri="{FF2B5EF4-FFF2-40B4-BE49-F238E27FC236}">
                <a16:creationId xmlns:a16="http://schemas.microsoft.com/office/drawing/2014/main" id="{8CE86AD4-1A34-3430-FB55-A8151E74019E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500ADD32-9F13-BBA4-5D32-AE9DDF3B55C2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BC8E23BB-2443-A7CC-EF62-199BA1D221B9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0F529C6B-E3FE-D1CA-A8EC-6BEF358934D4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86" name="Straight Connector 1785">
            <a:extLst>
              <a:ext uri="{FF2B5EF4-FFF2-40B4-BE49-F238E27FC236}">
                <a16:creationId xmlns:a16="http://schemas.microsoft.com/office/drawing/2014/main" id="{B57EA1F4-82F1-54E5-436E-94601695F770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7" name="Straight Connector 1786">
            <a:extLst>
              <a:ext uri="{FF2B5EF4-FFF2-40B4-BE49-F238E27FC236}">
                <a16:creationId xmlns:a16="http://schemas.microsoft.com/office/drawing/2014/main" id="{1F837668-5947-918C-97C4-8A05BE5036E9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AFE1DD28-D529-B96B-BE36-369AAF525147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9" name="TextBox 1788">
            <a:extLst>
              <a:ext uri="{FF2B5EF4-FFF2-40B4-BE49-F238E27FC236}">
                <a16:creationId xmlns:a16="http://schemas.microsoft.com/office/drawing/2014/main" id="{AE0F44B3-32D2-86FE-A49C-D55226CCC497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90" name="TextBox 1789">
            <a:extLst>
              <a:ext uri="{FF2B5EF4-FFF2-40B4-BE49-F238E27FC236}">
                <a16:creationId xmlns:a16="http://schemas.microsoft.com/office/drawing/2014/main" id="{6F792352-E6C8-C006-7CB8-DAEAD1EAFE35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3AEBA026-4564-2B4C-2E9F-370DC2593ED8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92" name="TextBox 1791">
            <a:extLst>
              <a:ext uri="{FF2B5EF4-FFF2-40B4-BE49-F238E27FC236}">
                <a16:creationId xmlns:a16="http://schemas.microsoft.com/office/drawing/2014/main" id="{74677A25-2AE4-C777-7195-D92700F792AD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93" name="Rectangle 1792">
            <a:extLst>
              <a:ext uri="{FF2B5EF4-FFF2-40B4-BE49-F238E27FC236}">
                <a16:creationId xmlns:a16="http://schemas.microsoft.com/office/drawing/2014/main" id="{B295911C-FFE3-FC11-6AD1-41665DCFD6B6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024931E-8671-95E3-17AA-9E4D84C838BB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5" name="Rectangle 1794">
            <a:extLst>
              <a:ext uri="{FF2B5EF4-FFF2-40B4-BE49-F238E27FC236}">
                <a16:creationId xmlns:a16="http://schemas.microsoft.com/office/drawing/2014/main" id="{2912E708-6904-F8B9-8F23-A5B1693EB05B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6" name="TextBox 1795">
            <a:extLst>
              <a:ext uri="{FF2B5EF4-FFF2-40B4-BE49-F238E27FC236}">
                <a16:creationId xmlns:a16="http://schemas.microsoft.com/office/drawing/2014/main" id="{758B181C-7D35-B683-173E-61F0F5B74114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797" name="Rectangle 1796">
            <a:extLst>
              <a:ext uri="{FF2B5EF4-FFF2-40B4-BE49-F238E27FC236}">
                <a16:creationId xmlns:a16="http://schemas.microsoft.com/office/drawing/2014/main" id="{2DA6534C-69D9-CCEC-C306-22A957B3E48E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8" name="Rectangle 1797">
            <a:extLst>
              <a:ext uri="{FF2B5EF4-FFF2-40B4-BE49-F238E27FC236}">
                <a16:creationId xmlns:a16="http://schemas.microsoft.com/office/drawing/2014/main" id="{72F1AAF5-F362-F459-5C5F-A6013B3D0768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9" name="Rectangle 1798">
            <a:extLst>
              <a:ext uri="{FF2B5EF4-FFF2-40B4-BE49-F238E27FC236}">
                <a16:creationId xmlns:a16="http://schemas.microsoft.com/office/drawing/2014/main" id="{DE7C2B9A-660D-335C-1E96-2C404C005FA0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0" name="Rectangle 1799">
            <a:extLst>
              <a:ext uri="{FF2B5EF4-FFF2-40B4-BE49-F238E27FC236}">
                <a16:creationId xmlns:a16="http://schemas.microsoft.com/office/drawing/2014/main" id="{96100F56-9FF2-F643-B34B-386125A62F43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1" name="Rectangle 1800">
            <a:extLst>
              <a:ext uri="{FF2B5EF4-FFF2-40B4-BE49-F238E27FC236}">
                <a16:creationId xmlns:a16="http://schemas.microsoft.com/office/drawing/2014/main" id="{48403D5A-D955-443D-1825-5379AB9AAC51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2" name="Rectangle 1801">
            <a:extLst>
              <a:ext uri="{FF2B5EF4-FFF2-40B4-BE49-F238E27FC236}">
                <a16:creationId xmlns:a16="http://schemas.microsoft.com/office/drawing/2014/main" id="{85DF432B-59FD-C9A5-4D25-E5B78DDA70A7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3" name="TextBox 1802">
            <a:extLst>
              <a:ext uri="{FF2B5EF4-FFF2-40B4-BE49-F238E27FC236}">
                <a16:creationId xmlns:a16="http://schemas.microsoft.com/office/drawing/2014/main" id="{2F730BED-F417-F3B2-3CE4-71E7E907201F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804" name="TextBox 1803">
            <a:extLst>
              <a:ext uri="{FF2B5EF4-FFF2-40B4-BE49-F238E27FC236}">
                <a16:creationId xmlns:a16="http://schemas.microsoft.com/office/drawing/2014/main" id="{CD86E627-C5B0-A484-6254-8DD2F2E76558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805" name="TextBox 1804">
            <a:extLst>
              <a:ext uri="{FF2B5EF4-FFF2-40B4-BE49-F238E27FC236}">
                <a16:creationId xmlns:a16="http://schemas.microsoft.com/office/drawing/2014/main" id="{0F5FAEA5-7C05-8DEE-8F1C-41298C8E0464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1EFF355F-E279-D836-FAB8-3F50F475749B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807" name="Rectangle 1806">
            <a:extLst>
              <a:ext uri="{FF2B5EF4-FFF2-40B4-BE49-F238E27FC236}">
                <a16:creationId xmlns:a16="http://schemas.microsoft.com/office/drawing/2014/main" id="{4B9EE0EA-5477-0E24-89AE-7EA19383DEC3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8" name="Rectangle 1807">
            <a:extLst>
              <a:ext uri="{FF2B5EF4-FFF2-40B4-BE49-F238E27FC236}">
                <a16:creationId xmlns:a16="http://schemas.microsoft.com/office/drawing/2014/main" id="{869C80B7-64B7-056A-DC76-9DF352AFE781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9" name="Rectangle 1808">
            <a:extLst>
              <a:ext uri="{FF2B5EF4-FFF2-40B4-BE49-F238E27FC236}">
                <a16:creationId xmlns:a16="http://schemas.microsoft.com/office/drawing/2014/main" id="{FB73D0AC-D74C-6DD2-BD50-AAF8EE01F836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0" name="Rectangle 1809">
            <a:extLst>
              <a:ext uri="{FF2B5EF4-FFF2-40B4-BE49-F238E27FC236}">
                <a16:creationId xmlns:a16="http://schemas.microsoft.com/office/drawing/2014/main" id="{1713FBC5-83F7-E700-8BD8-F5EBEFB27929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1" name="Rectangle 1810">
            <a:extLst>
              <a:ext uri="{FF2B5EF4-FFF2-40B4-BE49-F238E27FC236}">
                <a16:creationId xmlns:a16="http://schemas.microsoft.com/office/drawing/2014/main" id="{14DD4380-A0F1-71B4-0A8D-635CE74F66C5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2" name="Rectangle 1811">
            <a:extLst>
              <a:ext uri="{FF2B5EF4-FFF2-40B4-BE49-F238E27FC236}">
                <a16:creationId xmlns:a16="http://schemas.microsoft.com/office/drawing/2014/main" id="{D981E40B-5A05-A3D9-EE05-1AAF96BB3EC3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3" name="Rectangle 1812">
            <a:extLst>
              <a:ext uri="{FF2B5EF4-FFF2-40B4-BE49-F238E27FC236}">
                <a16:creationId xmlns:a16="http://schemas.microsoft.com/office/drawing/2014/main" id="{34365158-E693-7DD3-1F73-4C2D067EE044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023285B6-A06B-E887-37EE-9C9F9BAFBD2B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815" name="Straight Connector 1814">
            <a:extLst>
              <a:ext uri="{FF2B5EF4-FFF2-40B4-BE49-F238E27FC236}">
                <a16:creationId xmlns:a16="http://schemas.microsoft.com/office/drawing/2014/main" id="{BA09C12E-E800-A6CB-66B1-545B798755C1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6" name="Straight Connector 1815">
            <a:extLst>
              <a:ext uri="{FF2B5EF4-FFF2-40B4-BE49-F238E27FC236}">
                <a16:creationId xmlns:a16="http://schemas.microsoft.com/office/drawing/2014/main" id="{0B482A41-1403-2101-E2EF-E98865A251F1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7" name="Straight Connector 1816">
            <a:extLst>
              <a:ext uri="{FF2B5EF4-FFF2-40B4-BE49-F238E27FC236}">
                <a16:creationId xmlns:a16="http://schemas.microsoft.com/office/drawing/2014/main" id="{640599C1-FFB0-5633-F9FE-24E2FA2B8B45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8" name="Straight Connector 1817">
            <a:extLst>
              <a:ext uri="{FF2B5EF4-FFF2-40B4-BE49-F238E27FC236}">
                <a16:creationId xmlns:a16="http://schemas.microsoft.com/office/drawing/2014/main" id="{A70BA4FA-CE2E-C456-2834-407659FBAF22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9" name="TextBox 1818">
            <a:extLst>
              <a:ext uri="{FF2B5EF4-FFF2-40B4-BE49-F238E27FC236}">
                <a16:creationId xmlns:a16="http://schemas.microsoft.com/office/drawing/2014/main" id="{8FB2C277-5874-5CED-6C6C-4B71CD04528F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820" name="TextBox 1819">
            <a:extLst>
              <a:ext uri="{FF2B5EF4-FFF2-40B4-BE49-F238E27FC236}">
                <a16:creationId xmlns:a16="http://schemas.microsoft.com/office/drawing/2014/main" id="{4E877898-C4D2-E3B7-B11C-D979FBFE3936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821" name="TextBox 1820">
            <a:extLst>
              <a:ext uri="{FF2B5EF4-FFF2-40B4-BE49-F238E27FC236}">
                <a16:creationId xmlns:a16="http://schemas.microsoft.com/office/drawing/2014/main" id="{0A52CF3F-E70D-4303-8746-43B425361CC0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822" name="TextBox 1821">
            <a:extLst>
              <a:ext uri="{FF2B5EF4-FFF2-40B4-BE49-F238E27FC236}">
                <a16:creationId xmlns:a16="http://schemas.microsoft.com/office/drawing/2014/main" id="{8BF8FEC0-5572-380D-B16F-8FF24E4F153F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823" name="Rectangle 1822">
            <a:extLst>
              <a:ext uri="{FF2B5EF4-FFF2-40B4-BE49-F238E27FC236}">
                <a16:creationId xmlns:a16="http://schemas.microsoft.com/office/drawing/2014/main" id="{E859865E-7283-95FC-FA8D-E54EC89A6F93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4" name="Rectangle 1823">
            <a:extLst>
              <a:ext uri="{FF2B5EF4-FFF2-40B4-BE49-F238E27FC236}">
                <a16:creationId xmlns:a16="http://schemas.microsoft.com/office/drawing/2014/main" id="{DA461D08-3891-B5D9-A0BC-EABDCEC3073D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5" name="Rectangle 1824">
            <a:extLst>
              <a:ext uri="{FF2B5EF4-FFF2-40B4-BE49-F238E27FC236}">
                <a16:creationId xmlns:a16="http://schemas.microsoft.com/office/drawing/2014/main" id="{F708F53F-A5F9-3910-0BF2-26D36B9179D6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6" name="TextBox 1825">
            <a:extLst>
              <a:ext uri="{FF2B5EF4-FFF2-40B4-BE49-F238E27FC236}">
                <a16:creationId xmlns:a16="http://schemas.microsoft.com/office/drawing/2014/main" id="{AFF475FE-C4DE-810E-CDDB-3D51ACEE05CC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1827" name="Rectangle 1826">
            <a:extLst>
              <a:ext uri="{FF2B5EF4-FFF2-40B4-BE49-F238E27FC236}">
                <a16:creationId xmlns:a16="http://schemas.microsoft.com/office/drawing/2014/main" id="{45727A47-7289-D3E2-4241-7BE13E7709B0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8" name="Rectangle 1827">
            <a:extLst>
              <a:ext uri="{FF2B5EF4-FFF2-40B4-BE49-F238E27FC236}">
                <a16:creationId xmlns:a16="http://schemas.microsoft.com/office/drawing/2014/main" id="{215E65A6-8D7B-1B63-EAEA-E8E87F4C2E4C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29" name="Rectangle 1828">
            <a:extLst>
              <a:ext uri="{FF2B5EF4-FFF2-40B4-BE49-F238E27FC236}">
                <a16:creationId xmlns:a16="http://schemas.microsoft.com/office/drawing/2014/main" id="{9722F082-C1F2-B985-7537-60399F42D009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0" name="Rectangle 1829">
            <a:extLst>
              <a:ext uri="{FF2B5EF4-FFF2-40B4-BE49-F238E27FC236}">
                <a16:creationId xmlns:a16="http://schemas.microsoft.com/office/drawing/2014/main" id="{C6C3822F-3FD2-085D-04A2-7BB477D7D06D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1" name="Rectangle 1830">
            <a:extLst>
              <a:ext uri="{FF2B5EF4-FFF2-40B4-BE49-F238E27FC236}">
                <a16:creationId xmlns:a16="http://schemas.microsoft.com/office/drawing/2014/main" id="{3DFA886F-D8CF-4E61-C21B-8116C723A94B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2" name="Rectangle 1831">
            <a:extLst>
              <a:ext uri="{FF2B5EF4-FFF2-40B4-BE49-F238E27FC236}">
                <a16:creationId xmlns:a16="http://schemas.microsoft.com/office/drawing/2014/main" id="{9F063ACC-FC9C-D83C-A9E7-F111ADF56153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3" name="TextBox 1832">
            <a:extLst>
              <a:ext uri="{FF2B5EF4-FFF2-40B4-BE49-F238E27FC236}">
                <a16:creationId xmlns:a16="http://schemas.microsoft.com/office/drawing/2014/main" id="{770DE0E2-FB52-0E45-68C2-52356F54CF32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834" name="TextBox 1833">
            <a:extLst>
              <a:ext uri="{FF2B5EF4-FFF2-40B4-BE49-F238E27FC236}">
                <a16:creationId xmlns:a16="http://schemas.microsoft.com/office/drawing/2014/main" id="{4C4E23C9-2925-DB83-AFDB-D967983AF777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835" name="TextBox 1834">
            <a:extLst>
              <a:ext uri="{FF2B5EF4-FFF2-40B4-BE49-F238E27FC236}">
                <a16:creationId xmlns:a16="http://schemas.microsoft.com/office/drawing/2014/main" id="{FB11F211-32C9-928C-AC79-4D5C8345F2E5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836" name="TextBox 1835">
            <a:extLst>
              <a:ext uri="{FF2B5EF4-FFF2-40B4-BE49-F238E27FC236}">
                <a16:creationId xmlns:a16="http://schemas.microsoft.com/office/drawing/2014/main" id="{241FE150-20D9-0440-8D10-3037F168A1CA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837" name="TextBox 1836">
            <a:extLst>
              <a:ext uri="{FF2B5EF4-FFF2-40B4-BE49-F238E27FC236}">
                <a16:creationId xmlns:a16="http://schemas.microsoft.com/office/drawing/2014/main" id="{C4AEC2A7-70D4-0865-0233-7C6F14126E1A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1838" name="Picture 1837">
            <a:extLst>
              <a:ext uri="{FF2B5EF4-FFF2-40B4-BE49-F238E27FC236}">
                <a16:creationId xmlns:a16="http://schemas.microsoft.com/office/drawing/2014/main" id="{F328CEF8-D740-B99E-2300-2144CCA660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1839" name="TextBox 1838">
            <a:extLst>
              <a:ext uri="{FF2B5EF4-FFF2-40B4-BE49-F238E27FC236}">
                <a16:creationId xmlns:a16="http://schemas.microsoft.com/office/drawing/2014/main" id="{C8407879-52F3-756E-20B7-A82FB39641DA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1840" name="Rectangle 1839">
            <a:extLst>
              <a:ext uri="{FF2B5EF4-FFF2-40B4-BE49-F238E27FC236}">
                <a16:creationId xmlns:a16="http://schemas.microsoft.com/office/drawing/2014/main" id="{59DF3594-D5E2-2A8E-4DC5-BD3C5D478A81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1" name="Rectangle 1840">
            <a:extLst>
              <a:ext uri="{FF2B5EF4-FFF2-40B4-BE49-F238E27FC236}">
                <a16:creationId xmlns:a16="http://schemas.microsoft.com/office/drawing/2014/main" id="{56B89B95-32E4-3228-0632-7547A64E8250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2" name="Rectangle 1841">
            <a:extLst>
              <a:ext uri="{FF2B5EF4-FFF2-40B4-BE49-F238E27FC236}">
                <a16:creationId xmlns:a16="http://schemas.microsoft.com/office/drawing/2014/main" id="{823F1498-D468-ED05-551E-6A6FDA90448E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43" name="Rectangle 1842">
            <a:extLst>
              <a:ext uri="{FF2B5EF4-FFF2-40B4-BE49-F238E27FC236}">
                <a16:creationId xmlns:a16="http://schemas.microsoft.com/office/drawing/2014/main" id="{226977A1-5565-3E67-8475-3EB57710BBAE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4" name="Rectangle 1843">
            <a:extLst>
              <a:ext uri="{FF2B5EF4-FFF2-40B4-BE49-F238E27FC236}">
                <a16:creationId xmlns:a16="http://schemas.microsoft.com/office/drawing/2014/main" id="{ACF9B20F-8C7B-44F5-59B7-720E0E81FAD5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5" name="Rectangle 1844">
            <a:extLst>
              <a:ext uri="{FF2B5EF4-FFF2-40B4-BE49-F238E27FC236}">
                <a16:creationId xmlns:a16="http://schemas.microsoft.com/office/drawing/2014/main" id="{F3FFC0B8-39BD-4052-AE75-E60D7FF93B07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6" name="Rectangle 1845">
            <a:extLst>
              <a:ext uri="{FF2B5EF4-FFF2-40B4-BE49-F238E27FC236}">
                <a16:creationId xmlns:a16="http://schemas.microsoft.com/office/drawing/2014/main" id="{A0C65EA2-BE1E-5150-4C61-0718B976A872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847" name="Straight Connector 1846">
            <a:extLst>
              <a:ext uri="{FF2B5EF4-FFF2-40B4-BE49-F238E27FC236}">
                <a16:creationId xmlns:a16="http://schemas.microsoft.com/office/drawing/2014/main" id="{AF146655-47DD-C904-C96C-FDBEE25FFE2B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Straight Connector 1847">
            <a:extLst>
              <a:ext uri="{FF2B5EF4-FFF2-40B4-BE49-F238E27FC236}">
                <a16:creationId xmlns:a16="http://schemas.microsoft.com/office/drawing/2014/main" id="{3F4110A9-B6AC-8C64-04BE-5DEC0FC6159E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9" name="Straight Connector 1848">
            <a:extLst>
              <a:ext uri="{FF2B5EF4-FFF2-40B4-BE49-F238E27FC236}">
                <a16:creationId xmlns:a16="http://schemas.microsoft.com/office/drawing/2014/main" id="{9A90D487-4431-AB32-FE1F-3EFEBB90B8EE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0" name="Straight Connector 1849">
            <a:extLst>
              <a:ext uri="{FF2B5EF4-FFF2-40B4-BE49-F238E27FC236}">
                <a16:creationId xmlns:a16="http://schemas.microsoft.com/office/drawing/2014/main" id="{9D0457A3-6E66-2064-34DA-5A64A3F427D3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1" name="TextBox 1850">
            <a:extLst>
              <a:ext uri="{FF2B5EF4-FFF2-40B4-BE49-F238E27FC236}">
                <a16:creationId xmlns:a16="http://schemas.microsoft.com/office/drawing/2014/main" id="{0CC98E40-DF29-58B4-5F5C-1B6C957FBE23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852" name="TextBox 1851">
            <a:extLst>
              <a:ext uri="{FF2B5EF4-FFF2-40B4-BE49-F238E27FC236}">
                <a16:creationId xmlns:a16="http://schemas.microsoft.com/office/drawing/2014/main" id="{27D2C6EE-361F-B2F0-BA88-822BC0E4C57F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853" name="TextBox 1852">
            <a:extLst>
              <a:ext uri="{FF2B5EF4-FFF2-40B4-BE49-F238E27FC236}">
                <a16:creationId xmlns:a16="http://schemas.microsoft.com/office/drawing/2014/main" id="{E08C0668-8296-0A96-0E1C-358676794678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854" name="TextBox 1853">
            <a:extLst>
              <a:ext uri="{FF2B5EF4-FFF2-40B4-BE49-F238E27FC236}">
                <a16:creationId xmlns:a16="http://schemas.microsoft.com/office/drawing/2014/main" id="{1EFBBC47-DA12-3BD5-9469-8A53ACB6C124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855" name="Rectangle 1854">
            <a:extLst>
              <a:ext uri="{FF2B5EF4-FFF2-40B4-BE49-F238E27FC236}">
                <a16:creationId xmlns:a16="http://schemas.microsoft.com/office/drawing/2014/main" id="{4C6D5EF8-91DD-4E91-561B-95C972FE3A1D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6" name="Rectangle 1855">
            <a:extLst>
              <a:ext uri="{FF2B5EF4-FFF2-40B4-BE49-F238E27FC236}">
                <a16:creationId xmlns:a16="http://schemas.microsoft.com/office/drawing/2014/main" id="{2DD904BE-56CC-7791-2A34-D6B63E97CC18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7" name="Rectangle 1856">
            <a:extLst>
              <a:ext uri="{FF2B5EF4-FFF2-40B4-BE49-F238E27FC236}">
                <a16:creationId xmlns:a16="http://schemas.microsoft.com/office/drawing/2014/main" id="{D4893296-2FC5-7A49-D202-4E32BFF674F3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8" name="TextBox 1857">
            <a:extLst>
              <a:ext uri="{FF2B5EF4-FFF2-40B4-BE49-F238E27FC236}">
                <a16:creationId xmlns:a16="http://schemas.microsoft.com/office/drawing/2014/main" id="{57672CA7-5DD7-FB27-E6CC-D8DE19140185}"/>
              </a:ext>
            </a:extLst>
          </p:cNvPr>
          <p:cNvSpPr txBox="1"/>
          <p:nvPr/>
        </p:nvSpPr>
        <p:spPr>
          <a:xfrm>
            <a:off x="1917982" y="28330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1859" name="Rectangle 1858">
            <a:extLst>
              <a:ext uri="{FF2B5EF4-FFF2-40B4-BE49-F238E27FC236}">
                <a16:creationId xmlns:a16="http://schemas.microsoft.com/office/drawing/2014/main" id="{C0EA4169-06D5-474E-3E94-1283C18E8972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0" name="Rectangle 1859">
            <a:extLst>
              <a:ext uri="{FF2B5EF4-FFF2-40B4-BE49-F238E27FC236}">
                <a16:creationId xmlns:a16="http://schemas.microsoft.com/office/drawing/2014/main" id="{7C0C3CDD-F660-E35D-A33F-953F8D28F0A2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1" name="Rectangle 1860">
            <a:extLst>
              <a:ext uri="{FF2B5EF4-FFF2-40B4-BE49-F238E27FC236}">
                <a16:creationId xmlns:a16="http://schemas.microsoft.com/office/drawing/2014/main" id="{9640F11E-94BD-57D5-80BF-426D60E21FEA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2" name="Rectangle 1861">
            <a:extLst>
              <a:ext uri="{FF2B5EF4-FFF2-40B4-BE49-F238E27FC236}">
                <a16:creationId xmlns:a16="http://schemas.microsoft.com/office/drawing/2014/main" id="{C81256FF-01F2-D64B-41CD-3D23212AB59C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3" name="Rectangle 1862">
            <a:extLst>
              <a:ext uri="{FF2B5EF4-FFF2-40B4-BE49-F238E27FC236}">
                <a16:creationId xmlns:a16="http://schemas.microsoft.com/office/drawing/2014/main" id="{BCF3307B-FBC5-0781-6A72-E94BD7FDD1AE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4" name="Rectangle 1863">
            <a:extLst>
              <a:ext uri="{FF2B5EF4-FFF2-40B4-BE49-F238E27FC236}">
                <a16:creationId xmlns:a16="http://schemas.microsoft.com/office/drawing/2014/main" id="{8B371E4B-EDBC-9BA9-7FD7-6EEF169B3EF0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5" name="TextBox 1864">
            <a:extLst>
              <a:ext uri="{FF2B5EF4-FFF2-40B4-BE49-F238E27FC236}">
                <a16:creationId xmlns:a16="http://schemas.microsoft.com/office/drawing/2014/main" id="{54CFC556-90C2-CD27-5E61-B9DC4EF9B39B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866" name="TextBox 1865">
            <a:extLst>
              <a:ext uri="{FF2B5EF4-FFF2-40B4-BE49-F238E27FC236}">
                <a16:creationId xmlns:a16="http://schemas.microsoft.com/office/drawing/2014/main" id="{B04A51DB-9EDC-0254-200C-FA30B91ECA0B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867" name="TextBox 1866">
            <a:extLst>
              <a:ext uri="{FF2B5EF4-FFF2-40B4-BE49-F238E27FC236}">
                <a16:creationId xmlns:a16="http://schemas.microsoft.com/office/drawing/2014/main" id="{00E03B1F-99A9-70AC-4E58-B7C1D3690169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868" name="TextBox 1867">
            <a:extLst>
              <a:ext uri="{FF2B5EF4-FFF2-40B4-BE49-F238E27FC236}">
                <a16:creationId xmlns:a16="http://schemas.microsoft.com/office/drawing/2014/main" id="{15B411AA-C25C-C97F-6E5F-70B0DF0C59E6}"/>
              </a:ext>
            </a:extLst>
          </p:cNvPr>
          <p:cNvSpPr txBox="1"/>
          <p:nvPr/>
        </p:nvSpPr>
        <p:spPr>
          <a:xfrm>
            <a:off x="2053396" y="28315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869" name="TextBox 1868">
            <a:extLst>
              <a:ext uri="{FF2B5EF4-FFF2-40B4-BE49-F238E27FC236}">
                <a16:creationId xmlns:a16="http://schemas.microsoft.com/office/drawing/2014/main" id="{D80177CE-6A99-476E-B621-F1820FBF423E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870" name="Straight Connector 1869">
            <a:extLst>
              <a:ext uri="{FF2B5EF4-FFF2-40B4-BE49-F238E27FC236}">
                <a16:creationId xmlns:a16="http://schemas.microsoft.com/office/drawing/2014/main" id="{2566F524-17E4-4D0D-EA68-E566C81257EA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" name="Straight Connector 1870">
            <a:extLst>
              <a:ext uri="{FF2B5EF4-FFF2-40B4-BE49-F238E27FC236}">
                <a16:creationId xmlns:a16="http://schemas.microsoft.com/office/drawing/2014/main" id="{0271682F-A66C-8C85-A8C4-DD49E22F8DE2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2" name="TextBox 1871">
            <a:extLst>
              <a:ext uri="{FF2B5EF4-FFF2-40B4-BE49-F238E27FC236}">
                <a16:creationId xmlns:a16="http://schemas.microsoft.com/office/drawing/2014/main" id="{7898BCC6-18B3-1EB2-F4FB-B6D136621DCF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873" name="TextBox 1872">
            <a:extLst>
              <a:ext uri="{FF2B5EF4-FFF2-40B4-BE49-F238E27FC236}">
                <a16:creationId xmlns:a16="http://schemas.microsoft.com/office/drawing/2014/main" id="{B8285A18-E7D6-A729-7E99-F3C9DB71808C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1874" name="TextBox 1873">
            <a:extLst>
              <a:ext uri="{FF2B5EF4-FFF2-40B4-BE49-F238E27FC236}">
                <a16:creationId xmlns:a16="http://schemas.microsoft.com/office/drawing/2014/main" id="{9C4F8D01-8FC9-2AA2-C77E-F5EDBF18B764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875" name="TextBox 1874">
            <a:extLst>
              <a:ext uri="{FF2B5EF4-FFF2-40B4-BE49-F238E27FC236}">
                <a16:creationId xmlns:a16="http://schemas.microsoft.com/office/drawing/2014/main" id="{89E1F97D-1AD5-E63C-A87E-AD42EC7B6D1A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1876" name="TextBox 1875">
            <a:extLst>
              <a:ext uri="{FF2B5EF4-FFF2-40B4-BE49-F238E27FC236}">
                <a16:creationId xmlns:a16="http://schemas.microsoft.com/office/drawing/2014/main" id="{BFACFCF3-A0ED-3850-1090-F6F62BE7B35F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1877" name="Rectangle 1876">
            <a:extLst>
              <a:ext uri="{FF2B5EF4-FFF2-40B4-BE49-F238E27FC236}">
                <a16:creationId xmlns:a16="http://schemas.microsoft.com/office/drawing/2014/main" id="{B00BEDF9-DD23-316E-DB2C-F9D726BFEC39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8" name="Rectangle 1877">
            <a:extLst>
              <a:ext uri="{FF2B5EF4-FFF2-40B4-BE49-F238E27FC236}">
                <a16:creationId xmlns:a16="http://schemas.microsoft.com/office/drawing/2014/main" id="{62D7DE2D-4133-D53A-B1D4-9D37AB85CEC0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79" name="Rectangle 1878">
            <a:extLst>
              <a:ext uri="{FF2B5EF4-FFF2-40B4-BE49-F238E27FC236}">
                <a16:creationId xmlns:a16="http://schemas.microsoft.com/office/drawing/2014/main" id="{A98186B7-FD9B-56E2-B10F-3558B83C1A29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0" name="Rectangle 1879">
            <a:extLst>
              <a:ext uri="{FF2B5EF4-FFF2-40B4-BE49-F238E27FC236}">
                <a16:creationId xmlns:a16="http://schemas.microsoft.com/office/drawing/2014/main" id="{1E805A3E-13DA-99EE-AF0A-6C87183DED6D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9996C510-8AD3-F7D6-FA59-96E94B880FD9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2" name="Rectangle 1881">
            <a:extLst>
              <a:ext uri="{FF2B5EF4-FFF2-40B4-BE49-F238E27FC236}">
                <a16:creationId xmlns:a16="http://schemas.microsoft.com/office/drawing/2014/main" id="{1EEFF92F-B90A-C73D-1261-0CA6AB1C8DA5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3" name="Rectangle 1882">
            <a:extLst>
              <a:ext uri="{FF2B5EF4-FFF2-40B4-BE49-F238E27FC236}">
                <a16:creationId xmlns:a16="http://schemas.microsoft.com/office/drawing/2014/main" id="{6C0F9C87-A75D-19F7-1F8D-66B372EDB261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4" name="Rectangle 1883">
            <a:extLst>
              <a:ext uri="{FF2B5EF4-FFF2-40B4-BE49-F238E27FC236}">
                <a16:creationId xmlns:a16="http://schemas.microsoft.com/office/drawing/2014/main" id="{2B5ECDB8-D5A8-6257-942B-AC3FF300F11C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5" name="TextBox 1884">
            <a:extLst>
              <a:ext uri="{FF2B5EF4-FFF2-40B4-BE49-F238E27FC236}">
                <a16:creationId xmlns:a16="http://schemas.microsoft.com/office/drawing/2014/main" id="{5D8DBB93-85BA-C139-E58B-8465CA4A485C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886" name="TextBox 1885">
            <a:extLst>
              <a:ext uri="{FF2B5EF4-FFF2-40B4-BE49-F238E27FC236}">
                <a16:creationId xmlns:a16="http://schemas.microsoft.com/office/drawing/2014/main" id="{5162FCFF-0DBB-8B0A-DE13-B48EDFEBFAE8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887" name="Rectangle 1886">
            <a:extLst>
              <a:ext uri="{FF2B5EF4-FFF2-40B4-BE49-F238E27FC236}">
                <a16:creationId xmlns:a16="http://schemas.microsoft.com/office/drawing/2014/main" id="{66605849-18DD-E8D6-420F-E32E9DC63405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8" name="Rectangle 1887">
            <a:extLst>
              <a:ext uri="{FF2B5EF4-FFF2-40B4-BE49-F238E27FC236}">
                <a16:creationId xmlns:a16="http://schemas.microsoft.com/office/drawing/2014/main" id="{CA102708-C9BE-5CC9-260A-9EA41E1BB7F7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9" name="Rectangle 1888">
            <a:extLst>
              <a:ext uri="{FF2B5EF4-FFF2-40B4-BE49-F238E27FC236}">
                <a16:creationId xmlns:a16="http://schemas.microsoft.com/office/drawing/2014/main" id="{BB5DF8C2-E0D8-F287-6547-B24625AED5A3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0" name="Rectangle 1889">
            <a:extLst>
              <a:ext uri="{FF2B5EF4-FFF2-40B4-BE49-F238E27FC236}">
                <a16:creationId xmlns:a16="http://schemas.microsoft.com/office/drawing/2014/main" id="{49C87EA2-5BA6-5B71-CFA1-50124D3F2574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1" name="Rectangle 1890">
            <a:extLst>
              <a:ext uri="{FF2B5EF4-FFF2-40B4-BE49-F238E27FC236}">
                <a16:creationId xmlns:a16="http://schemas.microsoft.com/office/drawing/2014/main" id="{CB636451-85B1-50BD-892F-4040C82E8ABE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2" name="Rectangle 1891">
            <a:extLst>
              <a:ext uri="{FF2B5EF4-FFF2-40B4-BE49-F238E27FC236}">
                <a16:creationId xmlns:a16="http://schemas.microsoft.com/office/drawing/2014/main" id="{B6DE3A3D-4000-7C8D-1193-F01F6520FA02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3" name="TextBox 1892">
            <a:extLst>
              <a:ext uri="{FF2B5EF4-FFF2-40B4-BE49-F238E27FC236}">
                <a16:creationId xmlns:a16="http://schemas.microsoft.com/office/drawing/2014/main" id="{67515F23-1EDB-1436-9304-FE6F5CF03F5F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894" name="TextBox 1893">
            <a:extLst>
              <a:ext uri="{FF2B5EF4-FFF2-40B4-BE49-F238E27FC236}">
                <a16:creationId xmlns:a16="http://schemas.microsoft.com/office/drawing/2014/main" id="{9421302B-CAC7-D684-6B3C-FBC1A4C5D4CB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895" name="TextBox 1894">
            <a:extLst>
              <a:ext uri="{FF2B5EF4-FFF2-40B4-BE49-F238E27FC236}">
                <a16:creationId xmlns:a16="http://schemas.microsoft.com/office/drawing/2014/main" id="{4D9C3BA7-6872-E12E-4359-CAA64AA6BDD9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96" name="TextBox 1895">
            <a:extLst>
              <a:ext uri="{FF2B5EF4-FFF2-40B4-BE49-F238E27FC236}">
                <a16:creationId xmlns:a16="http://schemas.microsoft.com/office/drawing/2014/main" id="{D134B6D5-B6CC-68E8-52A6-6A4A7D8C53CF}"/>
              </a:ext>
            </a:extLst>
          </p:cNvPr>
          <p:cNvSpPr txBox="1"/>
          <p:nvPr/>
        </p:nvSpPr>
        <p:spPr>
          <a:xfrm>
            <a:off x="1525772" y="37718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1897" name="TextBox 1896">
            <a:extLst>
              <a:ext uri="{FF2B5EF4-FFF2-40B4-BE49-F238E27FC236}">
                <a16:creationId xmlns:a16="http://schemas.microsoft.com/office/drawing/2014/main" id="{DCA095B5-FC69-4EBC-23B4-D7EE642081F2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1898" name="Rectangle 1897">
            <a:extLst>
              <a:ext uri="{FF2B5EF4-FFF2-40B4-BE49-F238E27FC236}">
                <a16:creationId xmlns:a16="http://schemas.microsoft.com/office/drawing/2014/main" id="{76EA781F-0014-6F4B-2736-5EAAA4924C02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9" name="Rectangle 1898">
            <a:extLst>
              <a:ext uri="{FF2B5EF4-FFF2-40B4-BE49-F238E27FC236}">
                <a16:creationId xmlns:a16="http://schemas.microsoft.com/office/drawing/2014/main" id="{F6FBE186-2B25-085E-2730-AB5AB2AB7490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0" name="Rectangle 1899">
            <a:extLst>
              <a:ext uri="{FF2B5EF4-FFF2-40B4-BE49-F238E27FC236}">
                <a16:creationId xmlns:a16="http://schemas.microsoft.com/office/drawing/2014/main" id="{5E7876D9-1C21-7EA2-861A-C59DFA37A55F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1" name="Rectangle 1900">
            <a:extLst>
              <a:ext uri="{FF2B5EF4-FFF2-40B4-BE49-F238E27FC236}">
                <a16:creationId xmlns:a16="http://schemas.microsoft.com/office/drawing/2014/main" id="{D03DE862-F06E-5F61-457E-49B0EA9F8B5C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2" name="Rectangle 1901">
            <a:extLst>
              <a:ext uri="{FF2B5EF4-FFF2-40B4-BE49-F238E27FC236}">
                <a16:creationId xmlns:a16="http://schemas.microsoft.com/office/drawing/2014/main" id="{F52337B7-39AA-CAAB-F9E3-7FF5195159CD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3" name="Rectangle 1902">
            <a:extLst>
              <a:ext uri="{FF2B5EF4-FFF2-40B4-BE49-F238E27FC236}">
                <a16:creationId xmlns:a16="http://schemas.microsoft.com/office/drawing/2014/main" id="{690861EC-3A2A-A6DD-9FE8-E9206992C15B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4" name="TextBox 1903">
            <a:extLst>
              <a:ext uri="{FF2B5EF4-FFF2-40B4-BE49-F238E27FC236}">
                <a16:creationId xmlns:a16="http://schemas.microsoft.com/office/drawing/2014/main" id="{2B282F9A-5C50-E0D6-3161-6059029277D4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05" name="Rectangle 1904">
            <a:extLst>
              <a:ext uri="{FF2B5EF4-FFF2-40B4-BE49-F238E27FC236}">
                <a16:creationId xmlns:a16="http://schemas.microsoft.com/office/drawing/2014/main" id="{DBC41E3B-8799-0D19-79CE-D80687AA1046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6" name="Rectangle 1905">
            <a:extLst>
              <a:ext uri="{FF2B5EF4-FFF2-40B4-BE49-F238E27FC236}">
                <a16:creationId xmlns:a16="http://schemas.microsoft.com/office/drawing/2014/main" id="{ED55F9A8-319B-E868-9D41-B91EBD1CDE37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7" name="Rectangle 1906">
            <a:extLst>
              <a:ext uri="{FF2B5EF4-FFF2-40B4-BE49-F238E27FC236}">
                <a16:creationId xmlns:a16="http://schemas.microsoft.com/office/drawing/2014/main" id="{B28E63F6-8EC2-7722-AC65-EA8FBF2DF333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8" name="Rectangle 1907">
            <a:extLst>
              <a:ext uri="{FF2B5EF4-FFF2-40B4-BE49-F238E27FC236}">
                <a16:creationId xmlns:a16="http://schemas.microsoft.com/office/drawing/2014/main" id="{86E514DC-3438-B6B7-BF18-F319DF9F853F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9" name="Rectangle 1908">
            <a:extLst>
              <a:ext uri="{FF2B5EF4-FFF2-40B4-BE49-F238E27FC236}">
                <a16:creationId xmlns:a16="http://schemas.microsoft.com/office/drawing/2014/main" id="{FC1BAF47-303E-4E2E-FC5B-23ED4BC5428F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0" name="Rectangle 1909">
            <a:extLst>
              <a:ext uri="{FF2B5EF4-FFF2-40B4-BE49-F238E27FC236}">
                <a16:creationId xmlns:a16="http://schemas.microsoft.com/office/drawing/2014/main" id="{F9B5068C-774F-33A4-BA82-6F66C476E00A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1" name="TextBox 1910">
            <a:extLst>
              <a:ext uri="{FF2B5EF4-FFF2-40B4-BE49-F238E27FC236}">
                <a16:creationId xmlns:a16="http://schemas.microsoft.com/office/drawing/2014/main" id="{47CB2B00-11FD-03F7-39F5-13BA6B2BBEE5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12" name="TextBox 1911">
            <a:extLst>
              <a:ext uri="{FF2B5EF4-FFF2-40B4-BE49-F238E27FC236}">
                <a16:creationId xmlns:a16="http://schemas.microsoft.com/office/drawing/2014/main" id="{17AA6D4E-FBE9-FDE8-45E8-6A89F14F20F5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13" name="TextBox 1912">
            <a:extLst>
              <a:ext uri="{FF2B5EF4-FFF2-40B4-BE49-F238E27FC236}">
                <a16:creationId xmlns:a16="http://schemas.microsoft.com/office/drawing/2014/main" id="{577F0EB8-6F8D-7E96-44FE-BB214600EA58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14" name="TextBox 1913">
            <a:extLst>
              <a:ext uri="{FF2B5EF4-FFF2-40B4-BE49-F238E27FC236}">
                <a16:creationId xmlns:a16="http://schemas.microsoft.com/office/drawing/2014/main" id="{2BE443B5-EE00-FE2F-3390-E6AD677DBECF}"/>
              </a:ext>
            </a:extLst>
          </p:cNvPr>
          <p:cNvSpPr txBox="1"/>
          <p:nvPr/>
        </p:nvSpPr>
        <p:spPr>
          <a:xfrm>
            <a:off x="245255" y="376943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15" name="TextBox 1914">
            <a:extLst>
              <a:ext uri="{FF2B5EF4-FFF2-40B4-BE49-F238E27FC236}">
                <a16:creationId xmlns:a16="http://schemas.microsoft.com/office/drawing/2014/main" id="{A358D441-D3F7-E187-43C1-E1EECED8908E}"/>
              </a:ext>
            </a:extLst>
          </p:cNvPr>
          <p:cNvSpPr txBox="1"/>
          <p:nvPr/>
        </p:nvSpPr>
        <p:spPr>
          <a:xfrm>
            <a:off x="426817" y="37695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16" name="TextBox 1915">
            <a:extLst>
              <a:ext uri="{FF2B5EF4-FFF2-40B4-BE49-F238E27FC236}">
                <a16:creationId xmlns:a16="http://schemas.microsoft.com/office/drawing/2014/main" id="{42FC0B9B-9077-1FAE-3EE7-09A4B05BE2A3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17" name="Rectangle 1916">
            <a:extLst>
              <a:ext uri="{FF2B5EF4-FFF2-40B4-BE49-F238E27FC236}">
                <a16:creationId xmlns:a16="http://schemas.microsoft.com/office/drawing/2014/main" id="{371F6BD2-1E2C-F78E-5159-AF164FD7C5E3}"/>
              </a:ext>
            </a:extLst>
          </p:cNvPr>
          <p:cNvSpPr/>
          <p:nvPr/>
        </p:nvSpPr>
        <p:spPr>
          <a:xfrm>
            <a:off x="721193" y="421569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8" name="Rectangle 1917">
            <a:extLst>
              <a:ext uri="{FF2B5EF4-FFF2-40B4-BE49-F238E27FC236}">
                <a16:creationId xmlns:a16="http://schemas.microsoft.com/office/drawing/2014/main" id="{D484B70D-3A3B-B355-2181-662B1D5C72F2}"/>
              </a:ext>
            </a:extLst>
          </p:cNvPr>
          <p:cNvSpPr/>
          <p:nvPr/>
        </p:nvSpPr>
        <p:spPr>
          <a:xfrm>
            <a:off x="721194" y="421569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19" name="Rectangle 1918">
            <a:extLst>
              <a:ext uri="{FF2B5EF4-FFF2-40B4-BE49-F238E27FC236}">
                <a16:creationId xmlns:a16="http://schemas.microsoft.com/office/drawing/2014/main" id="{8F5A4D61-5ED1-4976-B71A-E01ED161BB72}"/>
              </a:ext>
            </a:extLst>
          </p:cNvPr>
          <p:cNvSpPr/>
          <p:nvPr/>
        </p:nvSpPr>
        <p:spPr>
          <a:xfrm>
            <a:off x="1544820" y="422136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0" name="Rectangle 1919">
            <a:extLst>
              <a:ext uri="{FF2B5EF4-FFF2-40B4-BE49-F238E27FC236}">
                <a16:creationId xmlns:a16="http://schemas.microsoft.com/office/drawing/2014/main" id="{D3774755-13E0-9E2F-25D8-4C7CF64A3843}"/>
              </a:ext>
            </a:extLst>
          </p:cNvPr>
          <p:cNvSpPr/>
          <p:nvPr/>
        </p:nvSpPr>
        <p:spPr>
          <a:xfrm>
            <a:off x="1332289" y="421797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1" name="Rectangle 1920">
            <a:extLst>
              <a:ext uri="{FF2B5EF4-FFF2-40B4-BE49-F238E27FC236}">
                <a16:creationId xmlns:a16="http://schemas.microsoft.com/office/drawing/2014/main" id="{701B8B8B-D157-CCC0-44D0-A278A18800CC}"/>
              </a:ext>
            </a:extLst>
          </p:cNvPr>
          <p:cNvSpPr/>
          <p:nvPr/>
        </p:nvSpPr>
        <p:spPr>
          <a:xfrm>
            <a:off x="1709071" y="422136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2" name="Rectangle 1921">
            <a:extLst>
              <a:ext uri="{FF2B5EF4-FFF2-40B4-BE49-F238E27FC236}">
                <a16:creationId xmlns:a16="http://schemas.microsoft.com/office/drawing/2014/main" id="{BF2F8A94-76C4-62E5-6D97-8F63250A4EE6}"/>
              </a:ext>
            </a:extLst>
          </p:cNvPr>
          <p:cNvSpPr/>
          <p:nvPr/>
        </p:nvSpPr>
        <p:spPr>
          <a:xfrm>
            <a:off x="1547203" y="432375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3" name="Rectangle 1922">
            <a:extLst>
              <a:ext uri="{FF2B5EF4-FFF2-40B4-BE49-F238E27FC236}">
                <a16:creationId xmlns:a16="http://schemas.microsoft.com/office/drawing/2014/main" id="{A48BF4C6-7BEC-FE24-0CE0-B01D31353BA0}"/>
              </a:ext>
            </a:extLst>
          </p:cNvPr>
          <p:cNvSpPr/>
          <p:nvPr/>
        </p:nvSpPr>
        <p:spPr>
          <a:xfrm>
            <a:off x="1334672" y="432037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4" name="Rectangle 1923">
            <a:extLst>
              <a:ext uri="{FF2B5EF4-FFF2-40B4-BE49-F238E27FC236}">
                <a16:creationId xmlns:a16="http://schemas.microsoft.com/office/drawing/2014/main" id="{80C0CF9E-DC34-1A96-766F-5A7C233E0173}"/>
              </a:ext>
            </a:extLst>
          </p:cNvPr>
          <p:cNvSpPr/>
          <p:nvPr/>
        </p:nvSpPr>
        <p:spPr>
          <a:xfrm>
            <a:off x="1711454" y="432375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DA78AF84-A85C-4E27-06AD-FB505D41A347}"/>
              </a:ext>
            </a:extLst>
          </p:cNvPr>
          <p:cNvSpPr txBox="1"/>
          <p:nvPr/>
        </p:nvSpPr>
        <p:spPr>
          <a:xfrm>
            <a:off x="1462319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07F936CA-9645-0251-7AF6-403B56EBCF46}"/>
              </a:ext>
            </a:extLst>
          </p:cNvPr>
          <p:cNvSpPr txBox="1"/>
          <p:nvPr/>
        </p:nvSpPr>
        <p:spPr>
          <a:xfrm>
            <a:off x="1645573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27" name="Rectangle 1926">
            <a:extLst>
              <a:ext uri="{FF2B5EF4-FFF2-40B4-BE49-F238E27FC236}">
                <a16:creationId xmlns:a16="http://schemas.microsoft.com/office/drawing/2014/main" id="{B86F8424-AC11-2E3C-03E9-D7C9D5BD7668}"/>
              </a:ext>
            </a:extLst>
          </p:cNvPr>
          <p:cNvSpPr/>
          <p:nvPr/>
        </p:nvSpPr>
        <p:spPr>
          <a:xfrm>
            <a:off x="1546977" y="442376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8" name="Rectangle 1927">
            <a:extLst>
              <a:ext uri="{FF2B5EF4-FFF2-40B4-BE49-F238E27FC236}">
                <a16:creationId xmlns:a16="http://schemas.microsoft.com/office/drawing/2014/main" id="{FCCA07D5-7C06-1EC6-8EBF-ECF2F0F15719}"/>
              </a:ext>
            </a:extLst>
          </p:cNvPr>
          <p:cNvSpPr/>
          <p:nvPr/>
        </p:nvSpPr>
        <p:spPr>
          <a:xfrm>
            <a:off x="1334446" y="442038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9" name="Rectangle 1928">
            <a:extLst>
              <a:ext uri="{FF2B5EF4-FFF2-40B4-BE49-F238E27FC236}">
                <a16:creationId xmlns:a16="http://schemas.microsoft.com/office/drawing/2014/main" id="{7B5D068D-C096-7DFE-B14B-CC2799A2D0EE}"/>
              </a:ext>
            </a:extLst>
          </p:cNvPr>
          <p:cNvSpPr/>
          <p:nvPr/>
        </p:nvSpPr>
        <p:spPr>
          <a:xfrm>
            <a:off x="1711228" y="442376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0" name="Rectangle 1929">
            <a:extLst>
              <a:ext uri="{FF2B5EF4-FFF2-40B4-BE49-F238E27FC236}">
                <a16:creationId xmlns:a16="http://schemas.microsoft.com/office/drawing/2014/main" id="{945C2D48-15E7-2F89-1AE2-58E884055D26}"/>
              </a:ext>
            </a:extLst>
          </p:cNvPr>
          <p:cNvSpPr/>
          <p:nvPr/>
        </p:nvSpPr>
        <p:spPr>
          <a:xfrm>
            <a:off x="1545411" y="45259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1" name="Rectangle 1930">
            <a:extLst>
              <a:ext uri="{FF2B5EF4-FFF2-40B4-BE49-F238E27FC236}">
                <a16:creationId xmlns:a16="http://schemas.microsoft.com/office/drawing/2014/main" id="{4BEBFF9B-EB19-FC5D-F068-B945C89BB93D}"/>
              </a:ext>
            </a:extLst>
          </p:cNvPr>
          <p:cNvSpPr/>
          <p:nvPr/>
        </p:nvSpPr>
        <p:spPr>
          <a:xfrm>
            <a:off x="1332880" y="452257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2" name="Rectangle 1931">
            <a:extLst>
              <a:ext uri="{FF2B5EF4-FFF2-40B4-BE49-F238E27FC236}">
                <a16:creationId xmlns:a16="http://schemas.microsoft.com/office/drawing/2014/main" id="{0EFF0101-4015-A2A1-F625-CF90445227F3}"/>
              </a:ext>
            </a:extLst>
          </p:cNvPr>
          <p:cNvSpPr/>
          <p:nvPr/>
        </p:nvSpPr>
        <p:spPr>
          <a:xfrm>
            <a:off x="1709662" y="45259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772573DB-433B-8CDE-743E-A0713CCEFC4A}"/>
              </a:ext>
            </a:extLst>
          </p:cNvPr>
          <p:cNvSpPr txBox="1"/>
          <p:nvPr/>
        </p:nvSpPr>
        <p:spPr>
          <a:xfrm>
            <a:off x="1308345" y="448180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5E6B8984-2FC9-1C13-8282-AC84B21C8235}"/>
              </a:ext>
            </a:extLst>
          </p:cNvPr>
          <p:cNvSpPr txBox="1"/>
          <p:nvPr/>
        </p:nvSpPr>
        <p:spPr>
          <a:xfrm>
            <a:off x="1276211" y="437900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527D6E16-E73E-36F7-CC9F-84D91F5DB55C}"/>
              </a:ext>
            </a:extLst>
          </p:cNvPr>
          <p:cNvSpPr txBox="1"/>
          <p:nvPr/>
        </p:nvSpPr>
        <p:spPr>
          <a:xfrm>
            <a:off x="1262622" y="428827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8738F9C1-B0B9-73E6-F924-2EE5B6247874}"/>
              </a:ext>
            </a:extLst>
          </p:cNvPr>
          <p:cNvSpPr txBox="1"/>
          <p:nvPr/>
        </p:nvSpPr>
        <p:spPr>
          <a:xfrm>
            <a:off x="1502993" y="42785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E943839F-520C-BAC1-EB00-0402603360BC}"/>
              </a:ext>
            </a:extLst>
          </p:cNvPr>
          <p:cNvSpPr txBox="1"/>
          <p:nvPr/>
        </p:nvSpPr>
        <p:spPr>
          <a:xfrm>
            <a:off x="1683149" y="4280053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38" name="Rectangle 1937">
            <a:extLst>
              <a:ext uri="{FF2B5EF4-FFF2-40B4-BE49-F238E27FC236}">
                <a16:creationId xmlns:a16="http://schemas.microsoft.com/office/drawing/2014/main" id="{954B46E6-9438-8052-11DD-34EAFAF22408}"/>
              </a:ext>
            </a:extLst>
          </p:cNvPr>
          <p:cNvSpPr/>
          <p:nvPr/>
        </p:nvSpPr>
        <p:spPr>
          <a:xfrm>
            <a:off x="722602" y="471060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9" name="Rectangle 1938">
            <a:extLst>
              <a:ext uri="{FF2B5EF4-FFF2-40B4-BE49-F238E27FC236}">
                <a16:creationId xmlns:a16="http://schemas.microsoft.com/office/drawing/2014/main" id="{E9F0DFF1-90E9-99F8-A470-9685A7841522}"/>
              </a:ext>
            </a:extLst>
          </p:cNvPr>
          <p:cNvSpPr/>
          <p:nvPr/>
        </p:nvSpPr>
        <p:spPr>
          <a:xfrm>
            <a:off x="1710480" y="471627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0" name="Rectangle 1939">
            <a:extLst>
              <a:ext uri="{FF2B5EF4-FFF2-40B4-BE49-F238E27FC236}">
                <a16:creationId xmlns:a16="http://schemas.microsoft.com/office/drawing/2014/main" id="{2F06E4DE-AD78-0424-7608-EE8A67F93E36}"/>
              </a:ext>
            </a:extLst>
          </p:cNvPr>
          <p:cNvSpPr/>
          <p:nvPr/>
        </p:nvSpPr>
        <p:spPr>
          <a:xfrm>
            <a:off x="1712863" y="481866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C88A6590-18A0-D7AB-4AD7-99E8D94C2A85}"/>
              </a:ext>
            </a:extLst>
          </p:cNvPr>
          <p:cNvSpPr txBox="1"/>
          <p:nvPr/>
        </p:nvSpPr>
        <p:spPr>
          <a:xfrm>
            <a:off x="1646982" y="467664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42" name="Rectangle 1941">
            <a:extLst>
              <a:ext uri="{FF2B5EF4-FFF2-40B4-BE49-F238E27FC236}">
                <a16:creationId xmlns:a16="http://schemas.microsoft.com/office/drawing/2014/main" id="{D9AAED3A-F665-4CD7-9932-C665202BEEDC}"/>
              </a:ext>
            </a:extLst>
          </p:cNvPr>
          <p:cNvSpPr/>
          <p:nvPr/>
        </p:nvSpPr>
        <p:spPr>
          <a:xfrm>
            <a:off x="1712637" y="491867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3" name="Rectangle 1942">
            <a:extLst>
              <a:ext uri="{FF2B5EF4-FFF2-40B4-BE49-F238E27FC236}">
                <a16:creationId xmlns:a16="http://schemas.microsoft.com/office/drawing/2014/main" id="{A46A27F8-D1E1-792B-4F21-22394E0A3D35}"/>
              </a:ext>
            </a:extLst>
          </p:cNvPr>
          <p:cNvSpPr/>
          <p:nvPr/>
        </p:nvSpPr>
        <p:spPr>
          <a:xfrm>
            <a:off x="1711071" y="502087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3723B150-1DC4-3F19-3F6B-211745CCD758}"/>
              </a:ext>
            </a:extLst>
          </p:cNvPr>
          <p:cNvSpPr txBox="1"/>
          <p:nvPr/>
        </p:nvSpPr>
        <p:spPr>
          <a:xfrm>
            <a:off x="1669052" y="477741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45" name="Rectangle 1944">
            <a:extLst>
              <a:ext uri="{FF2B5EF4-FFF2-40B4-BE49-F238E27FC236}">
                <a16:creationId xmlns:a16="http://schemas.microsoft.com/office/drawing/2014/main" id="{61DB7FFB-7021-9296-7C97-7DA685201492}"/>
              </a:ext>
            </a:extLst>
          </p:cNvPr>
          <p:cNvSpPr/>
          <p:nvPr/>
        </p:nvSpPr>
        <p:spPr>
          <a:xfrm>
            <a:off x="1968937" y="4604993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6" name="Rectangle 1945">
            <a:extLst>
              <a:ext uri="{FF2B5EF4-FFF2-40B4-BE49-F238E27FC236}">
                <a16:creationId xmlns:a16="http://schemas.microsoft.com/office/drawing/2014/main" id="{720F64B4-6203-773B-962E-F85EE465DEB5}"/>
              </a:ext>
            </a:extLst>
          </p:cNvPr>
          <p:cNvSpPr/>
          <p:nvPr/>
        </p:nvSpPr>
        <p:spPr>
          <a:xfrm>
            <a:off x="1968938" y="4604991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47" name="Rectangle 1946">
            <a:extLst>
              <a:ext uri="{FF2B5EF4-FFF2-40B4-BE49-F238E27FC236}">
                <a16:creationId xmlns:a16="http://schemas.microsoft.com/office/drawing/2014/main" id="{8EB79EA7-D923-AF4D-95CD-D0F0E406DB11}"/>
              </a:ext>
            </a:extLst>
          </p:cNvPr>
          <p:cNvSpPr/>
          <p:nvPr/>
        </p:nvSpPr>
        <p:spPr>
          <a:xfrm>
            <a:off x="2792564" y="46106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8" name="Rectangle 1947">
            <a:extLst>
              <a:ext uri="{FF2B5EF4-FFF2-40B4-BE49-F238E27FC236}">
                <a16:creationId xmlns:a16="http://schemas.microsoft.com/office/drawing/2014/main" id="{E655C8F7-037B-7446-DF06-6E7F60C56A7E}"/>
              </a:ext>
            </a:extLst>
          </p:cNvPr>
          <p:cNvSpPr/>
          <p:nvPr/>
        </p:nvSpPr>
        <p:spPr>
          <a:xfrm>
            <a:off x="2580033" y="460727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9" name="Rectangle 1948">
            <a:extLst>
              <a:ext uri="{FF2B5EF4-FFF2-40B4-BE49-F238E27FC236}">
                <a16:creationId xmlns:a16="http://schemas.microsoft.com/office/drawing/2014/main" id="{E2E2B9BC-C1CF-74EF-9549-B3B076BF23BC}"/>
              </a:ext>
            </a:extLst>
          </p:cNvPr>
          <p:cNvSpPr/>
          <p:nvPr/>
        </p:nvSpPr>
        <p:spPr>
          <a:xfrm>
            <a:off x="2956815" y="461065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0" name="Rectangle 1949">
            <a:extLst>
              <a:ext uri="{FF2B5EF4-FFF2-40B4-BE49-F238E27FC236}">
                <a16:creationId xmlns:a16="http://schemas.microsoft.com/office/drawing/2014/main" id="{C18ECEA2-FBB4-F504-0581-4691F1C7E163}"/>
              </a:ext>
            </a:extLst>
          </p:cNvPr>
          <p:cNvSpPr/>
          <p:nvPr/>
        </p:nvSpPr>
        <p:spPr>
          <a:xfrm>
            <a:off x="2794947" y="471305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1" name="Rectangle 1950">
            <a:extLst>
              <a:ext uri="{FF2B5EF4-FFF2-40B4-BE49-F238E27FC236}">
                <a16:creationId xmlns:a16="http://schemas.microsoft.com/office/drawing/2014/main" id="{BE95FCF7-9C06-4A6E-17DE-5A1919994ABF}"/>
              </a:ext>
            </a:extLst>
          </p:cNvPr>
          <p:cNvSpPr/>
          <p:nvPr/>
        </p:nvSpPr>
        <p:spPr>
          <a:xfrm>
            <a:off x="2582416" y="470966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2" name="Rectangle 1951">
            <a:extLst>
              <a:ext uri="{FF2B5EF4-FFF2-40B4-BE49-F238E27FC236}">
                <a16:creationId xmlns:a16="http://schemas.microsoft.com/office/drawing/2014/main" id="{5E1275CA-F3BC-7854-FAA0-BBA9A21EBDFE}"/>
              </a:ext>
            </a:extLst>
          </p:cNvPr>
          <p:cNvSpPr/>
          <p:nvPr/>
        </p:nvSpPr>
        <p:spPr>
          <a:xfrm>
            <a:off x="2959198" y="471305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BC4087A0-7ED2-3BF8-014B-76C692DB91C5}"/>
              </a:ext>
            </a:extLst>
          </p:cNvPr>
          <p:cNvSpPr txBox="1"/>
          <p:nvPr/>
        </p:nvSpPr>
        <p:spPr>
          <a:xfrm>
            <a:off x="2710063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823E6BF7-E200-37A4-8EC7-21FD148A3571}"/>
              </a:ext>
            </a:extLst>
          </p:cNvPr>
          <p:cNvSpPr txBox="1"/>
          <p:nvPr/>
        </p:nvSpPr>
        <p:spPr>
          <a:xfrm>
            <a:off x="2883791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55" name="Rectangle 1954">
            <a:extLst>
              <a:ext uri="{FF2B5EF4-FFF2-40B4-BE49-F238E27FC236}">
                <a16:creationId xmlns:a16="http://schemas.microsoft.com/office/drawing/2014/main" id="{668C1291-7AF3-6DFE-2410-0058A06B8E6A}"/>
              </a:ext>
            </a:extLst>
          </p:cNvPr>
          <p:cNvSpPr/>
          <p:nvPr/>
        </p:nvSpPr>
        <p:spPr>
          <a:xfrm>
            <a:off x="2794721" y="481306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6" name="Rectangle 1955">
            <a:extLst>
              <a:ext uri="{FF2B5EF4-FFF2-40B4-BE49-F238E27FC236}">
                <a16:creationId xmlns:a16="http://schemas.microsoft.com/office/drawing/2014/main" id="{5CCCEF53-4022-0FBE-2E3F-7A3BD37910F9}"/>
              </a:ext>
            </a:extLst>
          </p:cNvPr>
          <p:cNvSpPr/>
          <p:nvPr/>
        </p:nvSpPr>
        <p:spPr>
          <a:xfrm>
            <a:off x="2582190" y="480967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7" name="Rectangle 1956">
            <a:extLst>
              <a:ext uri="{FF2B5EF4-FFF2-40B4-BE49-F238E27FC236}">
                <a16:creationId xmlns:a16="http://schemas.microsoft.com/office/drawing/2014/main" id="{FE0128F0-0883-53C0-2956-1F4B25044C3B}"/>
              </a:ext>
            </a:extLst>
          </p:cNvPr>
          <p:cNvSpPr/>
          <p:nvPr/>
        </p:nvSpPr>
        <p:spPr>
          <a:xfrm>
            <a:off x="2958972" y="48130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8" name="Rectangle 1957">
            <a:extLst>
              <a:ext uri="{FF2B5EF4-FFF2-40B4-BE49-F238E27FC236}">
                <a16:creationId xmlns:a16="http://schemas.microsoft.com/office/drawing/2014/main" id="{6966B2AA-217E-609B-C3E2-00C02060978C}"/>
              </a:ext>
            </a:extLst>
          </p:cNvPr>
          <p:cNvSpPr/>
          <p:nvPr/>
        </p:nvSpPr>
        <p:spPr>
          <a:xfrm>
            <a:off x="2793155" y="49152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59" name="Rectangle 1958">
            <a:extLst>
              <a:ext uri="{FF2B5EF4-FFF2-40B4-BE49-F238E27FC236}">
                <a16:creationId xmlns:a16="http://schemas.microsoft.com/office/drawing/2014/main" id="{39A4B390-9148-1F43-0B65-BFE2E7798358}"/>
              </a:ext>
            </a:extLst>
          </p:cNvPr>
          <p:cNvSpPr/>
          <p:nvPr/>
        </p:nvSpPr>
        <p:spPr>
          <a:xfrm>
            <a:off x="2580624" y="49118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0" name="Rectangle 1959">
            <a:extLst>
              <a:ext uri="{FF2B5EF4-FFF2-40B4-BE49-F238E27FC236}">
                <a16:creationId xmlns:a16="http://schemas.microsoft.com/office/drawing/2014/main" id="{3563F846-941F-9836-AC6D-B4FC0E16DB5F}"/>
              </a:ext>
            </a:extLst>
          </p:cNvPr>
          <p:cNvSpPr/>
          <p:nvPr/>
        </p:nvSpPr>
        <p:spPr>
          <a:xfrm>
            <a:off x="2957406" y="49152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DEA7856-7F1B-24C3-A3C7-EC451931264A}"/>
              </a:ext>
            </a:extLst>
          </p:cNvPr>
          <p:cNvSpPr txBox="1"/>
          <p:nvPr/>
        </p:nvSpPr>
        <p:spPr>
          <a:xfrm>
            <a:off x="2556089" y="487110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BDB1BE93-6C6B-085D-649B-2F0718B1D814}"/>
              </a:ext>
            </a:extLst>
          </p:cNvPr>
          <p:cNvSpPr txBox="1"/>
          <p:nvPr/>
        </p:nvSpPr>
        <p:spPr>
          <a:xfrm>
            <a:off x="2523955" y="476829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D63CFD74-0B89-2C8C-EAA6-ACAA491EEEBB}"/>
              </a:ext>
            </a:extLst>
          </p:cNvPr>
          <p:cNvSpPr txBox="1"/>
          <p:nvPr/>
        </p:nvSpPr>
        <p:spPr>
          <a:xfrm>
            <a:off x="2510366" y="467756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5BEC7EEC-59E2-FC23-B560-FFAED2EF8464}"/>
              </a:ext>
            </a:extLst>
          </p:cNvPr>
          <p:cNvSpPr txBox="1"/>
          <p:nvPr/>
        </p:nvSpPr>
        <p:spPr>
          <a:xfrm>
            <a:off x="2750737" y="466780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C9E94345-759C-32C9-7B07-B819E2A334C6}"/>
              </a:ext>
            </a:extLst>
          </p:cNvPr>
          <p:cNvSpPr txBox="1"/>
          <p:nvPr/>
        </p:nvSpPr>
        <p:spPr>
          <a:xfrm>
            <a:off x="2919854" y="466809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66" name="Rectangle 1965">
            <a:extLst>
              <a:ext uri="{FF2B5EF4-FFF2-40B4-BE49-F238E27FC236}">
                <a16:creationId xmlns:a16="http://schemas.microsoft.com/office/drawing/2014/main" id="{A39AEB2F-06C8-3857-34E1-2C331C3335D0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7" name="Rectangle 1966">
            <a:extLst>
              <a:ext uri="{FF2B5EF4-FFF2-40B4-BE49-F238E27FC236}">
                <a16:creationId xmlns:a16="http://schemas.microsoft.com/office/drawing/2014/main" id="{28348560-5FD5-2B8B-9F6E-01A1FC8675D2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8" name="Rectangle 1967">
            <a:extLst>
              <a:ext uri="{FF2B5EF4-FFF2-40B4-BE49-F238E27FC236}">
                <a16:creationId xmlns:a16="http://schemas.microsoft.com/office/drawing/2014/main" id="{4019F08D-3E36-FD73-C625-1021540C0F46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9" name="Rectangle 1968">
            <a:extLst>
              <a:ext uri="{FF2B5EF4-FFF2-40B4-BE49-F238E27FC236}">
                <a16:creationId xmlns:a16="http://schemas.microsoft.com/office/drawing/2014/main" id="{850BBB11-93D1-EB38-297C-78796DF2EF4F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0" name="Rectangle 1969">
            <a:extLst>
              <a:ext uri="{FF2B5EF4-FFF2-40B4-BE49-F238E27FC236}">
                <a16:creationId xmlns:a16="http://schemas.microsoft.com/office/drawing/2014/main" id="{EFC8998D-513F-CBFA-7E09-751ECCBA5078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1" name="Rectangle 1970">
            <a:extLst>
              <a:ext uri="{FF2B5EF4-FFF2-40B4-BE49-F238E27FC236}">
                <a16:creationId xmlns:a16="http://schemas.microsoft.com/office/drawing/2014/main" id="{75E71DAA-0823-DD31-1313-9221E07A8033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2" name="TextBox 1971">
            <a:extLst>
              <a:ext uri="{FF2B5EF4-FFF2-40B4-BE49-F238E27FC236}">
                <a16:creationId xmlns:a16="http://schemas.microsoft.com/office/drawing/2014/main" id="{93AF7CF1-98B7-27AA-C4B7-4DD96CBF1811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73" name="Rectangle 1972">
            <a:extLst>
              <a:ext uri="{FF2B5EF4-FFF2-40B4-BE49-F238E27FC236}">
                <a16:creationId xmlns:a16="http://schemas.microsoft.com/office/drawing/2014/main" id="{4B77350E-C6C7-CE1C-1E8D-E68ABCCAD14F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4" name="Rectangle 1973">
            <a:extLst>
              <a:ext uri="{FF2B5EF4-FFF2-40B4-BE49-F238E27FC236}">
                <a16:creationId xmlns:a16="http://schemas.microsoft.com/office/drawing/2014/main" id="{AD7238BA-CD00-A2B6-EA48-F9532D24581F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5" name="Rectangle 1974">
            <a:extLst>
              <a:ext uri="{FF2B5EF4-FFF2-40B4-BE49-F238E27FC236}">
                <a16:creationId xmlns:a16="http://schemas.microsoft.com/office/drawing/2014/main" id="{7A26B433-F7A1-DF90-1E04-814331D6263F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6" name="Rectangle 1975">
            <a:extLst>
              <a:ext uri="{FF2B5EF4-FFF2-40B4-BE49-F238E27FC236}">
                <a16:creationId xmlns:a16="http://schemas.microsoft.com/office/drawing/2014/main" id="{769F0573-B579-5F1F-65CB-7C042D92513A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C0C44D61-61F2-4B07-02F5-54E34DDF3E06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8" name="Rectangle 1977">
            <a:extLst>
              <a:ext uri="{FF2B5EF4-FFF2-40B4-BE49-F238E27FC236}">
                <a16:creationId xmlns:a16="http://schemas.microsoft.com/office/drawing/2014/main" id="{26B824B5-8922-C897-8BEB-FDFCB5087E40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9" name="TextBox 1978">
            <a:extLst>
              <a:ext uri="{FF2B5EF4-FFF2-40B4-BE49-F238E27FC236}">
                <a16:creationId xmlns:a16="http://schemas.microsoft.com/office/drawing/2014/main" id="{6078536B-4348-EC9A-9134-E670D371C3E4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80" name="TextBox 1979">
            <a:extLst>
              <a:ext uri="{FF2B5EF4-FFF2-40B4-BE49-F238E27FC236}">
                <a16:creationId xmlns:a16="http://schemas.microsoft.com/office/drawing/2014/main" id="{D794C7F2-F026-833A-62A7-8CD3349B9C8E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81" name="TextBox 1980">
            <a:extLst>
              <a:ext uri="{FF2B5EF4-FFF2-40B4-BE49-F238E27FC236}">
                <a16:creationId xmlns:a16="http://schemas.microsoft.com/office/drawing/2014/main" id="{CDC0495E-E099-030E-BEEB-D48389B3D235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82" name="TextBox 1981">
            <a:extLst>
              <a:ext uri="{FF2B5EF4-FFF2-40B4-BE49-F238E27FC236}">
                <a16:creationId xmlns:a16="http://schemas.microsoft.com/office/drawing/2014/main" id="{C64ABB71-F2D2-C2A3-3DC8-6B7B5128FAD4}"/>
              </a:ext>
            </a:extLst>
          </p:cNvPr>
          <p:cNvSpPr txBox="1"/>
          <p:nvPr/>
        </p:nvSpPr>
        <p:spPr>
          <a:xfrm>
            <a:off x="261766" y="42733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1983" name="TextBox 1982">
            <a:extLst>
              <a:ext uri="{FF2B5EF4-FFF2-40B4-BE49-F238E27FC236}">
                <a16:creationId xmlns:a16="http://schemas.microsoft.com/office/drawing/2014/main" id="{500FB4DA-D526-BE2F-909A-561C19D4FAE7}"/>
              </a:ext>
            </a:extLst>
          </p:cNvPr>
          <p:cNvSpPr txBox="1"/>
          <p:nvPr/>
        </p:nvSpPr>
        <p:spPr>
          <a:xfrm>
            <a:off x="414181" y="42689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84" name="TextBox 1983">
            <a:extLst>
              <a:ext uri="{FF2B5EF4-FFF2-40B4-BE49-F238E27FC236}">
                <a16:creationId xmlns:a16="http://schemas.microsoft.com/office/drawing/2014/main" id="{C700F19E-9D38-E7A8-28AA-20D7F91DAD2E}"/>
              </a:ext>
            </a:extLst>
          </p:cNvPr>
          <p:cNvSpPr txBox="1"/>
          <p:nvPr/>
        </p:nvSpPr>
        <p:spPr>
          <a:xfrm>
            <a:off x="641156" y="4183140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1985" name="TextBox 1984">
            <a:extLst>
              <a:ext uri="{FF2B5EF4-FFF2-40B4-BE49-F238E27FC236}">
                <a16:creationId xmlns:a16="http://schemas.microsoft.com/office/drawing/2014/main" id="{4E12138A-900C-D338-19D6-AE4812F0DB93}"/>
              </a:ext>
            </a:extLst>
          </p:cNvPr>
          <p:cNvSpPr txBox="1"/>
          <p:nvPr/>
        </p:nvSpPr>
        <p:spPr>
          <a:xfrm>
            <a:off x="1901725" y="3676801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WI not  delivered to production</a:t>
            </a:r>
          </a:p>
        </p:txBody>
      </p:sp>
      <p:sp>
        <p:nvSpPr>
          <p:cNvPr id="1986" name="TextBox 1985">
            <a:extLst>
              <a:ext uri="{FF2B5EF4-FFF2-40B4-BE49-F238E27FC236}">
                <a16:creationId xmlns:a16="http://schemas.microsoft.com/office/drawing/2014/main" id="{454B9496-B0F6-6704-2CCA-75ACE90E228D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87" name="Cross 1986">
            <a:extLst>
              <a:ext uri="{FF2B5EF4-FFF2-40B4-BE49-F238E27FC236}">
                <a16:creationId xmlns:a16="http://schemas.microsoft.com/office/drawing/2014/main" id="{206DBAC8-5513-145F-4A70-258B13B3C80A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88" name="Cross 1987">
            <a:extLst>
              <a:ext uri="{FF2B5EF4-FFF2-40B4-BE49-F238E27FC236}">
                <a16:creationId xmlns:a16="http://schemas.microsoft.com/office/drawing/2014/main" id="{24410F97-370E-9745-3BAA-1BA8DFC42DEF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89" name="Cross 1988">
            <a:extLst>
              <a:ext uri="{FF2B5EF4-FFF2-40B4-BE49-F238E27FC236}">
                <a16:creationId xmlns:a16="http://schemas.microsoft.com/office/drawing/2014/main" id="{BAE335E4-4A10-350F-38C3-4B1629FC6174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0" name="Arrow: Down 1989">
            <a:extLst>
              <a:ext uri="{FF2B5EF4-FFF2-40B4-BE49-F238E27FC236}">
                <a16:creationId xmlns:a16="http://schemas.microsoft.com/office/drawing/2014/main" id="{6B44A8DA-D084-8C1D-481C-56AE3449A790}"/>
              </a:ext>
            </a:extLst>
          </p:cNvPr>
          <p:cNvSpPr/>
          <p:nvPr/>
        </p:nvSpPr>
        <p:spPr>
          <a:xfrm>
            <a:off x="2030335" y="5245352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91" name="TextBox 1990">
            <a:extLst>
              <a:ext uri="{FF2B5EF4-FFF2-40B4-BE49-F238E27FC236}">
                <a16:creationId xmlns:a16="http://schemas.microsoft.com/office/drawing/2014/main" id="{C0B4E5ED-1E08-FC3E-5957-30DFC0EC7595}"/>
              </a:ext>
            </a:extLst>
          </p:cNvPr>
          <p:cNvSpPr txBox="1"/>
          <p:nvPr/>
        </p:nvSpPr>
        <p:spPr>
          <a:xfrm>
            <a:off x="2075681" y="520082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992" name="Rectangle 1991">
            <a:extLst>
              <a:ext uri="{FF2B5EF4-FFF2-40B4-BE49-F238E27FC236}">
                <a16:creationId xmlns:a16="http://schemas.microsoft.com/office/drawing/2014/main" id="{59D017FB-66C6-2DE0-6125-14BC949670DF}"/>
              </a:ext>
            </a:extLst>
          </p:cNvPr>
          <p:cNvSpPr/>
          <p:nvPr/>
        </p:nvSpPr>
        <p:spPr>
          <a:xfrm>
            <a:off x="1972361" y="420984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B3B19533-2112-F353-5D07-DB9EEDE1E104}"/>
              </a:ext>
            </a:extLst>
          </p:cNvPr>
          <p:cNvSpPr/>
          <p:nvPr/>
        </p:nvSpPr>
        <p:spPr>
          <a:xfrm>
            <a:off x="1972362" y="420984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94" name="Rectangle 1993">
            <a:extLst>
              <a:ext uri="{FF2B5EF4-FFF2-40B4-BE49-F238E27FC236}">
                <a16:creationId xmlns:a16="http://schemas.microsoft.com/office/drawing/2014/main" id="{E6EEF089-43A3-2CA5-BB38-E20E87EC720D}"/>
              </a:ext>
            </a:extLst>
          </p:cNvPr>
          <p:cNvSpPr/>
          <p:nvPr/>
        </p:nvSpPr>
        <p:spPr>
          <a:xfrm>
            <a:off x="2795988" y="511467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5" name="Rectangle 1994">
            <a:extLst>
              <a:ext uri="{FF2B5EF4-FFF2-40B4-BE49-F238E27FC236}">
                <a16:creationId xmlns:a16="http://schemas.microsoft.com/office/drawing/2014/main" id="{EEF6DAE0-6EB2-F5BD-C33D-801F6030EDC9}"/>
              </a:ext>
            </a:extLst>
          </p:cNvPr>
          <p:cNvSpPr/>
          <p:nvPr/>
        </p:nvSpPr>
        <p:spPr>
          <a:xfrm>
            <a:off x="2583457" y="511128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6" name="Rectangle 1995">
            <a:extLst>
              <a:ext uri="{FF2B5EF4-FFF2-40B4-BE49-F238E27FC236}">
                <a16:creationId xmlns:a16="http://schemas.microsoft.com/office/drawing/2014/main" id="{49CBB6D1-72BE-2666-5E25-A9861D35D64A}"/>
              </a:ext>
            </a:extLst>
          </p:cNvPr>
          <p:cNvSpPr/>
          <p:nvPr/>
        </p:nvSpPr>
        <p:spPr>
          <a:xfrm>
            <a:off x="2960239" y="511467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7" name="Rectangle 1996">
            <a:extLst>
              <a:ext uri="{FF2B5EF4-FFF2-40B4-BE49-F238E27FC236}">
                <a16:creationId xmlns:a16="http://schemas.microsoft.com/office/drawing/2014/main" id="{B884C29D-BF41-C53B-4D6F-4C1B93EAFB5F}"/>
              </a:ext>
            </a:extLst>
          </p:cNvPr>
          <p:cNvSpPr/>
          <p:nvPr/>
        </p:nvSpPr>
        <p:spPr>
          <a:xfrm>
            <a:off x="2798371" y="431790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8" name="Rectangle 1997">
            <a:extLst>
              <a:ext uri="{FF2B5EF4-FFF2-40B4-BE49-F238E27FC236}">
                <a16:creationId xmlns:a16="http://schemas.microsoft.com/office/drawing/2014/main" id="{89A91059-917B-D923-8BD2-63B4F7C18193}"/>
              </a:ext>
            </a:extLst>
          </p:cNvPr>
          <p:cNvSpPr/>
          <p:nvPr/>
        </p:nvSpPr>
        <p:spPr>
          <a:xfrm>
            <a:off x="2585840" y="431451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9" name="Rectangle 1998">
            <a:extLst>
              <a:ext uri="{FF2B5EF4-FFF2-40B4-BE49-F238E27FC236}">
                <a16:creationId xmlns:a16="http://schemas.microsoft.com/office/drawing/2014/main" id="{AFB76014-38FD-D719-B345-6D4898E0852D}"/>
              </a:ext>
            </a:extLst>
          </p:cNvPr>
          <p:cNvSpPr/>
          <p:nvPr/>
        </p:nvSpPr>
        <p:spPr>
          <a:xfrm>
            <a:off x="2962622" y="431790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0" name="Rectangle 1999">
            <a:extLst>
              <a:ext uri="{FF2B5EF4-FFF2-40B4-BE49-F238E27FC236}">
                <a16:creationId xmlns:a16="http://schemas.microsoft.com/office/drawing/2014/main" id="{C0AEF219-DC76-83BC-C897-605EF8E64C45}"/>
              </a:ext>
            </a:extLst>
          </p:cNvPr>
          <p:cNvSpPr/>
          <p:nvPr/>
        </p:nvSpPr>
        <p:spPr>
          <a:xfrm>
            <a:off x="2798145" y="441791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1" name="Rectangle 2000">
            <a:extLst>
              <a:ext uri="{FF2B5EF4-FFF2-40B4-BE49-F238E27FC236}">
                <a16:creationId xmlns:a16="http://schemas.microsoft.com/office/drawing/2014/main" id="{F8F134CD-68A1-DC37-5A76-60B38E5E1421}"/>
              </a:ext>
            </a:extLst>
          </p:cNvPr>
          <p:cNvSpPr/>
          <p:nvPr/>
        </p:nvSpPr>
        <p:spPr>
          <a:xfrm>
            <a:off x="2585614" y="441452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2" name="Rectangle 2001">
            <a:extLst>
              <a:ext uri="{FF2B5EF4-FFF2-40B4-BE49-F238E27FC236}">
                <a16:creationId xmlns:a16="http://schemas.microsoft.com/office/drawing/2014/main" id="{2ECAA0D8-397D-14B1-3D19-15AFF4E9900C}"/>
              </a:ext>
            </a:extLst>
          </p:cNvPr>
          <p:cNvSpPr/>
          <p:nvPr/>
        </p:nvSpPr>
        <p:spPr>
          <a:xfrm>
            <a:off x="2962396" y="4417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3" name="Rectangle 2002">
            <a:extLst>
              <a:ext uri="{FF2B5EF4-FFF2-40B4-BE49-F238E27FC236}">
                <a16:creationId xmlns:a16="http://schemas.microsoft.com/office/drawing/2014/main" id="{3339C364-0FBC-9519-4E7A-02888923DC32}"/>
              </a:ext>
            </a:extLst>
          </p:cNvPr>
          <p:cNvSpPr/>
          <p:nvPr/>
        </p:nvSpPr>
        <p:spPr>
          <a:xfrm>
            <a:off x="2796579" y="452010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4" name="Rectangle 2003">
            <a:extLst>
              <a:ext uri="{FF2B5EF4-FFF2-40B4-BE49-F238E27FC236}">
                <a16:creationId xmlns:a16="http://schemas.microsoft.com/office/drawing/2014/main" id="{2A7BBE69-1F82-891E-9379-69DEDFFE3BFA}"/>
              </a:ext>
            </a:extLst>
          </p:cNvPr>
          <p:cNvSpPr/>
          <p:nvPr/>
        </p:nvSpPr>
        <p:spPr>
          <a:xfrm>
            <a:off x="2584048" y="451672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5" name="Rectangle 2004">
            <a:extLst>
              <a:ext uri="{FF2B5EF4-FFF2-40B4-BE49-F238E27FC236}">
                <a16:creationId xmlns:a16="http://schemas.microsoft.com/office/drawing/2014/main" id="{5F3D4B14-77EF-5BA2-61DA-C7F0C8BAF089}"/>
              </a:ext>
            </a:extLst>
          </p:cNvPr>
          <p:cNvSpPr/>
          <p:nvPr/>
        </p:nvSpPr>
        <p:spPr>
          <a:xfrm>
            <a:off x="2960830" y="452010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7BCC4F0A-D365-26C1-7EC9-E33DB9CF8A2B}"/>
              </a:ext>
            </a:extLst>
          </p:cNvPr>
          <p:cNvSpPr txBox="1"/>
          <p:nvPr/>
        </p:nvSpPr>
        <p:spPr>
          <a:xfrm>
            <a:off x="2559513" y="447595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37A21A64-E742-AE1F-0B75-06324E2F501E}"/>
              </a:ext>
            </a:extLst>
          </p:cNvPr>
          <p:cNvSpPr txBox="1"/>
          <p:nvPr/>
        </p:nvSpPr>
        <p:spPr>
          <a:xfrm>
            <a:off x="2527379" y="437314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E14C5274-61B7-181E-3F37-446BF79C0EB2}"/>
              </a:ext>
            </a:extLst>
          </p:cNvPr>
          <p:cNvSpPr txBox="1"/>
          <p:nvPr/>
        </p:nvSpPr>
        <p:spPr>
          <a:xfrm>
            <a:off x="2513790" y="428242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F5206F7-C845-146E-5E4D-2A551A6E26DE}"/>
              </a:ext>
            </a:extLst>
          </p:cNvPr>
          <p:cNvSpPr txBox="1"/>
          <p:nvPr/>
        </p:nvSpPr>
        <p:spPr>
          <a:xfrm>
            <a:off x="2752855" y="428058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10" name="TextBox 2009">
            <a:extLst>
              <a:ext uri="{FF2B5EF4-FFF2-40B4-BE49-F238E27FC236}">
                <a16:creationId xmlns:a16="http://schemas.microsoft.com/office/drawing/2014/main" id="{5C07AE76-87AD-6847-500A-25EA9A1DA1DC}"/>
              </a:ext>
            </a:extLst>
          </p:cNvPr>
          <p:cNvSpPr txBox="1"/>
          <p:nvPr/>
        </p:nvSpPr>
        <p:spPr>
          <a:xfrm>
            <a:off x="2922179" y="427378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EC2B0CD6-56FC-8C31-5053-26B6C8AE153B}"/>
              </a:ext>
            </a:extLst>
          </p:cNvPr>
          <p:cNvSpPr/>
          <p:nvPr/>
        </p:nvSpPr>
        <p:spPr>
          <a:xfrm>
            <a:off x="83451" y="471394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2" name="Rectangle 2011">
            <a:extLst>
              <a:ext uri="{FF2B5EF4-FFF2-40B4-BE49-F238E27FC236}">
                <a16:creationId xmlns:a16="http://schemas.microsoft.com/office/drawing/2014/main" id="{DABA202E-1CC5-BE31-9650-D0FE9D3CE7F2}"/>
              </a:ext>
            </a:extLst>
          </p:cNvPr>
          <p:cNvSpPr/>
          <p:nvPr/>
        </p:nvSpPr>
        <p:spPr>
          <a:xfrm>
            <a:off x="85834" y="48163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3" name="Rectangle 2012">
            <a:extLst>
              <a:ext uri="{FF2B5EF4-FFF2-40B4-BE49-F238E27FC236}">
                <a16:creationId xmlns:a16="http://schemas.microsoft.com/office/drawing/2014/main" id="{039E0943-A523-790D-58C3-104825F217E2}"/>
              </a:ext>
            </a:extLst>
          </p:cNvPr>
          <p:cNvSpPr/>
          <p:nvPr/>
        </p:nvSpPr>
        <p:spPr>
          <a:xfrm>
            <a:off x="85608" y="491634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4" name="Rectangle 2013">
            <a:extLst>
              <a:ext uri="{FF2B5EF4-FFF2-40B4-BE49-F238E27FC236}">
                <a16:creationId xmlns:a16="http://schemas.microsoft.com/office/drawing/2014/main" id="{088BF324-3A4E-8B1A-2CEC-B637EE884707}"/>
              </a:ext>
            </a:extLst>
          </p:cNvPr>
          <p:cNvSpPr/>
          <p:nvPr/>
        </p:nvSpPr>
        <p:spPr>
          <a:xfrm>
            <a:off x="84042" y="50185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5" name="TextBox 2014">
            <a:extLst>
              <a:ext uri="{FF2B5EF4-FFF2-40B4-BE49-F238E27FC236}">
                <a16:creationId xmlns:a16="http://schemas.microsoft.com/office/drawing/2014/main" id="{9E623BC0-C049-C074-AA1F-C7DE70D6B1E6}"/>
              </a:ext>
            </a:extLst>
          </p:cNvPr>
          <p:cNvSpPr txBox="1"/>
          <p:nvPr/>
        </p:nvSpPr>
        <p:spPr>
          <a:xfrm>
            <a:off x="59507" y="497777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016" name="TextBox 2015">
            <a:extLst>
              <a:ext uri="{FF2B5EF4-FFF2-40B4-BE49-F238E27FC236}">
                <a16:creationId xmlns:a16="http://schemas.microsoft.com/office/drawing/2014/main" id="{1E63312F-4B80-E25E-067C-06389734ECAF}"/>
              </a:ext>
            </a:extLst>
          </p:cNvPr>
          <p:cNvSpPr txBox="1"/>
          <p:nvPr/>
        </p:nvSpPr>
        <p:spPr>
          <a:xfrm>
            <a:off x="27373" y="487496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017" name="TextBox 2016">
            <a:extLst>
              <a:ext uri="{FF2B5EF4-FFF2-40B4-BE49-F238E27FC236}">
                <a16:creationId xmlns:a16="http://schemas.microsoft.com/office/drawing/2014/main" id="{50ECD61A-1B03-7FFB-899E-2554AE8B2C6E}"/>
              </a:ext>
            </a:extLst>
          </p:cNvPr>
          <p:cNvSpPr txBox="1"/>
          <p:nvPr/>
        </p:nvSpPr>
        <p:spPr>
          <a:xfrm>
            <a:off x="13784" y="478423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018" name="TextBox 2017">
            <a:extLst>
              <a:ext uri="{FF2B5EF4-FFF2-40B4-BE49-F238E27FC236}">
                <a16:creationId xmlns:a16="http://schemas.microsoft.com/office/drawing/2014/main" id="{6DB43DFC-CFD4-D92F-7B6F-2372AE5A06D1}"/>
              </a:ext>
            </a:extLst>
          </p:cNvPr>
          <p:cNvSpPr txBox="1"/>
          <p:nvPr/>
        </p:nvSpPr>
        <p:spPr>
          <a:xfrm>
            <a:off x="254155" y="47744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19" name="Rectangle 2018">
            <a:extLst>
              <a:ext uri="{FF2B5EF4-FFF2-40B4-BE49-F238E27FC236}">
                <a16:creationId xmlns:a16="http://schemas.microsoft.com/office/drawing/2014/main" id="{5E5D2773-2165-3BA1-4943-E57D8BFA5110}"/>
              </a:ext>
            </a:extLst>
          </p:cNvPr>
          <p:cNvSpPr/>
          <p:nvPr/>
        </p:nvSpPr>
        <p:spPr>
          <a:xfrm>
            <a:off x="1977439" y="471161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0" name="Rectangle 2019">
            <a:extLst>
              <a:ext uri="{FF2B5EF4-FFF2-40B4-BE49-F238E27FC236}">
                <a16:creationId xmlns:a16="http://schemas.microsoft.com/office/drawing/2014/main" id="{7B1CF423-F621-2490-C8D6-E4DDEE328861}"/>
              </a:ext>
            </a:extLst>
          </p:cNvPr>
          <p:cNvSpPr/>
          <p:nvPr/>
        </p:nvSpPr>
        <p:spPr>
          <a:xfrm>
            <a:off x="1977440" y="471161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21" name="Rectangle 2020">
            <a:extLst>
              <a:ext uri="{FF2B5EF4-FFF2-40B4-BE49-F238E27FC236}">
                <a16:creationId xmlns:a16="http://schemas.microsoft.com/office/drawing/2014/main" id="{C4765FB4-B6BB-C888-F9F9-B2F9F6BF86E0}"/>
              </a:ext>
            </a:extLst>
          </p:cNvPr>
          <p:cNvSpPr/>
          <p:nvPr/>
        </p:nvSpPr>
        <p:spPr>
          <a:xfrm>
            <a:off x="2801066" y="471728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2" name="Rectangle 2021">
            <a:extLst>
              <a:ext uri="{FF2B5EF4-FFF2-40B4-BE49-F238E27FC236}">
                <a16:creationId xmlns:a16="http://schemas.microsoft.com/office/drawing/2014/main" id="{A118CCA5-1D89-4585-6F43-36D78A3B083F}"/>
              </a:ext>
            </a:extLst>
          </p:cNvPr>
          <p:cNvSpPr/>
          <p:nvPr/>
        </p:nvSpPr>
        <p:spPr>
          <a:xfrm>
            <a:off x="2588535" y="471389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3" name="Rectangle 2022">
            <a:extLst>
              <a:ext uri="{FF2B5EF4-FFF2-40B4-BE49-F238E27FC236}">
                <a16:creationId xmlns:a16="http://schemas.microsoft.com/office/drawing/2014/main" id="{7B9329A9-1B73-6D15-23B7-FC93F8D5C22D}"/>
              </a:ext>
            </a:extLst>
          </p:cNvPr>
          <p:cNvSpPr/>
          <p:nvPr/>
        </p:nvSpPr>
        <p:spPr>
          <a:xfrm>
            <a:off x="2965317" y="47172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4" name="Rectangle 2023">
            <a:extLst>
              <a:ext uri="{FF2B5EF4-FFF2-40B4-BE49-F238E27FC236}">
                <a16:creationId xmlns:a16="http://schemas.microsoft.com/office/drawing/2014/main" id="{224D3734-9E4C-6E09-9007-68A48DCB1FC3}"/>
              </a:ext>
            </a:extLst>
          </p:cNvPr>
          <p:cNvSpPr/>
          <p:nvPr/>
        </p:nvSpPr>
        <p:spPr>
          <a:xfrm>
            <a:off x="2803449" y="481967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5" name="Rectangle 2024">
            <a:extLst>
              <a:ext uri="{FF2B5EF4-FFF2-40B4-BE49-F238E27FC236}">
                <a16:creationId xmlns:a16="http://schemas.microsoft.com/office/drawing/2014/main" id="{2E360593-0B3E-5B45-62E1-9513485C2CF8}"/>
              </a:ext>
            </a:extLst>
          </p:cNvPr>
          <p:cNvSpPr/>
          <p:nvPr/>
        </p:nvSpPr>
        <p:spPr>
          <a:xfrm>
            <a:off x="2590918" y="481628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6" name="Rectangle 2025">
            <a:extLst>
              <a:ext uri="{FF2B5EF4-FFF2-40B4-BE49-F238E27FC236}">
                <a16:creationId xmlns:a16="http://schemas.microsoft.com/office/drawing/2014/main" id="{8C176B10-BBC7-D76C-BCEF-4F69FC45EF27}"/>
              </a:ext>
            </a:extLst>
          </p:cNvPr>
          <p:cNvSpPr/>
          <p:nvPr/>
        </p:nvSpPr>
        <p:spPr>
          <a:xfrm>
            <a:off x="2967700" y="481967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7" name="Rectangle 2026">
            <a:extLst>
              <a:ext uri="{FF2B5EF4-FFF2-40B4-BE49-F238E27FC236}">
                <a16:creationId xmlns:a16="http://schemas.microsoft.com/office/drawing/2014/main" id="{E7EACC37-73F5-AC37-0EA6-E4971499CA26}"/>
              </a:ext>
            </a:extLst>
          </p:cNvPr>
          <p:cNvSpPr/>
          <p:nvPr/>
        </p:nvSpPr>
        <p:spPr>
          <a:xfrm>
            <a:off x="2803223" y="49196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8" name="Rectangle 2027">
            <a:extLst>
              <a:ext uri="{FF2B5EF4-FFF2-40B4-BE49-F238E27FC236}">
                <a16:creationId xmlns:a16="http://schemas.microsoft.com/office/drawing/2014/main" id="{D0145178-0A3F-B6CB-479C-9BE076AC7929}"/>
              </a:ext>
            </a:extLst>
          </p:cNvPr>
          <p:cNvSpPr/>
          <p:nvPr/>
        </p:nvSpPr>
        <p:spPr>
          <a:xfrm>
            <a:off x="2590692" y="491629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9" name="Rectangle 2028">
            <a:extLst>
              <a:ext uri="{FF2B5EF4-FFF2-40B4-BE49-F238E27FC236}">
                <a16:creationId xmlns:a16="http://schemas.microsoft.com/office/drawing/2014/main" id="{C259F037-1503-8594-17FB-CBC15153F508}"/>
              </a:ext>
            </a:extLst>
          </p:cNvPr>
          <p:cNvSpPr/>
          <p:nvPr/>
        </p:nvSpPr>
        <p:spPr>
          <a:xfrm>
            <a:off x="2967474" y="491968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30" name="Rectangle 2029">
            <a:extLst>
              <a:ext uri="{FF2B5EF4-FFF2-40B4-BE49-F238E27FC236}">
                <a16:creationId xmlns:a16="http://schemas.microsoft.com/office/drawing/2014/main" id="{97BC1DD5-2558-5F54-C723-E1221C93816B}"/>
              </a:ext>
            </a:extLst>
          </p:cNvPr>
          <p:cNvSpPr/>
          <p:nvPr/>
        </p:nvSpPr>
        <p:spPr>
          <a:xfrm>
            <a:off x="2801657" y="502187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31" name="Rectangle 2030">
            <a:extLst>
              <a:ext uri="{FF2B5EF4-FFF2-40B4-BE49-F238E27FC236}">
                <a16:creationId xmlns:a16="http://schemas.microsoft.com/office/drawing/2014/main" id="{840B3982-E92C-8B2A-E3F0-8C1B293FC3A6}"/>
              </a:ext>
            </a:extLst>
          </p:cNvPr>
          <p:cNvSpPr/>
          <p:nvPr/>
        </p:nvSpPr>
        <p:spPr>
          <a:xfrm>
            <a:off x="2589126" y="501849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32" name="Rectangle 2031">
            <a:extLst>
              <a:ext uri="{FF2B5EF4-FFF2-40B4-BE49-F238E27FC236}">
                <a16:creationId xmlns:a16="http://schemas.microsoft.com/office/drawing/2014/main" id="{B28DBA94-F857-E8AA-20F5-15E63FDE18FC}"/>
              </a:ext>
            </a:extLst>
          </p:cNvPr>
          <p:cNvSpPr/>
          <p:nvPr/>
        </p:nvSpPr>
        <p:spPr>
          <a:xfrm>
            <a:off x="2965908" y="502187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33" name="TextBox 2032">
            <a:extLst>
              <a:ext uri="{FF2B5EF4-FFF2-40B4-BE49-F238E27FC236}">
                <a16:creationId xmlns:a16="http://schemas.microsoft.com/office/drawing/2014/main" id="{F736ADD9-5AE6-2787-2219-CDDEC6A0E0EF}"/>
              </a:ext>
            </a:extLst>
          </p:cNvPr>
          <p:cNvSpPr txBox="1"/>
          <p:nvPr/>
        </p:nvSpPr>
        <p:spPr>
          <a:xfrm>
            <a:off x="2564591" y="497772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034" name="TextBox 2033">
            <a:extLst>
              <a:ext uri="{FF2B5EF4-FFF2-40B4-BE49-F238E27FC236}">
                <a16:creationId xmlns:a16="http://schemas.microsoft.com/office/drawing/2014/main" id="{38FA8307-D141-370D-F5B7-14AE4BF2C74B}"/>
              </a:ext>
            </a:extLst>
          </p:cNvPr>
          <p:cNvSpPr txBox="1"/>
          <p:nvPr/>
        </p:nvSpPr>
        <p:spPr>
          <a:xfrm>
            <a:off x="2532457" y="487491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035" name="TextBox 2034">
            <a:extLst>
              <a:ext uri="{FF2B5EF4-FFF2-40B4-BE49-F238E27FC236}">
                <a16:creationId xmlns:a16="http://schemas.microsoft.com/office/drawing/2014/main" id="{24A64BC8-0306-37F7-075A-35D1192E164A}"/>
              </a:ext>
            </a:extLst>
          </p:cNvPr>
          <p:cNvSpPr txBox="1"/>
          <p:nvPr/>
        </p:nvSpPr>
        <p:spPr>
          <a:xfrm>
            <a:off x="2518868" y="478419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036" name="TextBox 2035">
            <a:extLst>
              <a:ext uri="{FF2B5EF4-FFF2-40B4-BE49-F238E27FC236}">
                <a16:creationId xmlns:a16="http://schemas.microsoft.com/office/drawing/2014/main" id="{EF824F9A-BEB7-7A23-E5CB-43054F76D680}"/>
              </a:ext>
            </a:extLst>
          </p:cNvPr>
          <p:cNvSpPr txBox="1"/>
          <p:nvPr/>
        </p:nvSpPr>
        <p:spPr>
          <a:xfrm>
            <a:off x="2758062" y="47740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37" name="TextBox 2036">
            <a:extLst>
              <a:ext uri="{FF2B5EF4-FFF2-40B4-BE49-F238E27FC236}">
                <a16:creationId xmlns:a16="http://schemas.microsoft.com/office/drawing/2014/main" id="{458B0188-DB09-4984-05A7-EC86496C39A2}"/>
              </a:ext>
            </a:extLst>
          </p:cNvPr>
          <p:cNvSpPr txBox="1"/>
          <p:nvPr/>
        </p:nvSpPr>
        <p:spPr>
          <a:xfrm>
            <a:off x="2925525" y="47773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38" name="TextBox 2037">
            <a:extLst>
              <a:ext uri="{FF2B5EF4-FFF2-40B4-BE49-F238E27FC236}">
                <a16:creationId xmlns:a16="http://schemas.microsoft.com/office/drawing/2014/main" id="{23E493EA-B9B9-FD16-9614-8AD7EFDA38B4}"/>
              </a:ext>
            </a:extLst>
          </p:cNvPr>
          <p:cNvSpPr txBox="1"/>
          <p:nvPr/>
        </p:nvSpPr>
        <p:spPr>
          <a:xfrm>
            <a:off x="1896341" y="4181719"/>
            <a:ext cx="83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General WI not correct</a:t>
            </a:r>
          </a:p>
        </p:txBody>
      </p:sp>
      <p:sp>
        <p:nvSpPr>
          <p:cNvPr id="2039" name="TextBox 2038">
            <a:extLst>
              <a:ext uri="{FF2B5EF4-FFF2-40B4-BE49-F238E27FC236}">
                <a16:creationId xmlns:a16="http://schemas.microsoft.com/office/drawing/2014/main" id="{9ABD2555-6F01-1DCC-C88C-4A9960B36CD3}"/>
              </a:ext>
            </a:extLst>
          </p:cNvPr>
          <p:cNvSpPr txBox="1"/>
          <p:nvPr/>
        </p:nvSpPr>
        <p:spPr>
          <a:xfrm>
            <a:off x="1921717" y="4684242"/>
            <a:ext cx="725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Product specific WI not correct</a:t>
            </a:r>
          </a:p>
        </p:txBody>
      </p:sp>
      <p:sp>
        <p:nvSpPr>
          <p:cNvPr id="2040" name="TextBox 2039">
            <a:extLst>
              <a:ext uri="{FF2B5EF4-FFF2-40B4-BE49-F238E27FC236}">
                <a16:creationId xmlns:a16="http://schemas.microsoft.com/office/drawing/2014/main" id="{A6B9AA53-F2E6-8FC8-1548-562A64EC9662}"/>
              </a:ext>
            </a:extLst>
          </p:cNvPr>
          <p:cNvSpPr txBox="1"/>
          <p:nvPr/>
        </p:nvSpPr>
        <p:spPr>
          <a:xfrm>
            <a:off x="1682435" y="377211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041" name="Rectangle 2040">
            <a:extLst>
              <a:ext uri="{FF2B5EF4-FFF2-40B4-BE49-F238E27FC236}">
                <a16:creationId xmlns:a16="http://schemas.microsoft.com/office/drawing/2014/main" id="{16F17BC1-FDBC-807C-B62F-0111B91F948F}"/>
              </a:ext>
            </a:extLst>
          </p:cNvPr>
          <p:cNvSpPr/>
          <p:nvPr/>
        </p:nvSpPr>
        <p:spPr>
          <a:xfrm>
            <a:off x="1115169" y="32043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2" name="Rectangle 2041">
            <a:extLst>
              <a:ext uri="{FF2B5EF4-FFF2-40B4-BE49-F238E27FC236}">
                <a16:creationId xmlns:a16="http://schemas.microsoft.com/office/drawing/2014/main" id="{37989853-D599-33E7-5C3E-29B60F09FB2B}"/>
              </a:ext>
            </a:extLst>
          </p:cNvPr>
          <p:cNvSpPr/>
          <p:nvPr/>
        </p:nvSpPr>
        <p:spPr>
          <a:xfrm>
            <a:off x="1903712" y="29607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3" name="Rectangle 2042">
            <a:extLst>
              <a:ext uri="{FF2B5EF4-FFF2-40B4-BE49-F238E27FC236}">
                <a16:creationId xmlns:a16="http://schemas.microsoft.com/office/drawing/2014/main" id="{4087A55B-FF7C-DE49-87D0-39F84ADC2761}"/>
              </a:ext>
            </a:extLst>
          </p:cNvPr>
          <p:cNvSpPr/>
          <p:nvPr/>
        </p:nvSpPr>
        <p:spPr>
          <a:xfrm>
            <a:off x="1903712" y="30814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A923D7D1-107F-83D6-3326-8C4E2F2C558A}"/>
              </a:ext>
            </a:extLst>
          </p:cNvPr>
          <p:cNvSpPr txBox="1"/>
          <p:nvPr/>
        </p:nvSpPr>
        <p:spPr>
          <a:xfrm>
            <a:off x="1393913" y="30554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045" name="Straight Connector 2044">
            <a:extLst>
              <a:ext uri="{FF2B5EF4-FFF2-40B4-BE49-F238E27FC236}">
                <a16:creationId xmlns:a16="http://schemas.microsoft.com/office/drawing/2014/main" id="{648C8DFB-A8F0-8292-B5F5-39C3F7CC218A}"/>
              </a:ext>
            </a:extLst>
          </p:cNvPr>
          <p:cNvCxnSpPr>
            <a:cxnSpLocks/>
          </p:cNvCxnSpPr>
          <p:nvPr/>
        </p:nvCxnSpPr>
        <p:spPr>
          <a:xfrm>
            <a:off x="1309697" y="32043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6" name="Straight Connector 2045">
            <a:extLst>
              <a:ext uri="{FF2B5EF4-FFF2-40B4-BE49-F238E27FC236}">
                <a16:creationId xmlns:a16="http://schemas.microsoft.com/office/drawing/2014/main" id="{54DD2779-9794-1013-407D-79FBD5005A9D}"/>
              </a:ext>
            </a:extLst>
          </p:cNvPr>
          <p:cNvCxnSpPr>
            <a:cxnSpLocks/>
          </p:cNvCxnSpPr>
          <p:nvPr/>
        </p:nvCxnSpPr>
        <p:spPr>
          <a:xfrm>
            <a:off x="1490672" y="32043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7" name="Straight Connector 2046">
            <a:extLst>
              <a:ext uri="{FF2B5EF4-FFF2-40B4-BE49-F238E27FC236}">
                <a16:creationId xmlns:a16="http://schemas.microsoft.com/office/drawing/2014/main" id="{0021D1E6-5021-62E6-F0B8-8156D53A2A70}"/>
              </a:ext>
            </a:extLst>
          </p:cNvPr>
          <p:cNvCxnSpPr>
            <a:cxnSpLocks/>
          </p:cNvCxnSpPr>
          <p:nvPr/>
        </p:nvCxnSpPr>
        <p:spPr>
          <a:xfrm>
            <a:off x="1621639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3579BF36-8ACF-BA59-B23A-F3D4603EE239}"/>
              </a:ext>
            </a:extLst>
          </p:cNvPr>
          <p:cNvCxnSpPr>
            <a:cxnSpLocks/>
          </p:cNvCxnSpPr>
          <p:nvPr/>
        </p:nvCxnSpPr>
        <p:spPr>
          <a:xfrm>
            <a:off x="1750223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" name="TextBox 2048">
            <a:extLst>
              <a:ext uri="{FF2B5EF4-FFF2-40B4-BE49-F238E27FC236}">
                <a16:creationId xmlns:a16="http://schemas.microsoft.com/office/drawing/2014/main" id="{BCFF7305-9B8C-3305-4081-F6135E817D94}"/>
              </a:ext>
            </a:extLst>
          </p:cNvPr>
          <p:cNvSpPr txBox="1"/>
          <p:nvPr/>
        </p:nvSpPr>
        <p:spPr>
          <a:xfrm>
            <a:off x="1863385" y="29443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050" name="TextBox 2049">
            <a:extLst>
              <a:ext uri="{FF2B5EF4-FFF2-40B4-BE49-F238E27FC236}">
                <a16:creationId xmlns:a16="http://schemas.microsoft.com/office/drawing/2014/main" id="{1390E91E-456D-310C-0C51-630CF83E4A5D}"/>
              </a:ext>
            </a:extLst>
          </p:cNvPr>
          <p:cNvSpPr txBox="1"/>
          <p:nvPr/>
        </p:nvSpPr>
        <p:spPr>
          <a:xfrm>
            <a:off x="1895218" y="31817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B2EDB0B7-B55D-407D-11F3-0EF0A6744207}"/>
              </a:ext>
            </a:extLst>
          </p:cNvPr>
          <p:cNvSpPr/>
          <p:nvPr/>
        </p:nvSpPr>
        <p:spPr>
          <a:xfrm>
            <a:off x="1903712" y="32078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052" name="Picture 2051">
            <a:extLst>
              <a:ext uri="{FF2B5EF4-FFF2-40B4-BE49-F238E27FC236}">
                <a16:creationId xmlns:a16="http://schemas.microsoft.com/office/drawing/2014/main" id="{7B44BD90-8CF8-BA98-128C-5597E2E0FF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1161506" y="3215511"/>
            <a:ext cx="101441" cy="95055"/>
          </a:xfrm>
          <a:prstGeom prst="rect">
            <a:avLst/>
          </a:prstGeom>
        </p:spPr>
      </p:pic>
      <p:sp>
        <p:nvSpPr>
          <p:cNvPr id="2053" name="TextBox 2052">
            <a:extLst>
              <a:ext uri="{FF2B5EF4-FFF2-40B4-BE49-F238E27FC236}">
                <a16:creationId xmlns:a16="http://schemas.microsoft.com/office/drawing/2014/main" id="{942EA1E0-183B-6690-553C-A1672ACE4902}"/>
              </a:ext>
            </a:extLst>
          </p:cNvPr>
          <p:cNvSpPr txBox="1"/>
          <p:nvPr/>
        </p:nvSpPr>
        <p:spPr>
          <a:xfrm>
            <a:off x="1306202" y="31687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836FD329-BD7B-6A07-419F-8E4BCCECE906}"/>
              </a:ext>
            </a:extLst>
          </p:cNvPr>
          <p:cNvSpPr txBox="1"/>
          <p:nvPr/>
        </p:nvSpPr>
        <p:spPr>
          <a:xfrm>
            <a:off x="971780" y="353303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EB2FE57-5155-B66C-FD35-CBCEA93FB1F9}"/>
              </a:ext>
            </a:extLst>
          </p:cNvPr>
          <p:cNvSpPr/>
          <p:nvPr/>
        </p:nvSpPr>
        <p:spPr>
          <a:xfrm>
            <a:off x="667597" y="29549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6" name="Rectangle 2055">
            <a:extLst>
              <a:ext uri="{FF2B5EF4-FFF2-40B4-BE49-F238E27FC236}">
                <a16:creationId xmlns:a16="http://schemas.microsoft.com/office/drawing/2014/main" id="{A686B5C4-7942-5CA3-C1BB-E3C7611F1912}"/>
              </a:ext>
            </a:extLst>
          </p:cNvPr>
          <p:cNvSpPr/>
          <p:nvPr/>
        </p:nvSpPr>
        <p:spPr>
          <a:xfrm>
            <a:off x="667595" y="30788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D1047BB7-41FD-D860-0305-816FF3629538}"/>
              </a:ext>
            </a:extLst>
          </p:cNvPr>
          <p:cNvSpPr txBox="1"/>
          <p:nvPr/>
        </p:nvSpPr>
        <p:spPr>
          <a:xfrm>
            <a:off x="661637" y="29417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7A34E1E1-D4A9-B49F-4573-95DC1766E193}"/>
              </a:ext>
            </a:extLst>
          </p:cNvPr>
          <p:cNvSpPr/>
          <p:nvPr/>
        </p:nvSpPr>
        <p:spPr>
          <a:xfrm>
            <a:off x="803508" y="29559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4A1DFE82-88DC-C732-8E31-12608673343D}"/>
              </a:ext>
            </a:extLst>
          </p:cNvPr>
          <p:cNvSpPr/>
          <p:nvPr/>
        </p:nvSpPr>
        <p:spPr>
          <a:xfrm>
            <a:off x="802501" y="30790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7A2BD460-4AD4-7BE4-4963-017B25344253}"/>
              </a:ext>
            </a:extLst>
          </p:cNvPr>
          <p:cNvSpPr txBox="1"/>
          <p:nvPr/>
        </p:nvSpPr>
        <p:spPr>
          <a:xfrm>
            <a:off x="797051" y="29402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02B9F12-BAC8-6054-ADD2-51F7458BF77B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16620A15-CC4E-070E-FB59-A00EAA115A06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5100249F-5328-F6A4-41E9-F6C066779C60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D02F76B5-7BB8-D6D4-54C0-77AD2C3731F2}"/>
              </a:ext>
            </a:extLst>
          </p:cNvPr>
          <p:cNvSpPr txBox="1"/>
          <p:nvPr/>
        </p:nvSpPr>
        <p:spPr>
          <a:xfrm>
            <a:off x="596142" y="3046034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D4AB5DEE-DF4D-8B00-2E14-A7DF15D5E414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DB01FEC2-018B-B2F8-A306-D638C844CEE2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4AD1D133-B02B-544C-E186-6BF9265B5AD5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ED6C3245-A8D7-3557-4D1F-B6C61D22D5A0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E81A1A13-2546-CB55-DE3D-0734FA3EE44C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Connector 2069">
            <a:extLst>
              <a:ext uri="{FF2B5EF4-FFF2-40B4-BE49-F238E27FC236}">
                <a16:creationId xmlns:a16="http://schemas.microsoft.com/office/drawing/2014/main" id="{35F102F1-FA0E-8685-7583-39F81E28EEA6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0B4D14A9-AB3E-7F64-05D5-149C34BD7DA2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4784D2BE-BD77-0774-EE89-6BF24BFBB313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3" name="TextBox 2072">
            <a:extLst>
              <a:ext uri="{FF2B5EF4-FFF2-40B4-BE49-F238E27FC236}">
                <a16:creationId xmlns:a16="http://schemas.microsoft.com/office/drawing/2014/main" id="{0C770D5F-00DE-A5F2-C666-C9858DA5C081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C43EB136-67AA-F17F-0AF5-BCB95455E23D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AAB3C7DA-BD61-202A-7B44-D77416DC101B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CD0E7A93-1E3F-37F7-7293-8F6FB91F5C61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F5E1F3F4-15F5-E6D6-74BF-CC76D63B6E06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4EFE193A-E9D7-E4B2-AED0-7D508E22CA08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7E289A76-D1E5-1342-BD0F-DE4D110A7173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0" name="TextBox 2079">
            <a:extLst>
              <a:ext uri="{FF2B5EF4-FFF2-40B4-BE49-F238E27FC236}">
                <a16:creationId xmlns:a16="http://schemas.microsoft.com/office/drawing/2014/main" id="{B3D7F511-44CE-5605-F8F1-612FD0F21533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C624CBDB-3803-AE27-F899-04350027B347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E0F923A7-10E0-025C-4216-68D0976BA176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083" name="TextBox 2082">
            <a:extLst>
              <a:ext uri="{FF2B5EF4-FFF2-40B4-BE49-F238E27FC236}">
                <a16:creationId xmlns:a16="http://schemas.microsoft.com/office/drawing/2014/main" id="{611F9023-4F3D-C7DF-5AAB-65F0554CB0DC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58E547E1-6F20-9DDA-638E-BCE290A713D0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432EFE48-9480-147C-4BEC-4A967CCA575B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3C580D19-EDFF-DC82-D44F-933CBBA7E2BF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E10E61E8-E7D8-C625-61EA-B634322E7765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8" name="Rectangle 2087">
            <a:extLst>
              <a:ext uri="{FF2B5EF4-FFF2-40B4-BE49-F238E27FC236}">
                <a16:creationId xmlns:a16="http://schemas.microsoft.com/office/drawing/2014/main" id="{94EDBEBB-9522-BAA7-A06F-587E79F97D59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B0526FAA-2232-EE0A-7545-5EBCC1F756FC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90" name="Rectangle 2089">
            <a:extLst>
              <a:ext uri="{FF2B5EF4-FFF2-40B4-BE49-F238E27FC236}">
                <a16:creationId xmlns:a16="http://schemas.microsoft.com/office/drawing/2014/main" id="{4CE56283-6810-1A19-4862-5616A612A009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91" name="Rectangle 2090">
            <a:extLst>
              <a:ext uri="{FF2B5EF4-FFF2-40B4-BE49-F238E27FC236}">
                <a16:creationId xmlns:a16="http://schemas.microsoft.com/office/drawing/2014/main" id="{618DAC14-5433-DB65-4D89-DEA6A74C5E18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92" name="Rectangle 2091">
            <a:extLst>
              <a:ext uri="{FF2B5EF4-FFF2-40B4-BE49-F238E27FC236}">
                <a16:creationId xmlns:a16="http://schemas.microsoft.com/office/drawing/2014/main" id="{B9271488-5967-E6F3-F759-09E9F610BA4A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338685F1-81EF-F957-F01D-707567A64BEA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094" name="TextBox 2093">
            <a:extLst>
              <a:ext uri="{FF2B5EF4-FFF2-40B4-BE49-F238E27FC236}">
                <a16:creationId xmlns:a16="http://schemas.microsoft.com/office/drawing/2014/main" id="{0F574D37-32E6-0A83-DD4C-904D7182C58A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095" name="TextBox 2094">
            <a:extLst>
              <a:ext uri="{FF2B5EF4-FFF2-40B4-BE49-F238E27FC236}">
                <a16:creationId xmlns:a16="http://schemas.microsoft.com/office/drawing/2014/main" id="{B1693785-CF4B-1AA0-1615-0D02EBD70522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096" name="TextBox 2095">
            <a:extLst>
              <a:ext uri="{FF2B5EF4-FFF2-40B4-BE49-F238E27FC236}">
                <a16:creationId xmlns:a16="http://schemas.microsoft.com/office/drawing/2014/main" id="{DB01DC07-94D8-EA5B-BC0F-2D6FB341033E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97" name="Arrow: Down 2096">
            <a:extLst>
              <a:ext uri="{FF2B5EF4-FFF2-40B4-BE49-F238E27FC236}">
                <a16:creationId xmlns:a16="http://schemas.microsoft.com/office/drawing/2014/main" id="{6C08DB71-12D2-E3DF-136D-B3740AE76C01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98" name="Arrow: Down 2097">
            <a:extLst>
              <a:ext uri="{FF2B5EF4-FFF2-40B4-BE49-F238E27FC236}">
                <a16:creationId xmlns:a16="http://schemas.microsoft.com/office/drawing/2014/main" id="{D99321BD-077B-62AB-807E-E1F7E3A4C241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F2B9E9E5-3028-E084-60A7-1BFA3E04F53B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100" name="TextBox 2099">
            <a:extLst>
              <a:ext uri="{FF2B5EF4-FFF2-40B4-BE49-F238E27FC236}">
                <a16:creationId xmlns:a16="http://schemas.microsoft.com/office/drawing/2014/main" id="{2051E548-D4C7-F2BE-DD87-5563089F690F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CFD59AEB-EF41-CAF5-59EC-332BBEBB9030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E0955512-B17C-BFF6-2DEA-D10CB3D20CDB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44F9EF7E-7DCE-E43C-6489-CC17017D22F9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E05D4F97-0733-81C8-077F-619D02D7F2EE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6C9283BF-4375-E66A-3C2B-1C9F16F8366D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BF2E15D3-490C-B010-1D60-25DED4A0A682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9BB0E399-B768-F20D-BF9E-9B7FF54D6AE6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8" name="Rectangle 2107">
            <a:extLst>
              <a:ext uri="{FF2B5EF4-FFF2-40B4-BE49-F238E27FC236}">
                <a16:creationId xmlns:a16="http://schemas.microsoft.com/office/drawing/2014/main" id="{90691B1D-970A-703D-A88D-CDE5E8AE3484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C49C7AFC-E1F6-A54F-F75D-B2A6C0123E5A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110" name="Straight Connector 2109">
            <a:extLst>
              <a:ext uri="{FF2B5EF4-FFF2-40B4-BE49-F238E27FC236}">
                <a16:creationId xmlns:a16="http://schemas.microsoft.com/office/drawing/2014/main" id="{4D84942B-1FFF-6459-2E72-7A3E14CB16A7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Straight Connector 2110">
            <a:extLst>
              <a:ext uri="{FF2B5EF4-FFF2-40B4-BE49-F238E27FC236}">
                <a16:creationId xmlns:a16="http://schemas.microsoft.com/office/drawing/2014/main" id="{553E060A-7BBE-B205-0F55-B2E23B6B48DA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2" name="Straight Connector 2111">
            <a:extLst>
              <a:ext uri="{FF2B5EF4-FFF2-40B4-BE49-F238E27FC236}">
                <a16:creationId xmlns:a16="http://schemas.microsoft.com/office/drawing/2014/main" id="{FE95DB23-1FDC-1BC5-5FF4-B1C3F30EE59C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Straight Connector 2112">
            <a:extLst>
              <a:ext uri="{FF2B5EF4-FFF2-40B4-BE49-F238E27FC236}">
                <a16:creationId xmlns:a16="http://schemas.microsoft.com/office/drawing/2014/main" id="{222B98A7-0EED-AC3A-373D-12EC685E30A7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4" name="TextBox 2113">
            <a:extLst>
              <a:ext uri="{FF2B5EF4-FFF2-40B4-BE49-F238E27FC236}">
                <a16:creationId xmlns:a16="http://schemas.microsoft.com/office/drawing/2014/main" id="{182EC9A1-41FE-A025-2DCA-E104CB03A48E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3C19CF8E-8F11-18E9-66BF-56DD57FBE056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B7351DDB-07E8-5952-D017-0D195DACC2C0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A1AF186B-E8E0-8AAB-12D8-FCAE71B74C95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9A142BF0-580A-859E-8419-BC440CE831D6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C7C99246-F921-4F10-EA4E-E3542B262875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0" name="Rectangle 2119">
            <a:extLst>
              <a:ext uri="{FF2B5EF4-FFF2-40B4-BE49-F238E27FC236}">
                <a16:creationId xmlns:a16="http://schemas.microsoft.com/office/drawing/2014/main" id="{B04A184B-8463-1D26-4B61-7D833210F8DD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A1E97B29-49B4-2F0C-331F-29169225DE84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122" name="TextBox 2121">
            <a:extLst>
              <a:ext uri="{FF2B5EF4-FFF2-40B4-BE49-F238E27FC236}">
                <a16:creationId xmlns:a16="http://schemas.microsoft.com/office/drawing/2014/main" id="{74FB1F93-76D7-9254-ACB3-60FA083FB01C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123" name="TextBox 2122">
            <a:extLst>
              <a:ext uri="{FF2B5EF4-FFF2-40B4-BE49-F238E27FC236}">
                <a16:creationId xmlns:a16="http://schemas.microsoft.com/office/drawing/2014/main" id="{E622E2C5-94EC-DB5D-9E1F-87997475314E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124" name="TextBox 2123">
            <a:extLst>
              <a:ext uri="{FF2B5EF4-FFF2-40B4-BE49-F238E27FC236}">
                <a16:creationId xmlns:a16="http://schemas.microsoft.com/office/drawing/2014/main" id="{0C1562E8-BCAA-B7F6-4564-FE8C6CABED83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125" name="Rectangle 2124">
            <a:extLst>
              <a:ext uri="{FF2B5EF4-FFF2-40B4-BE49-F238E27FC236}">
                <a16:creationId xmlns:a16="http://schemas.microsoft.com/office/drawing/2014/main" id="{5222189B-802A-50F9-FD1C-7BC7BB57E942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6" name="Rectangle 2125">
            <a:extLst>
              <a:ext uri="{FF2B5EF4-FFF2-40B4-BE49-F238E27FC236}">
                <a16:creationId xmlns:a16="http://schemas.microsoft.com/office/drawing/2014/main" id="{9B3D6C5C-5FFD-9583-B925-D769930D0E8A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7" name="TextBox 2126">
            <a:extLst>
              <a:ext uri="{FF2B5EF4-FFF2-40B4-BE49-F238E27FC236}">
                <a16:creationId xmlns:a16="http://schemas.microsoft.com/office/drawing/2014/main" id="{99273BD1-A933-7EF9-553A-F4FEEC72DB61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28" name="Rectangle 2127">
            <a:extLst>
              <a:ext uri="{FF2B5EF4-FFF2-40B4-BE49-F238E27FC236}">
                <a16:creationId xmlns:a16="http://schemas.microsoft.com/office/drawing/2014/main" id="{F4F376C3-7C79-07C7-91DB-E78460816681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9" name="Rectangle 2128">
            <a:extLst>
              <a:ext uri="{FF2B5EF4-FFF2-40B4-BE49-F238E27FC236}">
                <a16:creationId xmlns:a16="http://schemas.microsoft.com/office/drawing/2014/main" id="{0B3EDAF7-19DB-20DF-A3ED-461A486B9E0C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0" name="Rectangle 2129">
            <a:extLst>
              <a:ext uri="{FF2B5EF4-FFF2-40B4-BE49-F238E27FC236}">
                <a16:creationId xmlns:a16="http://schemas.microsoft.com/office/drawing/2014/main" id="{796DB3EF-3805-9E0F-C4C0-21D7E06FF375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1" name="Rectangle 2130">
            <a:extLst>
              <a:ext uri="{FF2B5EF4-FFF2-40B4-BE49-F238E27FC236}">
                <a16:creationId xmlns:a16="http://schemas.microsoft.com/office/drawing/2014/main" id="{1696F4E5-445D-0F0F-F0A1-BF6F7FCF0A9D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2" name="Rectangle 2131">
            <a:extLst>
              <a:ext uri="{FF2B5EF4-FFF2-40B4-BE49-F238E27FC236}">
                <a16:creationId xmlns:a16="http://schemas.microsoft.com/office/drawing/2014/main" id="{C528AAC3-211D-122B-840C-E924A9B12822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3" name="Rectangle 2132">
            <a:extLst>
              <a:ext uri="{FF2B5EF4-FFF2-40B4-BE49-F238E27FC236}">
                <a16:creationId xmlns:a16="http://schemas.microsoft.com/office/drawing/2014/main" id="{B16DF66F-AF02-0CF6-A183-5EE1DF256400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4" name="TextBox 2133">
            <a:extLst>
              <a:ext uri="{FF2B5EF4-FFF2-40B4-BE49-F238E27FC236}">
                <a16:creationId xmlns:a16="http://schemas.microsoft.com/office/drawing/2014/main" id="{68BE0DFA-2FC2-6E52-E8D9-2766E0E6DDB1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135" name="TextBox 2134">
            <a:extLst>
              <a:ext uri="{FF2B5EF4-FFF2-40B4-BE49-F238E27FC236}">
                <a16:creationId xmlns:a16="http://schemas.microsoft.com/office/drawing/2014/main" id="{6B6FA10D-F729-78CE-1B53-D7C42F7503F0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136" name="TextBox 2135">
            <a:extLst>
              <a:ext uri="{FF2B5EF4-FFF2-40B4-BE49-F238E27FC236}">
                <a16:creationId xmlns:a16="http://schemas.microsoft.com/office/drawing/2014/main" id="{7D1BC08A-5684-B379-DDD1-11946700A035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137" name="TextBox 2136">
            <a:extLst>
              <a:ext uri="{FF2B5EF4-FFF2-40B4-BE49-F238E27FC236}">
                <a16:creationId xmlns:a16="http://schemas.microsoft.com/office/drawing/2014/main" id="{0EBED25D-3531-F45A-0CA8-16010CADC47A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38" name="Arrow: Down 2137">
            <a:extLst>
              <a:ext uri="{FF2B5EF4-FFF2-40B4-BE49-F238E27FC236}">
                <a16:creationId xmlns:a16="http://schemas.microsoft.com/office/drawing/2014/main" id="{5CDE0D59-1ED0-1FA4-7DF0-6613F5EC6A53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39" name="Arrow: Down 2138">
            <a:extLst>
              <a:ext uri="{FF2B5EF4-FFF2-40B4-BE49-F238E27FC236}">
                <a16:creationId xmlns:a16="http://schemas.microsoft.com/office/drawing/2014/main" id="{0BF83B50-D1FE-850C-513F-2D46D73773C4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40" name="TextBox 2139">
            <a:extLst>
              <a:ext uri="{FF2B5EF4-FFF2-40B4-BE49-F238E27FC236}">
                <a16:creationId xmlns:a16="http://schemas.microsoft.com/office/drawing/2014/main" id="{69DFC5F9-CA72-DF3A-1E2C-7119B7E02FD5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2F8E67D0-F61E-7898-1200-3E01F101B207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2" name="Rectangle 2141">
            <a:extLst>
              <a:ext uri="{FF2B5EF4-FFF2-40B4-BE49-F238E27FC236}">
                <a16:creationId xmlns:a16="http://schemas.microsoft.com/office/drawing/2014/main" id="{91AF9B91-8E5C-A3FD-F4BF-DD1AAAC025C9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230078E3-C37E-D4B8-A1A2-65B50E40CE18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C148C054-C465-60A8-FC88-1ABE30971C94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5" name="Rectangle 2144">
            <a:extLst>
              <a:ext uri="{FF2B5EF4-FFF2-40B4-BE49-F238E27FC236}">
                <a16:creationId xmlns:a16="http://schemas.microsoft.com/office/drawing/2014/main" id="{84258C4C-0BBD-0773-C483-0546139A4E44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6" name="TextBox 2145">
            <a:extLst>
              <a:ext uri="{FF2B5EF4-FFF2-40B4-BE49-F238E27FC236}">
                <a16:creationId xmlns:a16="http://schemas.microsoft.com/office/drawing/2014/main" id="{64F6706B-490F-9EAF-65E5-4584641B75AE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147" name="TextBox 2146">
            <a:extLst>
              <a:ext uri="{FF2B5EF4-FFF2-40B4-BE49-F238E27FC236}">
                <a16:creationId xmlns:a16="http://schemas.microsoft.com/office/drawing/2014/main" id="{B90BB8D7-0A5C-271C-7118-C0DD50C609F0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148" name="Rectangle 2147">
            <a:extLst>
              <a:ext uri="{FF2B5EF4-FFF2-40B4-BE49-F238E27FC236}">
                <a16:creationId xmlns:a16="http://schemas.microsoft.com/office/drawing/2014/main" id="{DFB1EB36-9CB8-FB13-7109-B68544FD6B2B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49" name="TextBox 2148">
            <a:extLst>
              <a:ext uri="{FF2B5EF4-FFF2-40B4-BE49-F238E27FC236}">
                <a16:creationId xmlns:a16="http://schemas.microsoft.com/office/drawing/2014/main" id="{80C9967F-5085-15EC-5A07-EA5ACDAC43A5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150" name="TextBox 2149">
            <a:extLst>
              <a:ext uri="{FF2B5EF4-FFF2-40B4-BE49-F238E27FC236}">
                <a16:creationId xmlns:a16="http://schemas.microsoft.com/office/drawing/2014/main" id="{C956C2FD-6890-4BCE-DD35-4AD46E7CD813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151" name="Rectangle 2150">
            <a:extLst>
              <a:ext uri="{FF2B5EF4-FFF2-40B4-BE49-F238E27FC236}">
                <a16:creationId xmlns:a16="http://schemas.microsoft.com/office/drawing/2014/main" id="{833A473B-D679-524D-B238-50B0E45B4F35}"/>
              </a:ext>
            </a:extLst>
          </p:cNvPr>
          <p:cNvSpPr/>
          <p:nvPr/>
        </p:nvSpPr>
        <p:spPr>
          <a:xfrm>
            <a:off x="632878" y="2942653"/>
            <a:ext cx="1554610" cy="18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2" name="Rectangle 2151">
            <a:extLst>
              <a:ext uri="{FF2B5EF4-FFF2-40B4-BE49-F238E27FC236}">
                <a16:creationId xmlns:a16="http://schemas.microsoft.com/office/drawing/2014/main" id="{2F4D1D27-9D42-8947-9887-455FD0305B9C}"/>
              </a:ext>
            </a:extLst>
          </p:cNvPr>
          <p:cNvSpPr/>
          <p:nvPr/>
        </p:nvSpPr>
        <p:spPr>
          <a:xfrm>
            <a:off x="630420" y="2943125"/>
            <a:ext cx="88829" cy="180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3" name="Rectangle 2152">
            <a:extLst>
              <a:ext uri="{FF2B5EF4-FFF2-40B4-BE49-F238E27FC236}">
                <a16:creationId xmlns:a16="http://schemas.microsoft.com/office/drawing/2014/main" id="{37199A80-0747-B28A-3B73-3DB9927CC7F5}"/>
              </a:ext>
            </a:extLst>
          </p:cNvPr>
          <p:cNvSpPr/>
          <p:nvPr/>
        </p:nvSpPr>
        <p:spPr>
          <a:xfrm>
            <a:off x="2097841" y="2942652"/>
            <a:ext cx="89648" cy="1807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4" name="Isosceles Triangle 2153">
            <a:extLst>
              <a:ext uri="{FF2B5EF4-FFF2-40B4-BE49-F238E27FC236}">
                <a16:creationId xmlns:a16="http://schemas.microsoft.com/office/drawing/2014/main" id="{5DB86E7A-8E82-DFF7-C6FB-C6A9A425B26E}"/>
              </a:ext>
            </a:extLst>
          </p:cNvPr>
          <p:cNvSpPr/>
          <p:nvPr/>
        </p:nvSpPr>
        <p:spPr>
          <a:xfrm rot="16200000">
            <a:off x="631518" y="3010012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5" name="Isosceles Triangle 2154">
            <a:extLst>
              <a:ext uri="{FF2B5EF4-FFF2-40B4-BE49-F238E27FC236}">
                <a16:creationId xmlns:a16="http://schemas.microsoft.com/office/drawing/2014/main" id="{3BE09BEB-F5F3-5C24-E349-43B7120CAC28}"/>
              </a:ext>
            </a:extLst>
          </p:cNvPr>
          <p:cNvSpPr/>
          <p:nvPr/>
        </p:nvSpPr>
        <p:spPr>
          <a:xfrm rot="5400000">
            <a:off x="2107741" y="3005249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6" name="Rectangle 2155">
            <a:extLst>
              <a:ext uri="{FF2B5EF4-FFF2-40B4-BE49-F238E27FC236}">
                <a16:creationId xmlns:a16="http://schemas.microsoft.com/office/drawing/2014/main" id="{3C0C9FF1-E20D-3FDF-7EB7-2E9C1C715E6E}"/>
              </a:ext>
            </a:extLst>
          </p:cNvPr>
          <p:cNvSpPr/>
          <p:nvPr/>
        </p:nvSpPr>
        <p:spPr>
          <a:xfrm>
            <a:off x="1390381" y="2942280"/>
            <a:ext cx="699565" cy="18070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7" name="TextBox 2156">
            <a:extLst>
              <a:ext uri="{FF2B5EF4-FFF2-40B4-BE49-F238E27FC236}">
                <a16:creationId xmlns:a16="http://schemas.microsoft.com/office/drawing/2014/main" id="{CC4FFF23-3F30-E3FA-D494-0CF11AF5D64C}"/>
              </a:ext>
            </a:extLst>
          </p:cNvPr>
          <p:cNvSpPr txBox="1"/>
          <p:nvPr/>
        </p:nvSpPr>
        <p:spPr>
          <a:xfrm>
            <a:off x="819293" y="2937128"/>
            <a:ext cx="4655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Planned</a:t>
            </a:r>
          </a:p>
        </p:txBody>
      </p:sp>
      <p:sp>
        <p:nvSpPr>
          <p:cNvPr id="2158" name="TextBox 2157">
            <a:extLst>
              <a:ext uri="{FF2B5EF4-FFF2-40B4-BE49-F238E27FC236}">
                <a16:creationId xmlns:a16="http://schemas.microsoft.com/office/drawing/2014/main" id="{B561D173-79B6-B045-59BE-0BFB313893D4}"/>
              </a:ext>
            </a:extLst>
          </p:cNvPr>
          <p:cNvSpPr txBox="1"/>
          <p:nvPr/>
        </p:nvSpPr>
        <p:spPr>
          <a:xfrm>
            <a:off x="1440929" y="2939025"/>
            <a:ext cx="6485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Implemented</a:t>
            </a:r>
          </a:p>
        </p:txBody>
      </p:sp>
      <p:sp>
        <p:nvSpPr>
          <p:cNvPr id="2159" name="TextBox 2158">
            <a:extLst>
              <a:ext uri="{FF2B5EF4-FFF2-40B4-BE49-F238E27FC236}">
                <a16:creationId xmlns:a16="http://schemas.microsoft.com/office/drawing/2014/main" id="{8E3155BA-A580-74C0-2F2A-784BF31EB2AF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160" name="Rectangle 2159">
            <a:extLst>
              <a:ext uri="{FF2B5EF4-FFF2-40B4-BE49-F238E27FC236}">
                <a16:creationId xmlns:a16="http://schemas.microsoft.com/office/drawing/2014/main" id="{F16CAC9C-AC37-39AB-B831-037C6468C812}"/>
              </a:ext>
            </a:extLst>
          </p:cNvPr>
          <p:cNvSpPr/>
          <p:nvPr/>
        </p:nvSpPr>
        <p:spPr>
          <a:xfrm>
            <a:off x="802397" y="4220312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1" name="TextBox 2160">
            <a:extLst>
              <a:ext uri="{FF2B5EF4-FFF2-40B4-BE49-F238E27FC236}">
                <a16:creationId xmlns:a16="http://schemas.microsoft.com/office/drawing/2014/main" id="{213EB193-80ED-C437-442F-9C9423B0DFF3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162" name="Rectangle 2161">
            <a:extLst>
              <a:ext uri="{FF2B5EF4-FFF2-40B4-BE49-F238E27FC236}">
                <a16:creationId xmlns:a16="http://schemas.microsoft.com/office/drawing/2014/main" id="{1E619204-4D80-BDD4-3C42-BDF6974F1E7D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3" name="TextBox 2162">
            <a:extLst>
              <a:ext uri="{FF2B5EF4-FFF2-40B4-BE49-F238E27FC236}">
                <a16:creationId xmlns:a16="http://schemas.microsoft.com/office/drawing/2014/main" id="{A7D5B54F-C482-FBDF-6BD8-A4A1220681ED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164" name="TextBox 2163">
            <a:extLst>
              <a:ext uri="{FF2B5EF4-FFF2-40B4-BE49-F238E27FC236}">
                <a16:creationId xmlns:a16="http://schemas.microsoft.com/office/drawing/2014/main" id="{8E0EC6FE-2769-0ED8-D653-68A68B031393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165" name="Straight Connector 2164">
            <a:extLst>
              <a:ext uri="{FF2B5EF4-FFF2-40B4-BE49-F238E27FC236}">
                <a16:creationId xmlns:a16="http://schemas.microsoft.com/office/drawing/2014/main" id="{96B763A1-54BD-7276-0513-EAF4A8D42D57}"/>
              </a:ext>
            </a:extLst>
          </p:cNvPr>
          <p:cNvCxnSpPr>
            <a:cxnSpLocks/>
          </p:cNvCxnSpPr>
          <p:nvPr/>
        </p:nvCxnSpPr>
        <p:spPr>
          <a:xfrm flipH="1">
            <a:off x="804994" y="4345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6" name="Straight Connector 2165">
            <a:extLst>
              <a:ext uri="{FF2B5EF4-FFF2-40B4-BE49-F238E27FC236}">
                <a16:creationId xmlns:a16="http://schemas.microsoft.com/office/drawing/2014/main" id="{9081AEDF-CF23-73AD-D912-3F578B1EC27E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7" name="Straight Connector 2166">
            <a:extLst>
              <a:ext uri="{FF2B5EF4-FFF2-40B4-BE49-F238E27FC236}">
                <a16:creationId xmlns:a16="http://schemas.microsoft.com/office/drawing/2014/main" id="{669AAB16-C031-1F4E-87D1-A0BB41F90D3B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8" name="Straight Connector 2167">
            <a:extLst>
              <a:ext uri="{FF2B5EF4-FFF2-40B4-BE49-F238E27FC236}">
                <a16:creationId xmlns:a16="http://schemas.microsoft.com/office/drawing/2014/main" id="{07A709F0-8F49-2B7D-B7A2-F1577E5E7BF4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9" name="Straight Connector 2168">
            <a:extLst>
              <a:ext uri="{FF2B5EF4-FFF2-40B4-BE49-F238E27FC236}">
                <a16:creationId xmlns:a16="http://schemas.microsoft.com/office/drawing/2014/main" id="{3B6389F8-40D0-8F4B-024E-30D0265781B2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0" name="Straight Connector 2169">
            <a:extLst>
              <a:ext uri="{FF2B5EF4-FFF2-40B4-BE49-F238E27FC236}">
                <a16:creationId xmlns:a16="http://schemas.microsoft.com/office/drawing/2014/main" id="{1A1F87F4-5973-8321-981F-EA30D63EAFC7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1" name="Straight Connector 2170">
            <a:extLst>
              <a:ext uri="{FF2B5EF4-FFF2-40B4-BE49-F238E27FC236}">
                <a16:creationId xmlns:a16="http://schemas.microsoft.com/office/drawing/2014/main" id="{CBF4AC1B-E1F9-8888-80A4-BC2268339980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2" name="Straight Connector 2171">
            <a:extLst>
              <a:ext uri="{FF2B5EF4-FFF2-40B4-BE49-F238E27FC236}">
                <a16:creationId xmlns:a16="http://schemas.microsoft.com/office/drawing/2014/main" id="{2891B471-0B98-144C-DFBB-687033B3C0C0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3" name="TextBox 2172">
            <a:extLst>
              <a:ext uri="{FF2B5EF4-FFF2-40B4-BE49-F238E27FC236}">
                <a16:creationId xmlns:a16="http://schemas.microsoft.com/office/drawing/2014/main" id="{2D414257-E075-9812-BFF8-38B2C836EB7F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174" name="TextBox 2173">
            <a:extLst>
              <a:ext uri="{FF2B5EF4-FFF2-40B4-BE49-F238E27FC236}">
                <a16:creationId xmlns:a16="http://schemas.microsoft.com/office/drawing/2014/main" id="{7B01CF76-A14C-EC5E-4FF7-939597177437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2175" name="TextBox 2174">
            <a:extLst>
              <a:ext uri="{FF2B5EF4-FFF2-40B4-BE49-F238E27FC236}">
                <a16:creationId xmlns:a16="http://schemas.microsoft.com/office/drawing/2014/main" id="{C0D172A0-CDC7-2020-6537-FE04B6C2D019}"/>
              </a:ext>
            </a:extLst>
          </p:cNvPr>
          <p:cNvSpPr txBox="1"/>
          <p:nvPr/>
        </p:nvSpPr>
        <p:spPr>
          <a:xfrm>
            <a:off x="1786866" y="4786717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2176" name="Straight Connector 2175">
            <a:extLst>
              <a:ext uri="{FF2B5EF4-FFF2-40B4-BE49-F238E27FC236}">
                <a16:creationId xmlns:a16="http://schemas.microsoft.com/office/drawing/2014/main" id="{865E76EC-5AAC-80CE-CFD1-171B02081931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7" name="Straight Connector 2176">
            <a:extLst>
              <a:ext uri="{FF2B5EF4-FFF2-40B4-BE49-F238E27FC236}">
                <a16:creationId xmlns:a16="http://schemas.microsoft.com/office/drawing/2014/main" id="{E98D404E-101E-8058-D49D-4A41B23BBA86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8" name="Straight Connector 2177">
            <a:extLst>
              <a:ext uri="{FF2B5EF4-FFF2-40B4-BE49-F238E27FC236}">
                <a16:creationId xmlns:a16="http://schemas.microsoft.com/office/drawing/2014/main" id="{19A45145-8AA2-9995-891C-F3EB661AEF7B}"/>
              </a:ext>
            </a:extLst>
          </p:cNvPr>
          <p:cNvCxnSpPr>
            <a:cxnSpLocks/>
          </p:cNvCxnSpPr>
          <p:nvPr/>
        </p:nvCxnSpPr>
        <p:spPr>
          <a:xfrm>
            <a:off x="803874" y="452768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9" name="Straight Connector 2178">
            <a:extLst>
              <a:ext uri="{FF2B5EF4-FFF2-40B4-BE49-F238E27FC236}">
                <a16:creationId xmlns:a16="http://schemas.microsoft.com/office/drawing/2014/main" id="{8B93B88B-3C6C-CC75-3714-FBAAE3541653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Straight Connector 2179">
            <a:extLst>
              <a:ext uri="{FF2B5EF4-FFF2-40B4-BE49-F238E27FC236}">
                <a16:creationId xmlns:a16="http://schemas.microsoft.com/office/drawing/2014/main" id="{B2EFA8CD-FED4-744D-A922-9B4173F48C06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1" name="Straight Connector 2180">
            <a:extLst>
              <a:ext uri="{FF2B5EF4-FFF2-40B4-BE49-F238E27FC236}">
                <a16:creationId xmlns:a16="http://schemas.microsoft.com/office/drawing/2014/main" id="{6A35DC1A-1CCB-6835-104F-33AE40E70883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42759EB6-8236-383A-4759-2AE4EBCA32CE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83" name="TextBox 2182">
            <a:extLst>
              <a:ext uri="{FF2B5EF4-FFF2-40B4-BE49-F238E27FC236}">
                <a16:creationId xmlns:a16="http://schemas.microsoft.com/office/drawing/2014/main" id="{31B8AB96-0BD5-56D0-5246-BE7293F87F35}"/>
              </a:ext>
            </a:extLst>
          </p:cNvPr>
          <p:cNvSpPr txBox="1"/>
          <p:nvPr/>
        </p:nvSpPr>
        <p:spPr>
          <a:xfrm>
            <a:off x="1783676" y="5309678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184" name="Rectangle 2183">
            <a:extLst>
              <a:ext uri="{FF2B5EF4-FFF2-40B4-BE49-F238E27FC236}">
                <a16:creationId xmlns:a16="http://schemas.microsoft.com/office/drawing/2014/main" id="{4ACDD063-9E55-7F38-B6F0-76B696DC6DD4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85" name="TextBox 2184">
            <a:extLst>
              <a:ext uri="{FF2B5EF4-FFF2-40B4-BE49-F238E27FC236}">
                <a16:creationId xmlns:a16="http://schemas.microsoft.com/office/drawing/2014/main" id="{BB8FF2A5-1CD9-61A6-147F-E1FFA5CBDD80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86" name="TextBox 2185">
            <a:extLst>
              <a:ext uri="{FF2B5EF4-FFF2-40B4-BE49-F238E27FC236}">
                <a16:creationId xmlns:a16="http://schemas.microsoft.com/office/drawing/2014/main" id="{D21C87D4-0CCB-F8B7-E6F3-ADB98AA9E9BA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5A3D0A5C-85DA-7E51-650C-14606FE1B697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88" name="TextBox 2187">
            <a:extLst>
              <a:ext uri="{FF2B5EF4-FFF2-40B4-BE49-F238E27FC236}">
                <a16:creationId xmlns:a16="http://schemas.microsoft.com/office/drawing/2014/main" id="{4CCA9901-3123-8312-5EFD-5BFADD703133}"/>
              </a:ext>
            </a:extLst>
          </p:cNvPr>
          <p:cNvSpPr txBox="1"/>
          <p:nvPr/>
        </p:nvSpPr>
        <p:spPr>
          <a:xfrm>
            <a:off x="1782162" y="5196185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1BC47AD6-A80E-2F07-D6F2-34C8C2B706D2}"/>
              </a:ext>
            </a:extLst>
          </p:cNvPr>
          <p:cNvSpPr txBox="1"/>
          <p:nvPr/>
        </p:nvSpPr>
        <p:spPr>
          <a:xfrm>
            <a:off x="1502016" y="5173376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90" name="TextBox 2189">
            <a:extLst>
              <a:ext uri="{FF2B5EF4-FFF2-40B4-BE49-F238E27FC236}">
                <a16:creationId xmlns:a16="http://schemas.microsoft.com/office/drawing/2014/main" id="{B51CA7B9-0AF3-BCF3-F870-B798E5F6653A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91" name="TextBox 2190">
            <a:extLst>
              <a:ext uri="{FF2B5EF4-FFF2-40B4-BE49-F238E27FC236}">
                <a16:creationId xmlns:a16="http://schemas.microsoft.com/office/drawing/2014/main" id="{6D55497E-6548-C97D-14C0-9DA40C49F81E}"/>
              </a:ext>
            </a:extLst>
          </p:cNvPr>
          <p:cNvSpPr txBox="1"/>
          <p:nvPr/>
        </p:nvSpPr>
        <p:spPr>
          <a:xfrm>
            <a:off x="767466" y="4342320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92" name="TextBox 2191">
            <a:extLst>
              <a:ext uri="{FF2B5EF4-FFF2-40B4-BE49-F238E27FC236}">
                <a16:creationId xmlns:a16="http://schemas.microsoft.com/office/drawing/2014/main" id="{A5B47FDE-19C3-0466-DEEA-39D44067825C}"/>
              </a:ext>
            </a:extLst>
          </p:cNvPr>
          <p:cNvSpPr txBox="1"/>
          <p:nvPr/>
        </p:nvSpPr>
        <p:spPr>
          <a:xfrm>
            <a:off x="773775" y="4926903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193" name="TextBox 2192">
            <a:extLst>
              <a:ext uri="{FF2B5EF4-FFF2-40B4-BE49-F238E27FC236}">
                <a16:creationId xmlns:a16="http://schemas.microsoft.com/office/drawing/2014/main" id="{E1EDD418-0CD3-37CB-B062-3DFDA0B752C6}"/>
              </a:ext>
            </a:extLst>
          </p:cNvPr>
          <p:cNvSpPr txBox="1"/>
          <p:nvPr/>
        </p:nvSpPr>
        <p:spPr>
          <a:xfrm>
            <a:off x="765880" y="5069606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2194" name="Rectangle 2193">
            <a:extLst>
              <a:ext uri="{FF2B5EF4-FFF2-40B4-BE49-F238E27FC236}">
                <a16:creationId xmlns:a16="http://schemas.microsoft.com/office/drawing/2014/main" id="{30F83BF2-870D-F327-B330-275921903C0A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5" name="Rectangle 2194">
            <a:extLst>
              <a:ext uri="{FF2B5EF4-FFF2-40B4-BE49-F238E27FC236}">
                <a16:creationId xmlns:a16="http://schemas.microsoft.com/office/drawing/2014/main" id="{109203C9-2807-1014-9358-36E14503433E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47E1F874-A101-BBD4-2B26-90EF9DCCC0E8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7" name="TextBox 2196">
            <a:extLst>
              <a:ext uri="{FF2B5EF4-FFF2-40B4-BE49-F238E27FC236}">
                <a16:creationId xmlns:a16="http://schemas.microsoft.com/office/drawing/2014/main" id="{C1FED81C-7016-5EA8-42B5-B59A52FC67DF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98" name="Rectangle 2197">
            <a:extLst>
              <a:ext uri="{FF2B5EF4-FFF2-40B4-BE49-F238E27FC236}">
                <a16:creationId xmlns:a16="http://schemas.microsoft.com/office/drawing/2014/main" id="{B15A48D5-78CC-3F34-BB31-141F5C58631E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9" name="Rectangle 2198">
            <a:extLst>
              <a:ext uri="{FF2B5EF4-FFF2-40B4-BE49-F238E27FC236}">
                <a16:creationId xmlns:a16="http://schemas.microsoft.com/office/drawing/2014/main" id="{EEFAD0C9-3CF9-2E5B-79A9-644DF8FB1B71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00" name="Rectangle 2199">
            <a:extLst>
              <a:ext uri="{FF2B5EF4-FFF2-40B4-BE49-F238E27FC236}">
                <a16:creationId xmlns:a16="http://schemas.microsoft.com/office/drawing/2014/main" id="{933FF0C7-2BF3-4241-6721-DFBD91D26174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201" name="Straight Connector 2200">
            <a:extLst>
              <a:ext uri="{FF2B5EF4-FFF2-40B4-BE49-F238E27FC236}">
                <a16:creationId xmlns:a16="http://schemas.microsoft.com/office/drawing/2014/main" id="{01F50E8D-243E-5E03-40C0-5AAB00B927A7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2" name="Straight Connector 2201">
            <a:extLst>
              <a:ext uri="{FF2B5EF4-FFF2-40B4-BE49-F238E27FC236}">
                <a16:creationId xmlns:a16="http://schemas.microsoft.com/office/drawing/2014/main" id="{63456087-F793-7AF3-4832-759571568494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3" name="Straight Connector 2202">
            <a:extLst>
              <a:ext uri="{FF2B5EF4-FFF2-40B4-BE49-F238E27FC236}">
                <a16:creationId xmlns:a16="http://schemas.microsoft.com/office/drawing/2014/main" id="{86BA9CF8-F661-4C5E-00D2-08EFB94C5044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4" name="Straight Connector 2203">
            <a:extLst>
              <a:ext uri="{FF2B5EF4-FFF2-40B4-BE49-F238E27FC236}">
                <a16:creationId xmlns:a16="http://schemas.microsoft.com/office/drawing/2014/main" id="{094BC7F4-C897-AABB-DFC0-8797C504777D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5" name="TextBox 2204">
            <a:extLst>
              <a:ext uri="{FF2B5EF4-FFF2-40B4-BE49-F238E27FC236}">
                <a16:creationId xmlns:a16="http://schemas.microsoft.com/office/drawing/2014/main" id="{9B32A3B0-EB88-517E-59FC-C623519CF5FE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206" name="TextBox 2205">
            <a:extLst>
              <a:ext uri="{FF2B5EF4-FFF2-40B4-BE49-F238E27FC236}">
                <a16:creationId xmlns:a16="http://schemas.microsoft.com/office/drawing/2014/main" id="{6F858D9F-8EAD-C151-2EAE-8E236D7F88B9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207" name="Rectangle 2206">
            <a:extLst>
              <a:ext uri="{FF2B5EF4-FFF2-40B4-BE49-F238E27FC236}">
                <a16:creationId xmlns:a16="http://schemas.microsoft.com/office/drawing/2014/main" id="{C340745F-EFEB-5849-15B1-65F39D20EC11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08" name="Rectangle 2207">
            <a:extLst>
              <a:ext uri="{FF2B5EF4-FFF2-40B4-BE49-F238E27FC236}">
                <a16:creationId xmlns:a16="http://schemas.microsoft.com/office/drawing/2014/main" id="{E064BED3-EEA3-4241-0940-7888101D7E68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09" name="Rectangle 2208">
            <a:extLst>
              <a:ext uri="{FF2B5EF4-FFF2-40B4-BE49-F238E27FC236}">
                <a16:creationId xmlns:a16="http://schemas.microsoft.com/office/drawing/2014/main" id="{B1DC1EBB-8BD9-FADA-FA54-B9A6F2B60C7A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10" name="Rectangle 2209">
            <a:extLst>
              <a:ext uri="{FF2B5EF4-FFF2-40B4-BE49-F238E27FC236}">
                <a16:creationId xmlns:a16="http://schemas.microsoft.com/office/drawing/2014/main" id="{B29679CF-8B0D-2330-56CA-3A1811F432E9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1" name="Rectangle 2210">
            <a:extLst>
              <a:ext uri="{FF2B5EF4-FFF2-40B4-BE49-F238E27FC236}">
                <a16:creationId xmlns:a16="http://schemas.microsoft.com/office/drawing/2014/main" id="{7CBD291B-DD11-D2F1-6A96-2E1C38699B66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2" name="TextBox 2211">
            <a:extLst>
              <a:ext uri="{FF2B5EF4-FFF2-40B4-BE49-F238E27FC236}">
                <a16:creationId xmlns:a16="http://schemas.microsoft.com/office/drawing/2014/main" id="{F2C5A90F-4C79-AC7D-F8C2-2ACD83653FE5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213" name="TextBox 2212">
            <a:extLst>
              <a:ext uri="{FF2B5EF4-FFF2-40B4-BE49-F238E27FC236}">
                <a16:creationId xmlns:a16="http://schemas.microsoft.com/office/drawing/2014/main" id="{5EC9B45C-3359-A356-2EA2-FD1293BE7180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214" name="TextBox 2213">
            <a:extLst>
              <a:ext uri="{FF2B5EF4-FFF2-40B4-BE49-F238E27FC236}">
                <a16:creationId xmlns:a16="http://schemas.microsoft.com/office/drawing/2014/main" id="{F27BB648-AC29-B764-A047-7008CD75DC11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215" name="TextBox 2214">
            <a:extLst>
              <a:ext uri="{FF2B5EF4-FFF2-40B4-BE49-F238E27FC236}">
                <a16:creationId xmlns:a16="http://schemas.microsoft.com/office/drawing/2014/main" id="{2AE80ADB-6C58-0E74-8D84-5EB481761921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C58E8DAF-DFD9-A82E-2FFF-712695F6E882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7" name="Rectangle 2216">
            <a:extLst>
              <a:ext uri="{FF2B5EF4-FFF2-40B4-BE49-F238E27FC236}">
                <a16:creationId xmlns:a16="http://schemas.microsoft.com/office/drawing/2014/main" id="{00C95BF3-9F33-5B92-7D7E-5F81A3E39208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8" name="TextBox 2217">
            <a:extLst>
              <a:ext uri="{FF2B5EF4-FFF2-40B4-BE49-F238E27FC236}">
                <a16:creationId xmlns:a16="http://schemas.microsoft.com/office/drawing/2014/main" id="{199D810E-AC2E-893A-2846-7566B623F3F8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19" name="Rectangle 2218">
            <a:extLst>
              <a:ext uri="{FF2B5EF4-FFF2-40B4-BE49-F238E27FC236}">
                <a16:creationId xmlns:a16="http://schemas.microsoft.com/office/drawing/2014/main" id="{2FB26BC7-D872-CE34-E903-B684A988447E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0" name="Rectangle 2219">
            <a:extLst>
              <a:ext uri="{FF2B5EF4-FFF2-40B4-BE49-F238E27FC236}">
                <a16:creationId xmlns:a16="http://schemas.microsoft.com/office/drawing/2014/main" id="{E9968336-8F78-58A8-76EA-8E0523CFCCC1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1" name="Rectangle 2220">
            <a:extLst>
              <a:ext uri="{FF2B5EF4-FFF2-40B4-BE49-F238E27FC236}">
                <a16:creationId xmlns:a16="http://schemas.microsoft.com/office/drawing/2014/main" id="{39742CA8-16E3-9ECB-8B73-1DE4D331F2C6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2" name="Rectangle 2221">
            <a:extLst>
              <a:ext uri="{FF2B5EF4-FFF2-40B4-BE49-F238E27FC236}">
                <a16:creationId xmlns:a16="http://schemas.microsoft.com/office/drawing/2014/main" id="{F3D6D6B5-2302-235D-F3F6-B5565472240E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3" name="Rectangle 2222">
            <a:extLst>
              <a:ext uri="{FF2B5EF4-FFF2-40B4-BE49-F238E27FC236}">
                <a16:creationId xmlns:a16="http://schemas.microsoft.com/office/drawing/2014/main" id="{950E909B-9937-E829-F9AF-200E751267FB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4" name="Rectangle 2223">
            <a:extLst>
              <a:ext uri="{FF2B5EF4-FFF2-40B4-BE49-F238E27FC236}">
                <a16:creationId xmlns:a16="http://schemas.microsoft.com/office/drawing/2014/main" id="{D9E387D4-B642-529E-AF6E-6BF090702216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5" name="TextBox 2224">
            <a:extLst>
              <a:ext uri="{FF2B5EF4-FFF2-40B4-BE49-F238E27FC236}">
                <a16:creationId xmlns:a16="http://schemas.microsoft.com/office/drawing/2014/main" id="{3D796023-13D2-486E-2AAE-34C0F81357AB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226" name="TextBox 2225">
            <a:extLst>
              <a:ext uri="{FF2B5EF4-FFF2-40B4-BE49-F238E27FC236}">
                <a16:creationId xmlns:a16="http://schemas.microsoft.com/office/drawing/2014/main" id="{0F985046-909B-1221-E3AC-6799F40A57E1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227" name="TextBox 2226">
            <a:extLst>
              <a:ext uri="{FF2B5EF4-FFF2-40B4-BE49-F238E27FC236}">
                <a16:creationId xmlns:a16="http://schemas.microsoft.com/office/drawing/2014/main" id="{1192BD2A-920F-A73C-A4BD-4054B73C19D4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228" name="TextBox 2227">
            <a:extLst>
              <a:ext uri="{FF2B5EF4-FFF2-40B4-BE49-F238E27FC236}">
                <a16:creationId xmlns:a16="http://schemas.microsoft.com/office/drawing/2014/main" id="{B34354BE-2762-72FE-6F7E-8644EF48E14C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29" name="Arrow: Down 2228">
            <a:extLst>
              <a:ext uri="{FF2B5EF4-FFF2-40B4-BE49-F238E27FC236}">
                <a16:creationId xmlns:a16="http://schemas.microsoft.com/office/drawing/2014/main" id="{5619E876-2184-05D3-84EC-53190271E785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30" name="Arrow: Down 2229">
            <a:extLst>
              <a:ext uri="{FF2B5EF4-FFF2-40B4-BE49-F238E27FC236}">
                <a16:creationId xmlns:a16="http://schemas.microsoft.com/office/drawing/2014/main" id="{F3EDE449-1D89-C388-1AD8-24DC7FCF9E97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31" name="TextBox 2230">
            <a:extLst>
              <a:ext uri="{FF2B5EF4-FFF2-40B4-BE49-F238E27FC236}">
                <a16:creationId xmlns:a16="http://schemas.microsoft.com/office/drawing/2014/main" id="{03CC3AB5-85A5-7472-FF97-C8C5F7186C91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232" name="Rectangle 2231">
            <a:extLst>
              <a:ext uri="{FF2B5EF4-FFF2-40B4-BE49-F238E27FC236}">
                <a16:creationId xmlns:a16="http://schemas.microsoft.com/office/drawing/2014/main" id="{CFC826B3-64EA-BD4C-1349-C5AE1A7D3B86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3" name="Rectangle 2232">
            <a:extLst>
              <a:ext uri="{FF2B5EF4-FFF2-40B4-BE49-F238E27FC236}">
                <a16:creationId xmlns:a16="http://schemas.microsoft.com/office/drawing/2014/main" id="{908219FA-4E9E-FC0A-4D6F-2BF01286F5E6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4" name="Rectangle 2233">
            <a:extLst>
              <a:ext uri="{FF2B5EF4-FFF2-40B4-BE49-F238E27FC236}">
                <a16:creationId xmlns:a16="http://schemas.microsoft.com/office/drawing/2014/main" id="{63D6FBF9-73A8-B482-ECCB-AA2887948AA8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5" name="Rectangle 2234">
            <a:extLst>
              <a:ext uri="{FF2B5EF4-FFF2-40B4-BE49-F238E27FC236}">
                <a16:creationId xmlns:a16="http://schemas.microsoft.com/office/drawing/2014/main" id="{13BC93E4-04CD-2165-6AC0-B653A6B9CAA3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6" name="Rectangle 2235">
            <a:extLst>
              <a:ext uri="{FF2B5EF4-FFF2-40B4-BE49-F238E27FC236}">
                <a16:creationId xmlns:a16="http://schemas.microsoft.com/office/drawing/2014/main" id="{7650A6C1-4EA7-63DE-066A-3B45FDE4C891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7" name="TextBox 2236">
            <a:extLst>
              <a:ext uri="{FF2B5EF4-FFF2-40B4-BE49-F238E27FC236}">
                <a16:creationId xmlns:a16="http://schemas.microsoft.com/office/drawing/2014/main" id="{0CB8D95D-E613-F8DE-7012-1FDD3FA863E0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238" name="TextBox 2237">
            <a:extLst>
              <a:ext uri="{FF2B5EF4-FFF2-40B4-BE49-F238E27FC236}">
                <a16:creationId xmlns:a16="http://schemas.microsoft.com/office/drawing/2014/main" id="{64D13D08-777F-AA65-D92B-C8075EA46458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239" name="Rectangle 2238">
            <a:extLst>
              <a:ext uri="{FF2B5EF4-FFF2-40B4-BE49-F238E27FC236}">
                <a16:creationId xmlns:a16="http://schemas.microsoft.com/office/drawing/2014/main" id="{2732969D-E4C5-BC12-A18A-8AF4C45DD217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0" name="TextBox 2239">
            <a:extLst>
              <a:ext uri="{FF2B5EF4-FFF2-40B4-BE49-F238E27FC236}">
                <a16:creationId xmlns:a16="http://schemas.microsoft.com/office/drawing/2014/main" id="{5750DEF0-158A-939F-630A-B7754D2D7D62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241" name="TextBox 2240">
            <a:extLst>
              <a:ext uri="{FF2B5EF4-FFF2-40B4-BE49-F238E27FC236}">
                <a16:creationId xmlns:a16="http://schemas.microsoft.com/office/drawing/2014/main" id="{10BAE1D8-D012-E6B0-53A6-9FCEE1F52D1F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242" name="TextBox 2241">
            <a:extLst>
              <a:ext uri="{FF2B5EF4-FFF2-40B4-BE49-F238E27FC236}">
                <a16:creationId xmlns:a16="http://schemas.microsoft.com/office/drawing/2014/main" id="{04068321-FC8D-7DF3-F557-391D955B20F5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243" name="Rectangle 2242">
            <a:extLst>
              <a:ext uri="{FF2B5EF4-FFF2-40B4-BE49-F238E27FC236}">
                <a16:creationId xmlns:a16="http://schemas.microsoft.com/office/drawing/2014/main" id="{FF6DC2C7-40C0-6D41-128C-EC6E9AF2B503}"/>
              </a:ext>
            </a:extLst>
          </p:cNvPr>
          <p:cNvSpPr/>
          <p:nvPr/>
        </p:nvSpPr>
        <p:spPr>
          <a:xfrm>
            <a:off x="807546" y="3591619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4" name="TextBox 2243">
            <a:extLst>
              <a:ext uri="{FF2B5EF4-FFF2-40B4-BE49-F238E27FC236}">
                <a16:creationId xmlns:a16="http://schemas.microsoft.com/office/drawing/2014/main" id="{B1DBE057-EB74-6B6D-B6E3-630962807D11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245" name="Rectangle 2244">
            <a:extLst>
              <a:ext uri="{FF2B5EF4-FFF2-40B4-BE49-F238E27FC236}">
                <a16:creationId xmlns:a16="http://schemas.microsoft.com/office/drawing/2014/main" id="{1F6E50F2-899A-EFB6-B283-EC4A3B4FCFFB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6" name="TextBox 2245">
            <a:extLst>
              <a:ext uri="{FF2B5EF4-FFF2-40B4-BE49-F238E27FC236}">
                <a16:creationId xmlns:a16="http://schemas.microsoft.com/office/drawing/2014/main" id="{C6290DA0-D6C8-FE1B-CB32-2BC73676573D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247" name="TextBox 2246">
            <a:extLst>
              <a:ext uri="{FF2B5EF4-FFF2-40B4-BE49-F238E27FC236}">
                <a16:creationId xmlns:a16="http://schemas.microsoft.com/office/drawing/2014/main" id="{82E05F76-8844-FD72-521E-8C743A6D91B0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248" name="Straight Connector 2247">
            <a:extLst>
              <a:ext uri="{FF2B5EF4-FFF2-40B4-BE49-F238E27FC236}">
                <a16:creationId xmlns:a16="http://schemas.microsoft.com/office/drawing/2014/main" id="{420441AD-E4F9-D77D-A731-61D53615C720}"/>
              </a:ext>
            </a:extLst>
          </p:cNvPr>
          <p:cNvCxnSpPr>
            <a:cxnSpLocks/>
          </p:cNvCxnSpPr>
          <p:nvPr/>
        </p:nvCxnSpPr>
        <p:spPr>
          <a:xfrm flipH="1">
            <a:off x="804994" y="4340238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Straight Connector 2248">
            <a:extLst>
              <a:ext uri="{FF2B5EF4-FFF2-40B4-BE49-F238E27FC236}">
                <a16:creationId xmlns:a16="http://schemas.microsoft.com/office/drawing/2014/main" id="{24A621E3-1D94-FC15-18F0-3E53F05FD276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0" name="Straight Connector 2249">
            <a:extLst>
              <a:ext uri="{FF2B5EF4-FFF2-40B4-BE49-F238E27FC236}">
                <a16:creationId xmlns:a16="http://schemas.microsoft.com/office/drawing/2014/main" id="{DAE20545-F041-3D68-C45F-FC66E65EBE40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1" name="Straight Connector 2250">
            <a:extLst>
              <a:ext uri="{FF2B5EF4-FFF2-40B4-BE49-F238E27FC236}">
                <a16:creationId xmlns:a16="http://schemas.microsoft.com/office/drawing/2014/main" id="{3EAF1B89-1ABA-D2E4-EFD9-1A7F36D6F48E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2" name="Straight Connector 2251">
            <a:extLst>
              <a:ext uri="{FF2B5EF4-FFF2-40B4-BE49-F238E27FC236}">
                <a16:creationId xmlns:a16="http://schemas.microsoft.com/office/drawing/2014/main" id="{7E8597A5-A466-5FD0-380E-BF19B683E7E4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3" name="Straight Connector 2252">
            <a:extLst>
              <a:ext uri="{FF2B5EF4-FFF2-40B4-BE49-F238E27FC236}">
                <a16:creationId xmlns:a16="http://schemas.microsoft.com/office/drawing/2014/main" id="{7BD9F2C8-264B-9A0F-E558-A3B9797A1D3F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" name="Straight Connector 2253">
            <a:extLst>
              <a:ext uri="{FF2B5EF4-FFF2-40B4-BE49-F238E27FC236}">
                <a16:creationId xmlns:a16="http://schemas.microsoft.com/office/drawing/2014/main" id="{AE3C2683-EB7D-7690-FB4D-1583A474E533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5" name="Straight Connector 2254">
            <a:extLst>
              <a:ext uri="{FF2B5EF4-FFF2-40B4-BE49-F238E27FC236}">
                <a16:creationId xmlns:a16="http://schemas.microsoft.com/office/drawing/2014/main" id="{1F4B23A5-9747-73AB-74F9-E6B27643A4E3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" name="TextBox 2255">
            <a:extLst>
              <a:ext uri="{FF2B5EF4-FFF2-40B4-BE49-F238E27FC236}">
                <a16:creationId xmlns:a16="http://schemas.microsoft.com/office/drawing/2014/main" id="{CD6D1D2A-020E-681D-302A-0D5C2A48ABEB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257" name="TextBox 2256">
            <a:extLst>
              <a:ext uri="{FF2B5EF4-FFF2-40B4-BE49-F238E27FC236}">
                <a16:creationId xmlns:a16="http://schemas.microsoft.com/office/drawing/2014/main" id="{53EAEF3C-F439-1B1E-957F-E0DEB4C38FF0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2258" name="Straight Connector 2257">
            <a:extLst>
              <a:ext uri="{FF2B5EF4-FFF2-40B4-BE49-F238E27FC236}">
                <a16:creationId xmlns:a16="http://schemas.microsoft.com/office/drawing/2014/main" id="{0E542E62-98EB-F467-AD1B-2F17A065D17C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9" name="Straight Connector 2258">
            <a:extLst>
              <a:ext uri="{FF2B5EF4-FFF2-40B4-BE49-F238E27FC236}">
                <a16:creationId xmlns:a16="http://schemas.microsoft.com/office/drawing/2014/main" id="{DFE22076-D149-A874-3DEB-D2E24F0EFA95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0" name="Straight Connector 2259">
            <a:extLst>
              <a:ext uri="{FF2B5EF4-FFF2-40B4-BE49-F238E27FC236}">
                <a16:creationId xmlns:a16="http://schemas.microsoft.com/office/drawing/2014/main" id="{A64AB150-44BD-E3DC-0566-6D1AB884B1F9}"/>
              </a:ext>
            </a:extLst>
          </p:cNvPr>
          <p:cNvCxnSpPr>
            <a:cxnSpLocks/>
            <a:endCxn id="2271" idx="3"/>
          </p:cNvCxnSpPr>
          <p:nvPr/>
        </p:nvCxnSpPr>
        <p:spPr>
          <a:xfrm>
            <a:off x="803874" y="4527689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1" name="Straight Connector 2260">
            <a:extLst>
              <a:ext uri="{FF2B5EF4-FFF2-40B4-BE49-F238E27FC236}">
                <a16:creationId xmlns:a16="http://schemas.microsoft.com/office/drawing/2014/main" id="{A6257931-F199-1371-A225-7B120A0AA533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2" name="Straight Connector 2261">
            <a:extLst>
              <a:ext uri="{FF2B5EF4-FFF2-40B4-BE49-F238E27FC236}">
                <a16:creationId xmlns:a16="http://schemas.microsoft.com/office/drawing/2014/main" id="{1D6D2D86-F1BE-371D-D1CE-FB06B2E0365D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3" name="Straight Connector 2262">
            <a:extLst>
              <a:ext uri="{FF2B5EF4-FFF2-40B4-BE49-F238E27FC236}">
                <a16:creationId xmlns:a16="http://schemas.microsoft.com/office/drawing/2014/main" id="{1695F333-7D75-6475-E876-F728E540281B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4" name="Rectangle 2263">
            <a:extLst>
              <a:ext uri="{FF2B5EF4-FFF2-40B4-BE49-F238E27FC236}">
                <a16:creationId xmlns:a16="http://schemas.microsoft.com/office/drawing/2014/main" id="{5E5EA14D-37C5-3BE4-6280-6CDCE1309CA2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5" name="TextBox 2264">
            <a:extLst>
              <a:ext uri="{FF2B5EF4-FFF2-40B4-BE49-F238E27FC236}">
                <a16:creationId xmlns:a16="http://schemas.microsoft.com/office/drawing/2014/main" id="{5876680B-0585-9BFC-6A0E-6D1B433A12FE}"/>
              </a:ext>
            </a:extLst>
          </p:cNvPr>
          <p:cNvSpPr txBox="1"/>
          <p:nvPr/>
        </p:nvSpPr>
        <p:spPr>
          <a:xfrm>
            <a:off x="1769576" y="5310643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M</a:t>
            </a:r>
            <a:r>
              <a:rPr lang="nb-NO" sz="600" dirty="0"/>
              <a:t> </a:t>
            </a:r>
          </a:p>
        </p:txBody>
      </p:sp>
      <p:sp>
        <p:nvSpPr>
          <p:cNvPr id="2266" name="TextBox 2265">
            <a:extLst>
              <a:ext uri="{FF2B5EF4-FFF2-40B4-BE49-F238E27FC236}">
                <a16:creationId xmlns:a16="http://schemas.microsoft.com/office/drawing/2014/main" id="{D8514F1F-0BA7-6B2C-0653-1878AF01A44B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67" name="TextBox 2266">
            <a:extLst>
              <a:ext uri="{FF2B5EF4-FFF2-40B4-BE49-F238E27FC236}">
                <a16:creationId xmlns:a16="http://schemas.microsoft.com/office/drawing/2014/main" id="{D32254C6-BB14-C8D3-595D-54098B9D6AEB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268" name="TextBox 2267">
            <a:extLst>
              <a:ext uri="{FF2B5EF4-FFF2-40B4-BE49-F238E27FC236}">
                <a16:creationId xmlns:a16="http://schemas.microsoft.com/office/drawing/2014/main" id="{72C052C1-FEAF-F0EC-48BE-C983F7115BF0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69" name="TextBox 2268">
            <a:extLst>
              <a:ext uri="{FF2B5EF4-FFF2-40B4-BE49-F238E27FC236}">
                <a16:creationId xmlns:a16="http://schemas.microsoft.com/office/drawing/2014/main" id="{B4DCAB16-E598-D127-7ABF-C05224F3DDF4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70" name="TextBox 2269">
            <a:extLst>
              <a:ext uri="{FF2B5EF4-FFF2-40B4-BE49-F238E27FC236}">
                <a16:creationId xmlns:a16="http://schemas.microsoft.com/office/drawing/2014/main" id="{590D4630-0F67-9C4E-D902-F0E74A106BB9}"/>
              </a:ext>
            </a:extLst>
          </p:cNvPr>
          <p:cNvSpPr txBox="1"/>
          <p:nvPr/>
        </p:nvSpPr>
        <p:spPr>
          <a:xfrm>
            <a:off x="767467" y="4342320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Daily Kamishibai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71" name="Rectangle 2270">
            <a:extLst>
              <a:ext uri="{FF2B5EF4-FFF2-40B4-BE49-F238E27FC236}">
                <a16:creationId xmlns:a16="http://schemas.microsoft.com/office/drawing/2014/main" id="{130FBB1F-E0BB-FE51-B778-E160FE93B35C}"/>
              </a:ext>
            </a:extLst>
          </p:cNvPr>
          <p:cNvSpPr/>
          <p:nvPr/>
        </p:nvSpPr>
        <p:spPr>
          <a:xfrm>
            <a:off x="1985381" y="3596930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2" name="Rectangle 2271">
            <a:extLst>
              <a:ext uri="{FF2B5EF4-FFF2-40B4-BE49-F238E27FC236}">
                <a16:creationId xmlns:a16="http://schemas.microsoft.com/office/drawing/2014/main" id="{1AF9A142-F289-E561-4183-F65939CFFB9A}"/>
              </a:ext>
            </a:extLst>
          </p:cNvPr>
          <p:cNvSpPr/>
          <p:nvPr/>
        </p:nvSpPr>
        <p:spPr>
          <a:xfrm>
            <a:off x="1812912" y="3190101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3" name="Rectangle 2272">
            <a:extLst>
              <a:ext uri="{FF2B5EF4-FFF2-40B4-BE49-F238E27FC236}">
                <a16:creationId xmlns:a16="http://schemas.microsoft.com/office/drawing/2014/main" id="{87FEE435-5F09-FC38-0F1B-0C5E8E3B71B4}"/>
              </a:ext>
            </a:extLst>
          </p:cNvPr>
          <p:cNvSpPr/>
          <p:nvPr/>
        </p:nvSpPr>
        <p:spPr>
          <a:xfrm>
            <a:off x="1986674" y="3192390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4" name="TextBox 2273">
            <a:extLst>
              <a:ext uri="{FF2B5EF4-FFF2-40B4-BE49-F238E27FC236}">
                <a16:creationId xmlns:a16="http://schemas.microsoft.com/office/drawing/2014/main" id="{D70D0934-49E4-EFF1-7718-A70930598AEB}"/>
              </a:ext>
            </a:extLst>
          </p:cNvPr>
          <p:cNvSpPr txBox="1"/>
          <p:nvPr/>
        </p:nvSpPr>
        <p:spPr>
          <a:xfrm rot="16200000">
            <a:off x="1654504" y="3284600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2275" name="TextBox 2274">
            <a:extLst>
              <a:ext uri="{FF2B5EF4-FFF2-40B4-BE49-F238E27FC236}">
                <a16:creationId xmlns:a16="http://schemas.microsoft.com/office/drawing/2014/main" id="{C6442CD9-C958-27C4-6F18-AEF64D34D60B}"/>
              </a:ext>
            </a:extLst>
          </p:cNvPr>
          <p:cNvSpPr txBox="1"/>
          <p:nvPr/>
        </p:nvSpPr>
        <p:spPr>
          <a:xfrm rot="16200000">
            <a:off x="1747428" y="3288575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2276" name="Rectangle 2275">
            <a:extLst>
              <a:ext uri="{FF2B5EF4-FFF2-40B4-BE49-F238E27FC236}">
                <a16:creationId xmlns:a16="http://schemas.microsoft.com/office/drawing/2014/main" id="{9D8570FD-3C5F-5792-D63F-5F9B32E86483}"/>
              </a:ext>
            </a:extLst>
          </p:cNvPr>
          <p:cNvSpPr/>
          <p:nvPr/>
        </p:nvSpPr>
        <p:spPr>
          <a:xfrm>
            <a:off x="1982583" y="5360693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7" name="TextBox 2276">
            <a:extLst>
              <a:ext uri="{FF2B5EF4-FFF2-40B4-BE49-F238E27FC236}">
                <a16:creationId xmlns:a16="http://schemas.microsoft.com/office/drawing/2014/main" id="{BC9AABB0-F18F-D917-B8FB-B809C5CEE6D4}"/>
              </a:ext>
            </a:extLst>
          </p:cNvPr>
          <p:cNvSpPr txBox="1"/>
          <p:nvPr/>
        </p:nvSpPr>
        <p:spPr>
          <a:xfrm>
            <a:off x="1927663" y="5312279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278" name="TextBox 2277">
            <a:extLst>
              <a:ext uri="{FF2B5EF4-FFF2-40B4-BE49-F238E27FC236}">
                <a16:creationId xmlns:a16="http://schemas.microsoft.com/office/drawing/2014/main" id="{30916DD7-A82D-DFCB-A591-639C683D63D9}"/>
              </a:ext>
            </a:extLst>
          </p:cNvPr>
          <p:cNvSpPr txBox="1"/>
          <p:nvPr/>
        </p:nvSpPr>
        <p:spPr>
          <a:xfrm>
            <a:off x="1784396" y="4342199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279" name="TextBox 2278">
            <a:extLst>
              <a:ext uri="{FF2B5EF4-FFF2-40B4-BE49-F238E27FC236}">
                <a16:creationId xmlns:a16="http://schemas.microsoft.com/office/drawing/2014/main" id="{98F7634F-629D-7635-420B-CBB169602382}"/>
              </a:ext>
            </a:extLst>
          </p:cNvPr>
          <p:cNvSpPr txBox="1"/>
          <p:nvPr/>
        </p:nvSpPr>
        <p:spPr>
          <a:xfrm>
            <a:off x="786344" y="3731714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Surface where clipped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80" name="TextBox 2279">
            <a:extLst>
              <a:ext uri="{FF2B5EF4-FFF2-40B4-BE49-F238E27FC236}">
                <a16:creationId xmlns:a16="http://schemas.microsoft.com/office/drawing/2014/main" id="{7FAB8D1D-6E29-F180-5F1E-E5E1657FFEB6}"/>
              </a:ext>
            </a:extLst>
          </p:cNvPr>
          <p:cNvSpPr txBox="1"/>
          <p:nvPr/>
        </p:nvSpPr>
        <p:spPr>
          <a:xfrm>
            <a:off x="1784608" y="372521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81" name="TextBox 2280">
            <a:extLst>
              <a:ext uri="{FF2B5EF4-FFF2-40B4-BE49-F238E27FC236}">
                <a16:creationId xmlns:a16="http://schemas.microsoft.com/office/drawing/2014/main" id="{25917034-912C-416F-26E2-6788D73355AA}"/>
              </a:ext>
            </a:extLst>
          </p:cNvPr>
          <p:cNvSpPr txBox="1"/>
          <p:nvPr/>
        </p:nvSpPr>
        <p:spPr>
          <a:xfrm>
            <a:off x="787049" y="3893618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Global hole position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82" name="TextBox 2281">
            <a:extLst>
              <a:ext uri="{FF2B5EF4-FFF2-40B4-BE49-F238E27FC236}">
                <a16:creationId xmlns:a16="http://schemas.microsoft.com/office/drawing/2014/main" id="{31D658B9-8559-101F-0728-6A0AD1AD511C}"/>
              </a:ext>
            </a:extLst>
          </p:cNvPr>
          <p:cNvSpPr txBox="1"/>
          <p:nvPr/>
        </p:nvSpPr>
        <p:spPr>
          <a:xfrm>
            <a:off x="1780198" y="3886493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83" name="TextBox 2282">
            <a:extLst>
              <a:ext uri="{FF2B5EF4-FFF2-40B4-BE49-F238E27FC236}">
                <a16:creationId xmlns:a16="http://schemas.microsoft.com/office/drawing/2014/main" id="{6AC08130-5DBB-6E4B-351C-9978ADC051E1}"/>
              </a:ext>
            </a:extLst>
          </p:cNvPr>
          <p:cNvSpPr txBox="1"/>
          <p:nvPr/>
        </p:nvSpPr>
        <p:spPr>
          <a:xfrm>
            <a:off x="1502719" y="5217454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84" name="TextBox 2283">
            <a:extLst>
              <a:ext uri="{FF2B5EF4-FFF2-40B4-BE49-F238E27FC236}">
                <a16:creationId xmlns:a16="http://schemas.microsoft.com/office/drawing/2014/main" id="{548E30A8-75D1-D64F-C0AC-D09E21A19F88}"/>
              </a:ext>
            </a:extLst>
          </p:cNvPr>
          <p:cNvSpPr txBox="1"/>
          <p:nvPr/>
        </p:nvSpPr>
        <p:spPr>
          <a:xfrm>
            <a:off x="1785058" y="5210985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2285" name="Rectangle 2284">
            <a:extLst>
              <a:ext uri="{FF2B5EF4-FFF2-40B4-BE49-F238E27FC236}">
                <a16:creationId xmlns:a16="http://schemas.microsoft.com/office/drawing/2014/main" id="{0E7061B3-6835-8304-F906-196FEBC6A44A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86" name="Rectangle 2285">
            <a:extLst>
              <a:ext uri="{FF2B5EF4-FFF2-40B4-BE49-F238E27FC236}">
                <a16:creationId xmlns:a16="http://schemas.microsoft.com/office/drawing/2014/main" id="{108F9AE6-401A-E056-D6A1-11CECF6C4DCD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87" name="Rectangle 2286">
            <a:extLst>
              <a:ext uri="{FF2B5EF4-FFF2-40B4-BE49-F238E27FC236}">
                <a16:creationId xmlns:a16="http://schemas.microsoft.com/office/drawing/2014/main" id="{90804772-FF6B-D406-5CC9-A7D2DE100E5F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88" name="Rectangle 2287">
            <a:extLst>
              <a:ext uri="{FF2B5EF4-FFF2-40B4-BE49-F238E27FC236}">
                <a16:creationId xmlns:a16="http://schemas.microsoft.com/office/drawing/2014/main" id="{9931F86F-0E28-D982-FED1-3F3D1DDA7390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89" name="Rectangle 2288">
            <a:extLst>
              <a:ext uri="{FF2B5EF4-FFF2-40B4-BE49-F238E27FC236}">
                <a16:creationId xmlns:a16="http://schemas.microsoft.com/office/drawing/2014/main" id="{D6511410-1FB4-6331-8D78-F8B3D9094335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90" name="Rectangle 2289">
            <a:extLst>
              <a:ext uri="{FF2B5EF4-FFF2-40B4-BE49-F238E27FC236}">
                <a16:creationId xmlns:a16="http://schemas.microsoft.com/office/drawing/2014/main" id="{B3335FD3-EF1A-7A28-2F86-EAFED1569082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91" name="Rectangle 2290">
            <a:extLst>
              <a:ext uri="{FF2B5EF4-FFF2-40B4-BE49-F238E27FC236}">
                <a16:creationId xmlns:a16="http://schemas.microsoft.com/office/drawing/2014/main" id="{5DDD7339-474E-8FBA-B40A-A4F5AA6FD493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92" name="TextBox 2291">
            <a:extLst>
              <a:ext uri="{FF2B5EF4-FFF2-40B4-BE49-F238E27FC236}">
                <a16:creationId xmlns:a16="http://schemas.microsoft.com/office/drawing/2014/main" id="{ECD7DF7D-06A1-AD10-4207-C6A810C4A8EB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293" name="Straight Connector 2292">
            <a:extLst>
              <a:ext uri="{FF2B5EF4-FFF2-40B4-BE49-F238E27FC236}">
                <a16:creationId xmlns:a16="http://schemas.microsoft.com/office/drawing/2014/main" id="{64BF9596-1005-8820-E66E-5C10A0DDCD35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4" name="Straight Connector 2293">
            <a:extLst>
              <a:ext uri="{FF2B5EF4-FFF2-40B4-BE49-F238E27FC236}">
                <a16:creationId xmlns:a16="http://schemas.microsoft.com/office/drawing/2014/main" id="{B3765C98-C9B9-4CC4-2752-59A1DEC5FEAC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Straight Connector 2294">
            <a:extLst>
              <a:ext uri="{FF2B5EF4-FFF2-40B4-BE49-F238E27FC236}">
                <a16:creationId xmlns:a16="http://schemas.microsoft.com/office/drawing/2014/main" id="{38FC4A16-C275-6120-746D-ECA6C4EC97D2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6" name="Straight Connector 2295">
            <a:extLst>
              <a:ext uri="{FF2B5EF4-FFF2-40B4-BE49-F238E27FC236}">
                <a16:creationId xmlns:a16="http://schemas.microsoft.com/office/drawing/2014/main" id="{C831316F-9C6B-524E-9890-7081DC37C0B0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TextBox 2296">
            <a:extLst>
              <a:ext uri="{FF2B5EF4-FFF2-40B4-BE49-F238E27FC236}">
                <a16:creationId xmlns:a16="http://schemas.microsoft.com/office/drawing/2014/main" id="{5F79D1B0-48FA-A6A1-6602-7A2B8EC82EFF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298" name="TextBox 2297">
            <a:extLst>
              <a:ext uri="{FF2B5EF4-FFF2-40B4-BE49-F238E27FC236}">
                <a16:creationId xmlns:a16="http://schemas.microsoft.com/office/drawing/2014/main" id="{0AE078BC-CBA5-A74F-BCA7-1C5C2702BE1C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299" name="TextBox 2298">
            <a:extLst>
              <a:ext uri="{FF2B5EF4-FFF2-40B4-BE49-F238E27FC236}">
                <a16:creationId xmlns:a16="http://schemas.microsoft.com/office/drawing/2014/main" id="{343D2672-66E9-30DF-D7D2-BD366F3E430D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300" name="TextBox 2299">
            <a:extLst>
              <a:ext uri="{FF2B5EF4-FFF2-40B4-BE49-F238E27FC236}">
                <a16:creationId xmlns:a16="http://schemas.microsoft.com/office/drawing/2014/main" id="{566D0E8F-5E65-3635-BD47-5044C0C2E79C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301" name="Rectangle 2300">
            <a:extLst>
              <a:ext uri="{FF2B5EF4-FFF2-40B4-BE49-F238E27FC236}">
                <a16:creationId xmlns:a16="http://schemas.microsoft.com/office/drawing/2014/main" id="{FB8715FD-2567-CA2E-9229-F895748C2BBC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2" name="Rectangle 2301">
            <a:extLst>
              <a:ext uri="{FF2B5EF4-FFF2-40B4-BE49-F238E27FC236}">
                <a16:creationId xmlns:a16="http://schemas.microsoft.com/office/drawing/2014/main" id="{764E7A72-5B81-459A-FA81-2532EE01E4E0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3" name="Rectangle 2302">
            <a:extLst>
              <a:ext uri="{FF2B5EF4-FFF2-40B4-BE49-F238E27FC236}">
                <a16:creationId xmlns:a16="http://schemas.microsoft.com/office/drawing/2014/main" id="{810ECBF7-70BB-F185-F0CF-DA610319E112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4" name="TextBox 2303">
            <a:extLst>
              <a:ext uri="{FF2B5EF4-FFF2-40B4-BE49-F238E27FC236}">
                <a16:creationId xmlns:a16="http://schemas.microsoft.com/office/drawing/2014/main" id="{2EB61393-1B14-D2AC-74C8-7559039E6BCD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305" name="Rectangle 2304">
            <a:extLst>
              <a:ext uri="{FF2B5EF4-FFF2-40B4-BE49-F238E27FC236}">
                <a16:creationId xmlns:a16="http://schemas.microsoft.com/office/drawing/2014/main" id="{6E22E617-3B5B-58BF-6AF8-DDBD4144F9B3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6" name="Rectangle 2305">
            <a:extLst>
              <a:ext uri="{FF2B5EF4-FFF2-40B4-BE49-F238E27FC236}">
                <a16:creationId xmlns:a16="http://schemas.microsoft.com/office/drawing/2014/main" id="{9E2DF23D-2195-B30B-E0F3-CAD76EEE672E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7" name="Rectangle 2306">
            <a:extLst>
              <a:ext uri="{FF2B5EF4-FFF2-40B4-BE49-F238E27FC236}">
                <a16:creationId xmlns:a16="http://schemas.microsoft.com/office/drawing/2014/main" id="{F7800ADC-DAD1-50A5-0224-CE9A20CFAE8D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8" name="Rectangle 2307">
            <a:extLst>
              <a:ext uri="{FF2B5EF4-FFF2-40B4-BE49-F238E27FC236}">
                <a16:creationId xmlns:a16="http://schemas.microsoft.com/office/drawing/2014/main" id="{C29E59AC-66D1-9ADB-2100-695A7C3BFBBD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9" name="Rectangle 2308">
            <a:extLst>
              <a:ext uri="{FF2B5EF4-FFF2-40B4-BE49-F238E27FC236}">
                <a16:creationId xmlns:a16="http://schemas.microsoft.com/office/drawing/2014/main" id="{357E4940-6E73-AC0F-5BE3-E640818DB215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10" name="Rectangle 2309">
            <a:extLst>
              <a:ext uri="{FF2B5EF4-FFF2-40B4-BE49-F238E27FC236}">
                <a16:creationId xmlns:a16="http://schemas.microsoft.com/office/drawing/2014/main" id="{CA47B9E1-9DEA-5B62-9252-12E067F39D49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11" name="TextBox 2310">
            <a:extLst>
              <a:ext uri="{FF2B5EF4-FFF2-40B4-BE49-F238E27FC236}">
                <a16:creationId xmlns:a16="http://schemas.microsoft.com/office/drawing/2014/main" id="{E8C31A26-249C-7580-AE2F-6799FA883083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312" name="TextBox 2311">
            <a:extLst>
              <a:ext uri="{FF2B5EF4-FFF2-40B4-BE49-F238E27FC236}">
                <a16:creationId xmlns:a16="http://schemas.microsoft.com/office/drawing/2014/main" id="{D384B243-5A25-D974-C86B-8AEF7F5CE5EE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313" name="TextBox 2312">
            <a:extLst>
              <a:ext uri="{FF2B5EF4-FFF2-40B4-BE49-F238E27FC236}">
                <a16:creationId xmlns:a16="http://schemas.microsoft.com/office/drawing/2014/main" id="{FAF2DA87-70CD-329B-CC76-5CDA48F19FFD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314" name="TextBox 2313">
            <a:extLst>
              <a:ext uri="{FF2B5EF4-FFF2-40B4-BE49-F238E27FC236}">
                <a16:creationId xmlns:a16="http://schemas.microsoft.com/office/drawing/2014/main" id="{32ADB1C9-20A0-DB9F-38BB-EA70247D3076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315" name="TextBox 2314">
            <a:extLst>
              <a:ext uri="{FF2B5EF4-FFF2-40B4-BE49-F238E27FC236}">
                <a16:creationId xmlns:a16="http://schemas.microsoft.com/office/drawing/2014/main" id="{316E5EAC-5724-3120-F350-5EC94A6030A5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2316" name="Picture 2315">
            <a:extLst>
              <a:ext uri="{FF2B5EF4-FFF2-40B4-BE49-F238E27FC236}">
                <a16:creationId xmlns:a16="http://schemas.microsoft.com/office/drawing/2014/main" id="{A190A1AE-0627-A94D-B6A3-41518565AD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2317" name="TextBox 2316">
            <a:extLst>
              <a:ext uri="{FF2B5EF4-FFF2-40B4-BE49-F238E27FC236}">
                <a16:creationId xmlns:a16="http://schemas.microsoft.com/office/drawing/2014/main" id="{D9BDC8C0-FE04-D140-F755-5C5EA71C45CA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318" name="TextBox 2317">
            <a:extLst>
              <a:ext uri="{FF2B5EF4-FFF2-40B4-BE49-F238E27FC236}">
                <a16:creationId xmlns:a16="http://schemas.microsoft.com/office/drawing/2014/main" id="{BBCA3D0F-77DC-D721-64A8-719E9169F6AE}"/>
              </a:ext>
            </a:extLst>
          </p:cNvPr>
          <p:cNvSpPr txBox="1"/>
          <p:nvPr/>
        </p:nvSpPr>
        <p:spPr>
          <a:xfrm>
            <a:off x="2071346" y="486861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319" name="TextBox 2318">
            <a:extLst>
              <a:ext uri="{FF2B5EF4-FFF2-40B4-BE49-F238E27FC236}">
                <a16:creationId xmlns:a16="http://schemas.microsoft.com/office/drawing/2014/main" id="{ACF7AFBA-C8EA-133D-A707-16FE4188127D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2320" name="TextBox 2319">
            <a:extLst>
              <a:ext uri="{FF2B5EF4-FFF2-40B4-BE49-F238E27FC236}">
                <a16:creationId xmlns:a16="http://schemas.microsoft.com/office/drawing/2014/main" id="{C3052112-A4AE-DE43-3151-9548C75F639A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321" name="TextBox 2320">
            <a:extLst>
              <a:ext uri="{FF2B5EF4-FFF2-40B4-BE49-F238E27FC236}">
                <a16:creationId xmlns:a16="http://schemas.microsoft.com/office/drawing/2014/main" id="{BEE9DE29-1ED3-CC4B-2CB9-5EB434E6CA4A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322" name="Rectangle 2321">
            <a:extLst>
              <a:ext uri="{FF2B5EF4-FFF2-40B4-BE49-F238E27FC236}">
                <a16:creationId xmlns:a16="http://schemas.microsoft.com/office/drawing/2014/main" id="{FCB97DE0-9F13-9BA3-248E-3EB5D3BC1837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3" name="Rectangle 2322">
            <a:extLst>
              <a:ext uri="{FF2B5EF4-FFF2-40B4-BE49-F238E27FC236}">
                <a16:creationId xmlns:a16="http://schemas.microsoft.com/office/drawing/2014/main" id="{53C6E331-EF97-C67F-C084-ACF172AF0BC8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24" name="Rectangle 2323">
            <a:extLst>
              <a:ext uri="{FF2B5EF4-FFF2-40B4-BE49-F238E27FC236}">
                <a16:creationId xmlns:a16="http://schemas.microsoft.com/office/drawing/2014/main" id="{3921CCA3-9582-ADFD-9CCF-DC3F412DAD32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5" name="Rectangle 2324">
            <a:extLst>
              <a:ext uri="{FF2B5EF4-FFF2-40B4-BE49-F238E27FC236}">
                <a16:creationId xmlns:a16="http://schemas.microsoft.com/office/drawing/2014/main" id="{018A908E-90D0-6173-E3BA-2BB83CAD3873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6" name="Rectangle 2325">
            <a:extLst>
              <a:ext uri="{FF2B5EF4-FFF2-40B4-BE49-F238E27FC236}">
                <a16:creationId xmlns:a16="http://schemas.microsoft.com/office/drawing/2014/main" id="{21767CE4-3041-56BE-0077-928E58ECE1EE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7" name="Rectangle 2326">
            <a:extLst>
              <a:ext uri="{FF2B5EF4-FFF2-40B4-BE49-F238E27FC236}">
                <a16:creationId xmlns:a16="http://schemas.microsoft.com/office/drawing/2014/main" id="{3ABEE115-FF7A-8800-9952-A5F71AB79FA4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8" name="Rectangle 2327">
            <a:extLst>
              <a:ext uri="{FF2B5EF4-FFF2-40B4-BE49-F238E27FC236}">
                <a16:creationId xmlns:a16="http://schemas.microsoft.com/office/drawing/2014/main" id="{DB31AA3F-D2C9-6F42-3B13-D57898E3230C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9" name="Rectangle 2328">
            <a:extLst>
              <a:ext uri="{FF2B5EF4-FFF2-40B4-BE49-F238E27FC236}">
                <a16:creationId xmlns:a16="http://schemas.microsoft.com/office/drawing/2014/main" id="{10A28D13-07AA-4B00-7384-60901E4C347B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0" name="Rectangle 2329">
            <a:extLst>
              <a:ext uri="{FF2B5EF4-FFF2-40B4-BE49-F238E27FC236}">
                <a16:creationId xmlns:a16="http://schemas.microsoft.com/office/drawing/2014/main" id="{78AD3217-53FD-0614-1DE6-567C4B57F549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1" name="Rectangle 2330">
            <a:extLst>
              <a:ext uri="{FF2B5EF4-FFF2-40B4-BE49-F238E27FC236}">
                <a16:creationId xmlns:a16="http://schemas.microsoft.com/office/drawing/2014/main" id="{7276638B-B842-5A1A-BCA3-947B0A4312C7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2" name="Rectangle 2331">
            <a:extLst>
              <a:ext uri="{FF2B5EF4-FFF2-40B4-BE49-F238E27FC236}">
                <a16:creationId xmlns:a16="http://schemas.microsoft.com/office/drawing/2014/main" id="{F8E8D021-0952-D12D-A780-21C0C99B0A15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3" name="Rectangle 2332">
            <a:extLst>
              <a:ext uri="{FF2B5EF4-FFF2-40B4-BE49-F238E27FC236}">
                <a16:creationId xmlns:a16="http://schemas.microsoft.com/office/drawing/2014/main" id="{9F87BA1F-5FF0-F8BD-0E92-C8F001BFD3A0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4" name="Rectangle 2333">
            <a:extLst>
              <a:ext uri="{FF2B5EF4-FFF2-40B4-BE49-F238E27FC236}">
                <a16:creationId xmlns:a16="http://schemas.microsoft.com/office/drawing/2014/main" id="{A519A560-CF95-5BA9-7DD3-276C06F659BF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5" name="Rectangle 2334">
            <a:extLst>
              <a:ext uri="{FF2B5EF4-FFF2-40B4-BE49-F238E27FC236}">
                <a16:creationId xmlns:a16="http://schemas.microsoft.com/office/drawing/2014/main" id="{D15DDF0C-769E-C9F4-AE91-25ACFC32AAD9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6" name="TextBox 2335">
            <a:extLst>
              <a:ext uri="{FF2B5EF4-FFF2-40B4-BE49-F238E27FC236}">
                <a16:creationId xmlns:a16="http://schemas.microsoft.com/office/drawing/2014/main" id="{BC5EE8AB-E80E-C83E-7009-E21E762AA095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37" name="TextBox 2336">
            <a:extLst>
              <a:ext uri="{FF2B5EF4-FFF2-40B4-BE49-F238E27FC236}">
                <a16:creationId xmlns:a16="http://schemas.microsoft.com/office/drawing/2014/main" id="{8048BFA5-CBA5-422D-CCF2-CA3B0F85D29C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338" name="TextBox 2337">
            <a:extLst>
              <a:ext uri="{FF2B5EF4-FFF2-40B4-BE49-F238E27FC236}">
                <a16:creationId xmlns:a16="http://schemas.microsoft.com/office/drawing/2014/main" id="{DF592169-E269-3842-C221-02DD53FDC4F6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39" name="TextBox 2338">
            <a:extLst>
              <a:ext uri="{FF2B5EF4-FFF2-40B4-BE49-F238E27FC236}">
                <a16:creationId xmlns:a16="http://schemas.microsoft.com/office/drawing/2014/main" id="{5830ED58-0A17-4EAD-758C-BB7A899F839C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340" name="Rectangle 2339">
            <a:extLst>
              <a:ext uri="{FF2B5EF4-FFF2-40B4-BE49-F238E27FC236}">
                <a16:creationId xmlns:a16="http://schemas.microsoft.com/office/drawing/2014/main" id="{E8C64521-308B-25BB-C450-25AA4BEE139E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1" name="Rectangle 2340">
            <a:extLst>
              <a:ext uri="{FF2B5EF4-FFF2-40B4-BE49-F238E27FC236}">
                <a16:creationId xmlns:a16="http://schemas.microsoft.com/office/drawing/2014/main" id="{1F7C897D-B003-1534-C8CB-228C3A94F752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2" name="Rectangle 2341">
            <a:extLst>
              <a:ext uri="{FF2B5EF4-FFF2-40B4-BE49-F238E27FC236}">
                <a16:creationId xmlns:a16="http://schemas.microsoft.com/office/drawing/2014/main" id="{019FACD9-8DA0-FB17-4A64-22CD4E559532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3" name="Rectangle 2342">
            <a:extLst>
              <a:ext uri="{FF2B5EF4-FFF2-40B4-BE49-F238E27FC236}">
                <a16:creationId xmlns:a16="http://schemas.microsoft.com/office/drawing/2014/main" id="{83AB67F7-A8AC-935D-2300-B8DFCC97758A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4" name="Rectangle 2343">
            <a:extLst>
              <a:ext uri="{FF2B5EF4-FFF2-40B4-BE49-F238E27FC236}">
                <a16:creationId xmlns:a16="http://schemas.microsoft.com/office/drawing/2014/main" id="{4940BCBC-8F6A-E0DF-6A0C-AC550CC38413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5" name="Rectangle 2344">
            <a:extLst>
              <a:ext uri="{FF2B5EF4-FFF2-40B4-BE49-F238E27FC236}">
                <a16:creationId xmlns:a16="http://schemas.microsoft.com/office/drawing/2014/main" id="{981E464F-A6AE-E0D6-877B-1020DDCE8A32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6" name="Rectangle 2345">
            <a:extLst>
              <a:ext uri="{FF2B5EF4-FFF2-40B4-BE49-F238E27FC236}">
                <a16:creationId xmlns:a16="http://schemas.microsoft.com/office/drawing/2014/main" id="{1FC94858-5AD6-76E1-FA47-E2C52639C49F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7" name="Rectangle 2346">
            <a:extLst>
              <a:ext uri="{FF2B5EF4-FFF2-40B4-BE49-F238E27FC236}">
                <a16:creationId xmlns:a16="http://schemas.microsoft.com/office/drawing/2014/main" id="{77FBB966-E71B-597D-8920-50E9DB894000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8" name="Rectangle 2347">
            <a:extLst>
              <a:ext uri="{FF2B5EF4-FFF2-40B4-BE49-F238E27FC236}">
                <a16:creationId xmlns:a16="http://schemas.microsoft.com/office/drawing/2014/main" id="{8EDC7699-D785-5DD8-98F9-470AE5C96DFA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9" name="Rectangle 2348">
            <a:extLst>
              <a:ext uri="{FF2B5EF4-FFF2-40B4-BE49-F238E27FC236}">
                <a16:creationId xmlns:a16="http://schemas.microsoft.com/office/drawing/2014/main" id="{AAC01DC2-3BC1-2AB4-9EA8-E851BBACBA7F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0" name="Rectangle 2349">
            <a:extLst>
              <a:ext uri="{FF2B5EF4-FFF2-40B4-BE49-F238E27FC236}">
                <a16:creationId xmlns:a16="http://schemas.microsoft.com/office/drawing/2014/main" id="{95325D2E-C10C-0673-3180-652FF5A16547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1" name="Rectangle 2350">
            <a:extLst>
              <a:ext uri="{FF2B5EF4-FFF2-40B4-BE49-F238E27FC236}">
                <a16:creationId xmlns:a16="http://schemas.microsoft.com/office/drawing/2014/main" id="{3FA9C5C8-8E9E-172A-36EE-FB0FF91993A0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2" name="TextBox 2351">
            <a:extLst>
              <a:ext uri="{FF2B5EF4-FFF2-40B4-BE49-F238E27FC236}">
                <a16:creationId xmlns:a16="http://schemas.microsoft.com/office/drawing/2014/main" id="{735253C4-4AB7-46DD-640A-2DBCB8093627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53" name="TextBox 2352">
            <a:extLst>
              <a:ext uri="{FF2B5EF4-FFF2-40B4-BE49-F238E27FC236}">
                <a16:creationId xmlns:a16="http://schemas.microsoft.com/office/drawing/2014/main" id="{ABBA9306-AB66-C186-EA35-6B6934D671B2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354" name="TextBox 2353">
            <a:extLst>
              <a:ext uri="{FF2B5EF4-FFF2-40B4-BE49-F238E27FC236}">
                <a16:creationId xmlns:a16="http://schemas.microsoft.com/office/drawing/2014/main" id="{5E90CBD5-5294-69CA-57BD-82694B207B14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55" name="Rectangle 2354">
            <a:extLst>
              <a:ext uri="{FF2B5EF4-FFF2-40B4-BE49-F238E27FC236}">
                <a16:creationId xmlns:a16="http://schemas.microsoft.com/office/drawing/2014/main" id="{527A4BC1-1F35-0B1A-5A32-062EFF5DB680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6" name="Rectangle 2355">
            <a:extLst>
              <a:ext uri="{FF2B5EF4-FFF2-40B4-BE49-F238E27FC236}">
                <a16:creationId xmlns:a16="http://schemas.microsoft.com/office/drawing/2014/main" id="{D2BB9FC1-8CA8-7967-BDAE-E64524E4F3F4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7" name="Rectangle 2356">
            <a:extLst>
              <a:ext uri="{FF2B5EF4-FFF2-40B4-BE49-F238E27FC236}">
                <a16:creationId xmlns:a16="http://schemas.microsoft.com/office/drawing/2014/main" id="{65EC8C1C-D619-EF6E-10DB-B33BA61DC9E5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8" name="Rectangle 2357">
            <a:extLst>
              <a:ext uri="{FF2B5EF4-FFF2-40B4-BE49-F238E27FC236}">
                <a16:creationId xmlns:a16="http://schemas.microsoft.com/office/drawing/2014/main" id="{553AB7A2-E428-8EC3-ED17-C9C155947404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59" name="Rectangle 2358">
            <a:extLst>
              <a:ext uri="{FF2B5EF4-FFF2-40B4-BE49-F238E27FC236}">
                <a16:creationId xmlns:a16="http://schemas.microsoft.com/office/drawing/2014/main" id="{8A7951D0-7184-9B9A-C038-4B31D3B8113C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0" name="Rectangle 2359">
            <a:extLst>
              <a:ext uri="{FF2B5EF4-FFF2-40B4-BE49-F238E27FC236}">
                <a16:creationId xmlns:a16="http://schemas.microsoft.com/office/drawing/2014/main" id="{F725ADDD-E4B2-9339-FA4F-7E20119E0D21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1" name="Rectangle 2360">
            <a:extLst>
              <a:ext uri="{FF2B5EF4-FFF2-40B4-BE49-F238E27FC236}">
                <a16:creationId xmlns:a16="http://schemas.microsoft.com/office/drawing/2014/main" id="{17596C14-D0B7-F41C-BFBF-05EC64F017F4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DE5CE023-A2CE-AB37-16BA-8E257C9C7446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3" name="Rectangle 2362">
            <a:extLst>
              <a:ext uri="{FF2B5EF4-FFF2-40B4-BE49-F238E27FC236}">
                <a16:creationId xmlns:a16="http://schemas.microsoft.com/office/drawing/2014/main" id="{2280B5B2-9008-DB84-37FA-6227C8124D53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4" name="Rectangle 2363">
            <a:extLst>
              <a:ext uri="{FF2B5EF4-FFF2-40B4-BE49-F238E27FC236}">
                <a16:creationId xmlns:a16="http://schemas.microsoft.com/office/drawing/2014/main" id="{BA891B0B-10AA-422C-2FA3-F92D98D9A2BE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5" name="Rectangle 2364">
            <a:extLst>
              <a:ext uri="{FF2B5EF4-FFF2-40B4-BE49-F238E27FC236}">
                <a16:creationId xmlns:a16="http://schemas.microsoft.com/office/drawing/2014/main" id="{9F5FC14D-F02C-7305-96DD-95B842417680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6" name="Rectangle 2365">
            <a:extLst>
              <a:ext uri="{FF2B5EF4-FFF2-40B4-BE49-F238E27FC236}">
                <a16:creationId xmlns:a16="http://schemas.microsoft.com/office/drawing/2014/main" id="{A9DB8772-C95F-D850-829B-618BCEFD9733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7" name="TextBox 2366">
            <a:extLst>
              <a:ext uri="{FF2B5EF4-FFF2-40B4-BE49-F238E27FC236}">
                <a16:creationId xmlns:a16="http://schemas.microsoft.com/office/drawing/2014/main" id="{FCAD12D3-9451-B8D1-D21E-E57FF0B6E049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68" name="TextBox 2367">
            <a:extLst>
              <a:ext uri="{FF2B5EF4-FFF2-40B4-BE49-F238E27FC236}">
                <a16:creationId xmlns:a16="http://schemas.microsoft.com/office/drawing/2014/main" id="{6CCE0C50-5155-B6ED-8DF2-CEBCDE6898DE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369" name="TextBox 2368">
            <a:extLst>
              <a:ext uri="{FF2B5EF4-FFF2-40B4-BE49-F238E27FC236}">
                <a16:creationId xmlns:a16="http://schemas.microsoft.com/office/drawing/2014/main" id="{59C1E93A-D0C8-CE66-BD44-33740580DB3B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70" name="TextBox 2369">
            <a:extLst>
              <a:ext uri="{FF2B5EF4-FFF2-40B4-BE49-F238E27FC236}">
                <a16:creationId xmlns:a16="http://schemas.microsoft.com/office/drawing/2014/main" id="{E1771890-B231-C06E-510E-53E63A66ABCB}"/>
              </a:ext>
            </a:extLst>
          </p:cNvPr>
          <p:cNvSpPr txBox="1"/>
          <p:nvPr/>
        </p:nvSpPr>
        <p:spPr>
          <a:xfrm>
            <a:off x="258570" y="37759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371" name="TextBox 2370">
            <a:extLst>
              <a:ext uri="{FF2B5EF4-FFF2-40B4-BE49-F238E27FC236}">
                <a16:creationId xmlns:a16="http://schemas.microsoft.com/office/drawing/2014/main" id="{912E78DE-2774-CA4B-3F5E-78AEEEC9341F}"/>
              </a:ext>
            </a:extLst>
          </p:cNvPr>
          <p:cNvSpPr txBox="1"/>
          <p:nvPr/>
        </p:nvSpPr>
        <p:spPr>
          <a:xfrm>
            <a:off x="427424" y="37765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372" name="Arrow: Down 2371">
            <a:extLst>
              <a:ext uri="{FF2B5EF4-FFF2-40B4-BE49-F238E27FC236}">
                <a16:creationId xmlns:a16="http://schemas.microsoft.com/office/drawing/2014/main" id="{C2A41BD9-0C1B-3E7A-04C1-5058B7374722}"/>
              </a:ext>
            </a:extLst>
          </p:cNvPr>
          <p:cNvSpPr/>
          <p:nvPr/>
        </p:nvSpPr>
        <p:spPr>
          <a:xfrm>
            <a:off x="2156501" y="5112003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372CD7A7-5206-9808-1C51-BC7F163F1172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D25345DA-1658-510A-1A6B-F273045863E2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26A7E05A-BD77-DE02-3EF1-5C8EE537A180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6" name="Rectangle 2375">
            <a:extLst>
              <a:ext uri="{FF2B5EF4-FFF2-40B4-BE49-F238E27FC236}">
                <a16:creationId xmlns:a16="http://schemas.microsoft.com/office/drawing/2014/main" id="{CCCF412B-78DA-C113-A839-4E6BBA77AB3F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377" name="Straight Connector 2376">
            <a:extLst>
              <a:ext uri="{FF2B5EF4-FFF2-40B4-BE49-F238E27FC236}">
                <a16:creationId xmlns:a16="http://schemas.microsoft.com/office/drawing/2014/main" id="{9B710594-C438-F695-6611-D4DB04C8EED0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8" name="Straight Connector 2377">
            <a:extLst>
              <a:ext uri="{FF2B5EF4-FFF2-40B4-BE49-F238E27FC236}">
                <a16:creationId xmlns:a16="http://schemas.microsoft.com/office/drawing/2014/main" id="{FF37209E-E042-F29C-8BAD-CE392F13F3FE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9" name="Straight Connector 2378">
            <a:extLst>
              <a:ext uri="{FF2B5EF4-FFF2-40B4-BE49-F238E27FC236}">
                <a16:creationId xmlns:a16="http://schemas.microsoft.com/office/drawing/2014/main" id="{FF26923A-F297-3C03-1E01-2EF4A10B484A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0" name="TextBox 2379">
            <a:extLst>
              <a:ext uri="{FF2B5EF4-FFF2-40B4-BE49-F238E27FC236}">
                <a16:creationId xmlns:a16="http://schemas.microsoft.com/office/drawing/2014/main" id="{70A9E2B6-1C93-18EC-6AFB-D31B0C91C3A3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666272FB-3620-4E2D-1C67-5B11CCC6B146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382" name="TextBox 2381">
            <a:extLst>
              <a:ext uri="{FF2B5EF4-FFF2-40B4-BE49-F238E27FC236}">
                <a16:creationId xmlns:a16="http://schemas.microsoft.com/office/drawing/2014/main" id="{7BBD2740-ACCD-D4C7-0BD7-4264BF67A930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383" name="TextBox 2382">
            <a:extLst>
              <a:ext uri="{FF2B5EF4-FFF2-40B4-BE49-F238E27FC236}">
                <a16:creationId xmlns:a16="http://schemas.microsoft.com/office/drawing/2014/main" id="{4DBB69EA-3341-9760-2046-6E5A42C69909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384" name="Rectangle 2383">
            <a:extLst>
              <a:ext uri="{FF2B5EF4-FFF2-40B4-BE49-F238E27FC236}">
                <a16:creationId xmlns:a16="http://schemas.microsoft.com/office/drawing/2014/main" id="{45F2E56F-661C-EBEA-3CB5-F9360AF145F5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5" name="Rectangle 2384">
            <a:extLst>
              <a:ext uri="{FF2B5EF4-FFF2-40B4-BE49-F238E27FC236}">
                <a16:creationId xmlns:a16="http://schemas.microsoft.com/office/drawing/2014/main" id="{98E87244-9E99-89B2-BF9D-A01E7CFBE361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6" name="Rectangle 2385">
            <a:extLst>
              <a:ext uri="{FF2B5EF4-FFF2-40B4-BE49-F238E27FC236}">
                <a16:creationId xmlns:a16="http://schemas.microsoft.com/office/drawing/2014/main" id="{DA6082BA-F887-9C86-33E2-DFB6C65A45C6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7" name="TextBox 2386">
            <a:extLst>
              <a:ext uri="{FF2B5EF4-FFF2-40B4-BE49-F238E27FC236}">
                <a16:creationId xmlns:a16="http://schemas.microsoft.com/office/drawing/2014/main" id="{F89EFD82-3B08-C186-3453-E658A590CCD4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388" name="Rectangle 2387">
            <a:extLst>
              <a:ext uri="{FF2B5EF4-FFF2-40B4-BE49-F238E27FC236}">
                <a16:creationId xmlns:a16="http://schemas.microsoft.com/office/drawing/2014/main" id="{777B8F6D-9188-96CC-E50A-8DD92060DB6D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DBDF4C22-9E4F-9F23-E0F7-592C33D90F9D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0" name="Rectangle 2389">
            <a:extLst>
              <a:ext uri="{FF2B5EF4-FFF2-40B4-BE49-F238E27FC236}">
                <a16:creationId xmlns:a16="http://schemas.microsoft.com/office/drawing/2014/main" id="{967DEB36-CF78-1A8F-21B3-4A87B907455F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3020E2CB-1E6E-FE14-47AF-65B70C1A8BC3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B3368421-9647-6F5A-2D90-A3AAB984ADDC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B123CE45-F94B-110A-9D73-02B24BB7B8BB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4" name="TextBox 2393">
            <a:extLst>
              <a:ext uri="{FF2B5EF4-FFF2-40B4-BE49-F238E27FC236}">
                <a16:creationId xmlns:a16="http://schemas.microsoft.com/office/drawing/2014/main" id="{EE7BE7B2-0E54-587C-FAA9-ECE2C215F510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395" name="TextBox 2394">
            <a:extLst>
              <a:ext uri="{FF2B5EF4-FFF2-40B4-BE49-F238E27FC236}">
                <a16:creationId xmlns:a16="http://schemas.microsoft.com/office/drawing/2014/main" id="{D616300E-C8C6-CD72-0CE5-EC9D87139F15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396" name="TextBox 2395">
            <a:extLst>
              <a:ext uri="{FF2B5EF4-FFF2-40B4-BE49-F238E27FC236}">
                <a16:creationId xmlns:a16="http://schemas.microsoft.com/office/drawing/2014/main" id="{CD947900-5DBA-E260-3831-83BF69AACEA8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397" name="TextBox 2396">
            <a:extLst>
              <a:ext uri="{FF2B5EF4-FFF2-40B4-BE49-F238E27FC236}">
                <a16:creationId xmlns:a16="http://schemas.microsoft.com/office/drawing/2014/main" id="{1B579FB2-E114-ABD1-46C1-C9319ECB4032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630F2F7C-E38E-9BA7-A21A-E7981C2D05C6}"/>
              </a:ext>
            </a:extLst>
          </p:cNvPr>
          <p:cNvSpPr/>
          <p:nvPr/>
        </p:nvSpPr>
        <p:spPr>
          <a:xfrm>
            <a:off x="160997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4AE1E659-4F40-6D17-195B-BD0A8D1B5E07}"/>
              </a:ext>
            </a:extLst>
          </p:cNvPr>
          <p:cNvSpPr/>
          <p:nvPr/>
        </p:nvSpPr>
        <p:spPr>
          <a:xfrm>
            <a:off x="173026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0" name="Rectangle: Rounded Corners 2399">
            <a:extLst>
              <a:ext uri="{FF2B5EF4-FFF2-40B4-BE49-F238E27FC236}">
                <a16:creationId xmlns:a16="http://schemas.microsoft.com/office/drawing/2014/main" id="{2F5C8FE8-CEF1-58FB-FAA8-C39AD63E7B89}"/>
              </a:ext>
            </a:extLst>
          </p:cNvPr>
          <p:cNvSpPr/>
          <p:nvPr/>
        </p:nvSpPr>
        <p:spPr>
          <a:xfrm>
            <a:off x="807808" y="2486928"/>
            <a:ext cx="1518182" cy="915039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1" name="Rectangle: Rounded Corners 2400">
            <a:extLst>
              <a:ext uri="{FF2B5EF4-FFF2-40B4-BE49-F238E27FC236}">
                <a16:creationId xmlns:a16="http://schemas.microsoft.com/office/drawing/2014/main" id="{BC3A50E2-88E4-99CC-68AB-0FE222834F6C}"/>
              </a:ext>
            </a:extLst>
          </p:cNvPr>
          <p:cNvSpPr/>
          <p:nvPr/>
        </p:nvSpPr>
        <p:spPr>
          <a:xfrm>
            <a:off x="732740" y="3259681"/>
            <a:ext cx="1709220" cy="192503"/>
          </a:xfrm>
          <a:prstGeom prst="roundRect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08399C56-027C-AC7A-BC89-84B8E3152CB3}"/>
              </a:ext>
            </a:extLst>
          </p:cNvPr>
          <p:cNvSpPr/>
          <p:nvPr/>
        </p:nvSpPr>
        <p:spPr>
          <a:xfrm>
            <a:off x="914476" y="2602837"/>
            <a:ext cx="1295400" cy="61484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3" name="Rectangle 2402">
            <a:extLst>
              <a:ext uri="{FF2B5EF4-FFF2-40B4-BE49-F238E27FC236}">
                <a16:creationId xmlns:a16="http://schemas.microsoft.com/office/drawing/2014/main" id="{CCDB44B9-5F82-AA47-A019-DBDC2ABBD8D5}"/>
              </a:ext>
            </a:extLst>
          </p:cNvPr>
          <p:cNvSpPr/>
          <p:nvPr/>
        </p:nvSpPr>
        <p:spPr>
          <a:xfrm>
            <a:off x="905332" y="2589901"/>
            <a:ext cx="1295400" cy="61484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4" name="TextBox 2403">
            <a:extLst>
              <a:ext uri="{FF2B5EF4-FFF2-40B4-BE49-F238E27FC236}">
                <a16:creationId xmlns:a16="http://schemas.microsoft.com/office/drawing/2014/main" id="{E61A7776-5DDA-5312-AB7B-E7FC20392F2A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6DA8A6FA-FBE1-E44C-A5FA-0C9C492DA35A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73D2E0D6-289E-E2E7-31D6-3B4E8CBBDE79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7" name="Rectangle 2406">
            <a:extLst>
              <a:ext uri="{FF2B5EF4-FFF2-40B4-BE49-F238E27FC236}">
                <a16:creationId xmlns:a16="http://schemas.microsoft.com/office/drawing/2014/main" id="{EEC086B6-E29C-27C0-0FFF-F324A85ABAEB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8" name="Rectangle 2407">
            <a:extLst>
              <a:ext uri="{FF2B5EF4-FFF2-40B4-BE49-F238E27FC236}">
                <a16:creationId xmlns:a16="http://schemas.microsoft.com/office/drawing/2014/main" id="{8ECD8A7D-66E9-3699-6854-0003CAFA8F4F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B0BF8FE0-CCFB-234E-967B-7E1C76BD229A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0" name="Rectangle 2409">
            <a:extLst>
              <a:ext uri="{FF2B5EF4-FFF2-40B4-BE49-F238E27FC236}">
                <a16:creationId xmlns:a16="http://schemas.microsoft.com/office/drawing/2014/main" id="{4532D060-50DE-67D1-E4F8-39B64BFD9D75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1" name="Rectangle 2410">
            <a:extLst>
              <a:ext uri="{FF2B5EF4-FFF2-40B4-BE49-F238E27FC236}">
                <a16:creationId xmlns:a16="http://schemas.microsoft.com/office/drawing/2014/main" id="{F661ED10-68C8-242C-20E5-1C1353F862DF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412" name="Straight Connector 2411">
            <a:extLst>
              <a:ext uri="{FF2B5EF4-FFF2-40B4-BE49-F238E27FC236}">
                <a16:creationId xmlns:a16="http://schemas.microsoft.com/office/drawing/2014/main" id="{C1C509CA-EBD4-4EFB-A900-FE81720BCF77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3" name="Straight Connector 2412">
            <a:extLst>
              <a:ext uri="{FF2B5EF4-FFF2-40B4-BE49-F238E27FC236}">
                <a16:creationId xmlns:a16="http://schemas.microsoft.com/office/drawing/2014/main" id="{DA9E8F9A-C4DE-474E-A36B-E8B1C2006C0C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4" name="Straight Connector 2413">
            <a:extLst>
              <a:ext uri="{FF2B5EF4-FFF2-40B4-BE49-F238E27FC236}">
                <a16:creationId xmlns:a16="http://schemas.microsoft.com/office/drawing/2014/main" id="{7B80AAD8-EC06-E671-1CEC-140F1FC09538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5" name="Straight Connector 2414">
            <a:extLst>
              <a:ext uri="{FF2B5EF4-FFF2-40B4-BE49-F238E27FC236}">
                <a16:creationId xmlns:a16="http://schemas.microsoft.com/office/drawing/2014/main" id="{3D06C39D-0B28-8AFA-F494-9DCC4B5F3ECF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6" name="TextBox 2415">
            <a:extLst>
              <a:ext uri="{FF2B5EF4-FFF2-40B4-BE49-F238E27FC236}">
                <a16:creationId xmlns:a16="http://schemas.microsoft.com/office/drawing/2014/main" id="{7108EB1A-B352-E8F2-4255-C2588F666290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417" name="TextBox 2416">
            <a:extLst>
              <a:ext uri="{FF2B5EF4-FFF2-40B4-BE49-F238E27FC236}">
                <a16:creationId xmlns:a16="http://schemas.microsoft.com/office/drawing/2014/main" id="{678AA036-E33A-9D9C-57E9-CFF141340CA4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418" name="TextBox 2417">
            <a:extLst>
              <a:ext uri="{FF2B5EF4-FFF2-40B4-BE49-F238E27FC236}">
                <a16:creationId xmlns:a16="http://schemas.microsoft.com/office/drawing/2014/main" id="{D829FD8D-D3D4-9F39-532C-97903BBF6CC1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419" name="TextBox 2418">
            <a:extLst>
              <a:ext uri="{FF2B5EF4-FFF2-40B4-BE49-F238E27FC236}">
                <a16:creationId xmlns:a16="http://schemas.microsoft.com/office/drawing/2014/main" id="{0C31561F-4ADD-A512-51D7-63EF0A25A6D0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420" name="Rectangle 2419">
            <a:extLst>
              <a:ext uri="{FF2B5EF4-FFF2-40B4-BE49-F238E27FC236}">
                <a16:creationId xmlns:a16="http://schemas.microsoft.com/office/drawing/2014/main" id="{24CAF42E-414B-BB9F-75BE-8E7CAF5A76E8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1" name="Rectangle 2420">
            <a:extLst>
              <a:ext uri="{FF2B5EF4-FFF2-40B4-BE49-F238E27FC236}">
                <a16:creationId xmlns:a16="http://schemas.microsoft.com/office/drawing/2014/main" id="{6627940B-9D3C-6591-136C-F5607BB17E7D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2" name="Rectangle 2421">
            <a:extLst>
              <a:ext uri="{FF2B5EF4-FFF2-40B4-BE49-F238E27FC236}">
                <a16:creationId xmlns:a16="http://schemas.microsoft.com/office/drawing/2014/main" id="{AD021C2A-3C76-BB28-E424-36F0086EDABE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3" name="TextBox 2422">
            <a:extLst>
              <a:ext uri="{FF2B5EF4-FFF2-40B4-BE49-F238E27FC236}">
                <a16:creationId xmlns:a16="http://schemas.microsoft.com/office/drawing/2014/main" id="{405F29BF-601C-607E-DCC6-95E6FCBB1A6B}"/>
              </a:ext>
            </a:extLst>
          </p:cNvPr>
          <p:cNvSpPr txBox="1"/>
          <p:nvPr/>
        </p:nvSpPr>
        <p:spPr>
          <a:xfrm>
            <a:off x="1737218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424" name="Rectangle 2423">
            <a:extLst>
              <a:ext uri="{FF2B5EF4-FFF2-40B4-BE49-F238E27FC236}">
                <a16:creationId xmlns:a16="http://schemas.microsoft.com/office/drawing/2014/main" id="{105C0114-566E-3C32-CA15-4E7DAF1DD56D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5" name="Rectangle 2424">
            <a:extLst>
              <a:ext uri="{FF2B5EF4-FFF2-40B4-BE49-F238E27FC236}">
                <a16:creationId xmlns:a16="http://schemas.microsoft.com/office/drawing/2014/main" id="{6B03161C-7414-1C5F-60B0-3534A24C549C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6" name="Rectangle 2425">
            <a:extLst>
              <a:ext uri="{FF2B5EF4-FFF2-40B4-BE49-F238E27FC236}">
                <a16:creationId xmlns:a16="http://schemas.microsoft.com/office/drawing/2014/main" id="{27E68C4A-F3CC-0033-DADF-A34C2AFF2AE4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7" name="Rectangle 2426">
            <a:extLst>
              <a:ext uri="{FF2B5EF4-FFF2-40B4-BE49-F238E27FC236}">
                <a16:creationId xmlns:a16="http://schemas.microsoft.com/office/drawing/2014/main" id="{0D4F92B8-F28E-8D16-C213-58C1EAA83726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8" name="Rectangle 2427">
            <a:extLst>
              <a:ext uri="{FF2B5EF4-FFF2-40B4-BE49-F238E27FC236}">
                <a16:creationId xmlns:a16="http://schemas.microsoft.com/office/drawing/2014/main" id="{58828523-9CFE-4C4F-5233-176B4E7E3705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9" name="Rectangle 2428">
            <a:extLst>
              <a:ext uri="{FF2B5EF4-FFF2-40B4-BE49-F238E27FC236}">
                <a16:creationId xmlns:a16="http://schemas.microsoft.com/office/drawing/2014/main" id="{D00342F1-0379-AAFC-56C7-ADF313BAB087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0" name="TextBox 2429">
            <a:extLst>
              <a:ext uri="{FF2B5EF4-FFF2-40B4-BE49-F238E27FC236}">
                <a16:creationId xmlns:a16="http://schemas.microsoft.com/office/drawing/2014/main" id="{9A8A4F2A-717E-17AD-D3CA-0CDF70EA0799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431" name="TextBox 2430">
            <a:extLst>
              <a:ext uri="{FF2B5EF4-FFF2-40B4-BE49-F238E27FC236}">
                <a16:creationId xmlns:a16="http://schemas.microsoft.com/office/drawing/2014/main" id="{403646D1-1602-8391-621B-56AAFD618911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432" name="TextBox 2431">
            <a:extLst>
              <a:ext uri="{FF2B5EF4-FFF2-40B4-BE49-F238E27FC236}">
                <a16:creationId xmlns:a16="http://schemas.microsoft.com/office/drawing/2014/main" id="{37178C67-0912-ECFB-25F5-CE3B621CF498}"/>
              </a:ext>
            </a:extLst>
          </p:cNvPr>
          <p:cNvSpPr txBox="1"/>
          <p:nvPr/>
        </p:nvSpPr>
        <p:spPr>
          <a:xfrm>
            <a:off x="1551841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433" name="TextBox 2432">
            <a:extLst>
              <a:ext uri="{FF2B5EF4-FFF2-40B4-BE49-F238E27FC236}">
                <a16:creationId xmlns:a16="http://schemas.microsoft.com/office/drawing/2014/main" id="{A3E97A44-4E5F-13C1-8863-4A56CBA9C1FA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434" name="Straight Connector 2433">
            <a:extLst>
              <a:ext uri="{FF2B5EF4-FFF2-40B4-BE49-F238E27FC236}">
                <a16:creationId xmlns:a16="http://schemas.microsoft.com/office/drawing/2014/main" id="{1947DC8A-B4D6-34DA-4F8F-7D385E2299F7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5" name="Straight Connector 2434">
            <a:extLst>
              <a:ext uri="{FF2B5EF4-FFF2-40B4-BE49-F238E27FC236}">
                <a16:creationId xmlns:a16="http://schemas.microsoft.com/office/drawing/2014/main" id="{415F8E9D-A3D1-E87B-DB11-6F3896A26BB2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6" name="TextBox 2435">
            <a:extLst>
              <a:ext uri="{FF2B5EF4-FFF2-40B4-BE49-F238E27FC236}">
                <a16:creationId xmlns:a16="http://schemas.microsoft.com/office/drawing/2014/main" id="{503B8F39-27AA-CD06-933B-6711AE671350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437" name="TextBox 2436">
            <a:extLst>
              <a:ext uri="{FF2B5EF4-FFF2-40B4-BE49-F238E27FC236}">
                <a16:creationId xmlns:a16="http://schemas.microsoft.com/office/drawing/2014/main" id="{C082A466-414B-15BB-3056-3598934B0B62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2438" name="TextBox 2437">
            <a:extLst>
              <a:ext uri="{FF2B5EF4-FFF2-40B4-BE49-F238E27FC236}">
                <a16:creationId xmlns:a16="http://schemas.microsoft.com/office/drawing/2014/main" id="{09867EF4-371A-3C96-0499-718937D0CCCA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39" name="TextBox 2438">
            <a:extLst>
              <a:ext uri="{FF2B5EF4-FFF2-40B4-BE49-F238E27FC236}">
                <a16:creationId xmlns:a16="http://schemas.microsoft.com/office/drawing/2014/main" id="{44DE058B-B3F0-05F9-6641-9DF5CC139D62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40" name="TextBox 2439">
            <a:extLst>
              <a:ext uri="{FF2B5EF4-FFF2-40B4-BE49-F238E27FC236}">
                <a16:creationId xmlns:a16="http://schemas.microsoft.com/office/drawing/2014/main" id="{CAC45660-48D9-0F94-D1DD-6F003BE8A1FE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41" name="TextBox 2440">
            <a:extLst>
              <a:ext uri="{FF2B5EF4-FFF2-40B4-BE49-F238E27FC236}">
                <a16:creationId xmlns:a16="http://schemas.microsoft.com/office/drawing/2014/main" id="{E3254B7C-A288-D799-CF0B-019DC8CB08CA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42" name="TextBox 2441">
            <a:extLst>
              <a:ext uri="{FF2B5EF4-FFF2-40B4-BE49-F238E27FC236}">
                <a16:creationId xmlns:a16="http://schemas.microsoft.com/office/drawing/2014/main" id="{6C14AA2F-673E-B087-BBED-D0C5370468A3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43" name="TextBox 2442">
            <a:extLst>
              <a:ext uri="{FF2B5EF4-FFF2-40B4-BE49-F238E27FC236}">
                <a16:creationId xmlns:a16="http://schemas.microsoft.com/office/drawing/2014/main" id="{73A2A4A8-A1B4-1AFD-53DE-CA799E89148B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44" name="TextBox 2443">
            <a:extLst>
              <a:ext uri="{FF2B5EF4-FFF2-40B4-BE49-F238E27FC236}">
                <a16:creationId xmlns:a16="http://schemas.microsoft.com/office/drawing/2014/main" id="{32277152-0395-E231-0BD0-C6854771A034}"/>
              </a:ext>
            </a:extLst>
          </p:cNvPr>
          <p:cNvSpPr txBox="1"/>
          <p:nvPr/>
        </p:nvSpPr>
        <p:spPr>
          <a:xfrm>
            <a:off x="423658" y="428570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45" name="TextBox 2444">
            <a:extLst>
              <a:ext uri="{FF2B5EF4-FFF2-40B4-BE49-F238E27FC236}">
                <a16:creationId xmlns:a16="http://schemas.microsoft.com/office/drawing/2014/main" id="{3D763C14-8B53-5E38-8891-08F2036982E7}"/>
              </a:ext>
            </a:extLst>
          </p:cNvPr>
          <p:cNvSpPr txBox="1"/>
          <p:nvPr/>
        </p:nvSpPr>
        <p:spPr>
          <a:xfrm>
            <a:off x="258894" y="428273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46" name="TextBox 2445">
            <a:extLst>
              <a:ext uri="{FF2B5EF4-FFF2-40B4-BE49-F238E27FC236}">
                <a16:creationId xmlns:a16="http://schemas.microsoft.com/office/drawing/2014/main" id="{FF35B80B-38B6-FE18-0E3A-D5CA625D6469}"/>
              </a:ext>
            </a:extLst>
          </p:cNvPr>
          <p:cNvSpPr txBox="1"/>
          <p:nvPr/>
        </p:nvSpPr>
        <p:spPr>
          <a:xfrm>
            <a:off x="1877678" y="2827042"/>
            <a:ext cx="1599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47" name="TextBox 2446">
            <a:extLst>
              <a:ext uri="{FF2B5EF4-FFF2-40B4-BE49-F238E27FC236}">
                <a16:creationId xmlns:a16="http://schemas.microsoft.com/office/drawing/2014/main" id="{7EE9311A-8EF0-EF0C-D1D5-037E05C686FA}"/>
              </a:ext>
            </a:extLst>
          </p:cNvPr>
          <p:cNvSpPr txBox="1"/>
          <p:nvPr/>
        </p:nvSpPr>
        <p:spPr>
          <a:xfrm>
            <a:off x="2011437" y="283134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448" name="Arrow: Right 2447">
            <a:extLst>
              <a:ext uri="{FF2B5EF4-FFF2-40B4-BE49-F238E27FC236}">
                <a16:creationId xmlns:a16="http://schemas.microsoft.com/office/drawing/2014/main" id="{B8DBF457-A12C-685E-9635-5CE1AC33EE13}"/>
              </a:ext>
            </a:extLst>
          </p:cNvPr>
          <p:cNvSpPr/>
          <p:nvPr/>
        </p:nvSpPr>
        <p:spPr>
          <a:xfrm rot="13586053">
            <a:off x="919403" y="3554010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9" name="Cross 2448">
            <a:extLst>
              <a:ext uri="{FF2B5EF4-FFF2-40B4-BE49-F238E27FC236}">
                <a16:creationId xmlns:a16="http://schemas.microsoft.com/office/drawing/2014/main" id="{FAD5A69E-0C03-317E-E65E-A9505F4040B9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0" name="Cross 2449">
            <a:extLst>
              <a:ext uri="{FF2B5EF4-FFF2-40B4-BE49-F238E27FC236}">
                <a16:creationId xmlns:a16="http://schemas.microsoft.com/office/drawing/2014/main" id="{D8C1B13D-0F68-F957-0E0A-78022142DE49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1" name="Cross 2450">
            <a:extLst>
              <a:ext uri="{FF2B5EF4-FFF2-40B4-BE49-F238E27FC236}">
                <a16:creationId xmlns:a16="http://schemas.microsoft.com/office/drawing/2014/main" id="{4B4CCA63-47BE-8466-6CE6-B1BE1490A50A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2" name="Rectangle 2451">
            <a:extLst>
              <a:ext uri="{FF2B5EF4-FFF2-40B4-BE49-F238E27FC236}">
                <a16:creationId xmlns:a16="http://schemas.microsoft.com/office/drawing/2014/main" id="{78105DEB-FB44-2394-8ABC-1EB39B344C9D}"/>
              </a:ext>
            </a:extLst>
          </p:cNvPr>
          <p:cNvSpPr/>
          <p:nvPr/>
        </p:nvSpPr>
        <p:spPr>
          <a:xfrm>
            <a:off x="1102802" y="328552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3" name="TextBox 2452">
            <a:extLst>
              <a:ext uri="{FF2B5EF4-FFF2-40B4-BE49-F238E27FC236}">
                <a16:creationId xmlns:a16="http://schemas.microsoft.com/office/drawing/2014/main" id="{75334B46-133D-94A7-0AFA-15D8F23C0636}"/>
              </a:ext>
            </a:extLst>
          </p:cNvPr>
          <p:cNvSpPr txBox="1"/>
          <p:nvPr/>
        </p:nvSpPr>
        <p:spPr>
          <a:xfrm>
            <a:off x="1181840" y="3429649"/>
            <a:ext cx="1053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process</a:t>
            </a:r>
          </a:p>
        </p:txBody>
      </p:sp>
      <p:sp>
        <p:nvSpPr>
          <p:cNvPr id="2454" name="Cross 2453">
            <a:extLst>
              <a:ext uri="{FF2B5EF4-FFF2-40B4-BE49-F238E27FC236}">
                <a16:creationId xmlns:a16="http://schemas.microsoft.com/office/drawing/2014/main" id="{AA1943AC-02E6-0A2F-40F9-B0A2269BB0AA}"/>
              </a:ext>
            </a:extLst>
          </p:cNvPr>
          <p:cNvSpPr/>
          <p:nvPr/>
        </p:nvSpPr>
        <p:spPr>
          <a:xfrm>
            <a:off x="1885485" y="342538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5" name="Arrow: Right 2454">
            <a:extLst>
              <a:ext uri="{FF2B5EF4-FFF2-40B4-BE49-F238E27FC236}">
                <a16:creationId xmlns:a16="http://schemas.microsoft.com/office/drawing/2014/main" id="{F3C7E428-A413-8989-0E77-99F61442424A}"/>
              </a:ext>
            </a:extLst>
          </p:cNvPr>
          <p:cNvSpPr/>
          <p:nvPr/>
        </p:nvSpPr>
        <p:spPr>
          <a:xfrm rot="13586053">
            <a:off x="1645011" y="3540382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56" name="Rectangle 2455">
            <a:extLst>
              <a:ext uri="{FF2B5EF4-FFF2-40B4-BE49-F238E27FC236}">
                <a16:creationId xmlns:a16="http://schemas.microsoft.com/office/drawing/2014/main" id="{84611D98-5AA4-B5A2-7137-3E5886628B33}"/>
              </a:ext>
            </a:extLst>
          </p:cNvPr>
          <p:cNvSpPr/>
          <p:nvPr/>
        </p:nvSpPr>
        <p:spPr>
          <a:xfrm>
            <a:off x="229403" y="3513848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7" name="TextBox 2456">
            <a:extLst>
              <a:ext uri="{FF2B5EF4-FFF2-40B4-BE49-F238E27FC236}">
                <a16:creationId xmlns:a16="http://schemas.microsoft.com/office/drawing/2014/main" id="{E15966C6-DBC9-11D2-6E79-989ECB73A5CE}"/>
              </a:ext>
            </a:extLst>
          </p:cNvPr>
          <p:cNvSpPr txBox="1"/>
          <p:nvPr/>
        </p:nvSpPr>
        <p:spPr>
          <a:xfrm>
            <a:off x="341393" y="3657968"/>
            <a:ext cx="703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Model</a:t>
            </a:r>
          </a:p>
        </p:txBody>
      </p:sp>
      <p:sp>
        <p:nvSpPr>
          <p:cNvPr id="2458" name="Cross 2457">
            <a:extLst>
              <a:ext uri="{FF2B5EF4-FFF2-40B4-BE49-F238E27FC236}">
                <a16:creationId xmlns:a16="http://schemas.microsoft.com/office/drawing/2014/main" id="{487AF430-735C-0AE4-5D4C-8338F51A8818}"/>
              </a:ext>
            </a:extLst>
          </p:cNvPr>
          <p:cNvSpPr/>
          <p:nvPr/>
        </p:nvSpPr>
        <p:spPr>
          <a:xfrm>
            <a:off x="1012086" y="3653699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9" name="Rectangle 2458">
            <a:extLst>
              <a:ext uri="{FF2B5EF4-FFF2-40B4-BE49-F238E27FC236}">
                <a16:creationId xmlns:a16="http://schemas.microsoft.com/office/drawing/2014/main" id="{4355E7E3-2E6C-7E9C-5B93-E9432F07C968}"/>
              </a:ext>
            </a:extLst>
          </p:cNvPr>
          <p:cNvSpPr/>
          <p:nvPr/>
        </p:nvSpPr>
        <p:spPr>
          <a:xfrm>
            <a:off x="-10615" y="1968838"/>
            <a:ext cx="3800271" cy="3731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0" name="Rectangle 2459">
            <a:extLst>
              <a:ext uri="{FF2B5EF4-FFF2-40B4-BE49-F238E27FC236}">
                <a16:creationId xmlns:a16="http://schemas.microsoft.com/office/drawing/2014/main" id="{A158E3A7-14F8-1D33-642D-498A946332DB}"/>
              </a:ext>
            </a:extLst>
          </p:cNvPr>
          <p:cNvSpPr/>
          <p:nvPr/>
        </p:nvSpPr>
        <p:spPr>
          <a:xfrm>
            <a:off x="32646" y="2503511"/>
            <a:ext cx="3699751" cy="2884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1" name="Rectangle 2460">
            <a:extLst>
              <a:ext uri="{FF2B5EF4-FFF2-40B4-BE49-F238E27FC236}">
                <a16:creationId xmlns:a16="http://schemas.microsoft.com/office/drawing/2014/main" id="{5E6C0DA6-3883-3CCD-1F9F-F1960BEB418F}"/>
              </a:ext>
            </a:extLst>
          </p:cNvPr>
          <p:cNvSpPr/>
          <p:nvPr/>
        </p:nvSpPr>
        <p:spPr>
          <a:xfrm>
            <a:off x="1873703" y="3839391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2" name="Rectangle 2461">
            <a:extLst>
              <a:ext uri="{FF2B5EF4-FFF2-40B4-BE49-F238E27FC236}">
                <a16:creationId xmlns:a16="http://schemas.microsoft.com/office/drawing/2014/main" id="{8569DEA1-FFAD-F873-D8C0-4204077C7BE9}"/>
              </a:ext>
            </a:extLst>
          </p:cNvPr>
          <p:cNvSpPr/>
          <p:nvPr/>
        </p:nvSpPr>
        <p:spPr>
          <a:xfrm>
            <a:off x="32720" y="2505890"/>
            <a:ext cx="1838255" cy="422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3" name="Rectangle 2462">
            <a:extLst>
              <a:ext uri="{FF2B5EF4-FFF2-40B4-BE49-F238E27FC236}">
                <a16:creationId xmlns:a16="http://schemas.microsoft.com/office/drawing/2014/main" id="{8CE5B52C-052F-23B8-9350-9FD105B88A95}"/>
              </a:ext>
            </a:extLst>
          </p:cNvPr>
          <p:cNvSpPr/>
          <p:nvPr/>
        </p:nvSpPr>
        <p:spPr>
          <a:xfrm>
            <a:off x="35647" y="2926137"/>
            <a:ext cx="1836299" cy="245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64" name="Rectangle 2463">
            <a:extLst>
              <a:ext uri="{FF2B5EF4-FFF2-40B4-BE49-F238E27FC236}">
                <a16:creationId xmlns:a16="http://schemas.microsoft.com/office/drawing/2014/main" id="{024A6216-BA53-9A28-BEB5-892AED62BFCC}"/>
              </a:ext>
            </a:extLst>
          </p:cNvPr>
          <p:cNvSpPr/>
          <p:nvPr/>
        </p:nvSpPr>
        <p:spPr>
          <a:xfrm>
            <a:off x="407512" y="3265102"/>
            <a:ext cx="110295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65" name="Rectangle 2464">
            <a:extLst>
              <a:ext uri="{FF2B5EF4-FFF2-40B4-BE49-F238E27FC236}">
                <a16:creationId xmlns:a16="http://schemas.microsoft.com/office/drawing/2014/main" id="{BE2EC625-CE71-CBE3-1415-A5A2C1D03F3D}"/>
              </a:ext>
            </a:extLst>
          </p:cNvPr>
          <p:cNvSpPr/>
          <p:nvPr/>
        </p:nvSpPr>
        <p:spPr>
          <a:xfrm>
            <a:off x="1346812" y="3266092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66" name="Isosceles Triangle 2465">
            <a:extLst>
              <a:ext uri="{FF2B5EF4-FFF2-40B4-BE49-F238E27FC236}">
                <a16:creationId xmlns:a16="http://schemas.microsoft.com/office/drawing/2014/main" id="{98E8D4B1-D0CD-FF59-B410-70250E0CB68D}"/>
              </a:ext>
            </a:extLst>
          </p:cNvPr>
          <p:cNvSpPr/>
          <p:nvPr/>
        </p:nvSpPr>
        <p:spPr>
          <a:xfrm rot="10800000">
            <a:off x="1376666" y="3298833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7" name="Rectangle 2466">
            <a:extLst>
              <a:ext uri="{FF2B5EF4-FFF2-40B4-BE49-F238E27FC236}">
                <a16:creationId xmlns:a16="http://schemas.microsoft.com/office/drawing/2014/main" id="{5626EE1E-8D47-83AC-F452-5E8BF426F916}"/>
              </a:ext>
            </a:extLst>
          </p:cNvPr>
          <p:cNvSpPr/>
          <p:nvPr/>
        </p:nvSpPr>
        <p:spPr>
          <a:xfrm>
            <a:off x="2161304" y="456554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8" name="Cross 2467">
            <a:extLst>
              <a:ext uri="{FF2B5EF4-FFF2-40B4-BE49-F238E27FC236}">
                <a16:creationId xmlns:a16="http://schemas.microsoft.com/office/drawing/2014/main" id="{1E6FF19F-0FC4-4CD8-4CCB-42BB16ECB378}"/>
              </a:ext>
            </a:extLst>
          </p:cNvPr>
          <p:cNvSpPr/>
          <p:nvPr/>
        </p:nvSpPr>
        <p:spPr>
          <a:xfrm>
            <a:off x="2943987" y="470540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9" name="Rectangle 2468">
            <a:extLst>
              <a:ext uri="{FF2B5EF4-FFF2-40B4-BE49-F238E27FC236}">
                <a16:creationId xmlns:a16="http://schemas.microsoft.com/office/drawing/2014/main" id="{84BE6A08-88B3-860D-9686-B80348C1D491}"/>
              </a:ext>
            </a:extLst>
          </p:cNvPr>
          <p:cNvSpPr/>
          <p:nvPr/>
        </p:nvSpPr>
        <p:spPr>
          <a:xfrm>
            <a:off x="3113268" y="5454474"/>
            <a:ext cx="349004" cy="1936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2470" name="TextBox 2469">
            <a:extLst>
              <a:ext uri="{FF2B5EF4-FFF2-40B4-BE49-F238E27FC236}">
                <a16:creationId xmlns:a16="http://schemas.microsoft.com/office/drawing/2014/main" id="{A4A34599-6D62-6C06-5B04-30BCEAF3237B}"/>
              </a:ext>
            </a:extLst>
          </p:cNvPr>
          <p:cNvSpPr txBox="1"/>
          <p:nvPr/>
        </p:nvSpPr>
        <p:spPr>
          <a:xfrm>
            <a:off x="-51784" y="2036099"/>
            <a:ext cx="2853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b="1" dirty="0"/>
              <a:t>Preventive action selection</a:t>
            </a:r>
          </a:p>
        </p:txBody>
      </p:sp>
      <p:sp>
        <p:nvSpPr>
          <p:cNvPr id="2471" name="TextBox 2470">
            <a:extLst>
              <a:ext uri="{FF2B5EF4-FFF2-40B4-BE49-F238E27FC236}">
                <a16:creationId xmlns:a16="http://schemas.microsoft.com/office/drawing/2014/main" id="{9545AACA-7525-67B6-0433-D3AEDEF135DC}"/>
              </a:ext>
            </a:extLst>
          </p:cNvPr>
          <p:cNvSpPr txBox="1"/>
          <p:nvPr/>
        </p:nvSpPr>
        <p:spPr>
          <a:xfrm>
            <a:off x="2088295" y="4658082"/>
            <a:ext cx="105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Add preventive action</a:t>
            </a:r>
          </a:p>
        </p:txBody>
      </p:sp>
      <p:sp>
        <p:nvSpPr>
          <p:cNvPr id="2472" name="TextBox 2471">
            <a:extLst>
              <a:ext uri="{FF2B5EF4-FFF2-40B4-BE49-F238E27FC236}">
                <a16:creationId xmlns:a16="http://schemas.microsoft.com/office/drawing/2014/main" id="{C1BC835E-C55F-8D47-7F2A-5CC80CD512CE}"/>
              </a:ext>
            </a:extLst>
          </p:cNvPr>
          <p:cNvSpPr txBox="1"/>
          <p:nvPr/>
        </p:nvSpPr>
        <p:spPr>
          <a:xfrm>
            <a:off x="19880" y="2509181"/>
            <a:ext cx="1880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Established preventive actions</a:t>
            </a:r>
          </a:p>
        </p:txBody>
      </p:sp>
      <p:sp>
        <p:nvSpPr>
          <p:cNvPr id="2473" name="TextBox 2472">
            <a:extLst>
              <a:ext uri="{FF2B5EF4-FFF2-40B4-BE49-F238E27FC236}">
                <a16:creationId xmlns:a16="http://schemas.microsoft.com/office/drawing/2014/main" id="{648383BE-E07B-0258-6D4C-4C2CA5B8A2EA}"/>
              </a:ext>
            </a:extLst>
          </p:cNvPr>
          <p:cNvSpPr txBox="1"/>
          <p:nvPr/>
        </p:nvSpPr>
        <p:spPr>
          <a:xfrm>
            <a:off x="1837526" y="3907310"/>
            <a:ext cx="188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Create a preventive action</a:t>
            </a:r>
          </a:p>
        </p:txBody>
      </p:sp>
      <p:sp>
        <p:nvSpPr>
          <p:cNvPr id="2474" name="Rectangle 2473">
            <a:extLst>
              <a:ext uri="{FF2B5EF4-FFF2-40B4-BE49-F238E27FC236}">
                <a16:creationId xmlns:a16="http://schemas.microsoft.com/office/drawing/2014/main" id="{2E6600C0-A8D3-98B1-3AE2-BE05387A613F}"/>
              </a:ext>
            </a:extLst>
          </p:cNvPr>
          <p:cNvSpPr/>
          <p:nvPr/>
        </p:nvSpPr>
        <p:spPr>
          <a:xfrm>
            <a:off x="1872293" y="2507455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5" name="TextBox 2474">
            <a:extLst>
              <a:ext uri="{FF2B5EF4-FFF2-40B4-BE49-F238E27FC236}">
                <a16:creationId xmlns:a16="http://schemas.microsoft.com/office/drawing/2014/main" id="{9EEA2594-2AE8-C81B-BF25-701F9AA1F9C3}"/>
              </a:ext>
            </a:extLst>
          </p:cNvPr>
          <p:cNvSpPr txBox="1"/>
          <p:nvPr/>
        </p:nvSpPr>
        <p:spPr>
          <a:xfrm>
            <a:off x="1849082" y="2491235"/>
            <a:ext cx="188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Frequency of preventive action</a:t>
            </a:r>
          </a:p>
        </p:txBody>
      </p:sp>
      <p:sp>
        <p:nvSpPr>
          <p:cNvPr id="2476" name="Rectangle 2475">
            <a:extLst>
              <a:ext uri="{FF2B5EF4-FFF2-40B4-BE49-F238E27FC236}">
                <a16:creationId xmlns:a16="http://schemas.microsoft.com/office/drawing/2014/main" id="{B3BA3031-19C8-03FF-3807-09AFAD890BB6}"/>
              </a:ext>
            </a:extLst>
          </p:cNvPr>
          <p:cNvSpPr/>
          <p:nvPr/>
        </p:nvSpPr>
        <p:spPr>
          <a:xfrm>
            <a:off x="2476503" y="3276564"/>
            <a:ext cx="300036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77" name="TextBox 2476">
            <a:extLst>
              <a:ext uri="{FF2B5EF4-FFF2-40B4-BE49-F238E27FC236}">
                <a16:creationId xmlns:a16="http://schemas.microsoft.com/office/drawing/2014/main" id="{13549CE9-D476-7398-215D-3990D549DA35}"/>
              </a:ext>
            </a:extLst>
          </p:cNvPr>
          <p:cNvSpPr txBox="1"/>
          <p:nvPr/>
        </p:nvSpPr>
        <p:spPr>
          <a:xfrm>
            <a:off x="1815480" y="3088777"/>
            <a:ext cx="77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Ones every</a:t>
            </a:r>
          </a:p>
        </p:txBody>
      </p:sp>
      <p:sp>
        <p:nvSpPr>
          <p:cNvPr id="2478" name="Rectangle 2477">
            <a:extLst>
              <a:ext uri="{FF2B5EF4-FFF2-40B4-BE49-F238E27FC236}">
                <a16:creationId xmlns:a16="http://schemas.microsoft.com/office/drawing/2014/main" id="{C59253EC-14BF-5854-61F4-8A8FEE653704}"/>
              </a:ext>
            </a:extLst>
          </p:cNvPr>
          <p:cNvSpPr/>
          <p:nvPr/>
        </p:nvSpPr>
        <p:spPr>
          <a:xfrm>
            <a:off x="2947991" y="3275146"/>
            <a:ext cx="67399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79" name="Rectangle 2478">
            <a:extLst>
              <a:ext uri="{FF2B5EF4-FFF2-40B4-BE49-F238E27FC236}">
                <a16:creationId xmlns:a16="http://schemas.microsoft.com/office/drawing/2014/main" id="{32BA633E-2036-4C62-A7DD-2D53FDCCAA09}"/>
              </a:ext>
            </a:extLst>
          </p:cNvPr>
          <p:cNvSpPr/>
          <p:nvPr/>
        </p:nvSpPr>
        <p:spPr>
          <a:xfrm>
            <a:off x="3458331" y="3276136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80" name="Isosceles Triangle 2479">
            <a:extLst>
              <a:ext uri="{FF2B5EF4-FFF2-40B4-BE49-F238E27FC236}">
                <a16:creationId xmlns:a16="http://schemas.microsoft.com/office/drawing/2014/main" id="{7E9AA3D0-E8E1-09E8-D6B9-9AA9DC140DCA}"/>
              </a:ext>
            </a:extLst>
          </p:cNvPr>
          <p:cNvSpPr/>
          <p:nvPr/>
        </p:nvSpPr>
        <p:spPr>
          <a:xfrm rot="10800000">
            <a:off x="3488185" y="3308877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4" name="Arrow: Right 483">
            <a:extLst>
              <a:ext uri="{FF2B5EF4-FFF2-40B4-BE49-F238E27FC236}">
                <a16:creationId xmlns:a16="http://schemas.microsoft.com/office/drawing/2014/main" id="{1A04651E-5AE3-F067-D26C-AC4BB6916E70}"/>
              </a:ext>
            </a:extLst>
          </p:cNvPr>
          <p:cNvSpPr/>
          <p:nvPr/>
        </p:nvSpPr>
        <p:spPr>
          <a:xfrm rot="13586053">
            <a:off x="1407384" y="3350960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84" name="Rektangel 2483">
            <a:extLst>
              <a:ext uri="{FF2B5EF4-FFF2-40B4-BE49-F238E27FC236}">
                <a16:creationId xmlns:a16="http://schemas.microsoft.com/office/drawing/2014/main" id="{323FFD3F-97EB-BE0B-5A52-0F7AA4E16677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487" name="Straight Connector 108">
            <a:extLst>
              <a:ext uri="{FF2B5EF4-FFF2-40B4-BE49-F238E27FC236}">
                <a16:creationId xmlns:a16="http://schemas.microsoft.com/office/drawing/2014/main" id="{D30D306A-EC74-A238-D1FB-92DF6817BBBB}"/>
              </a:ext>
            </a:extLst>
          </p:cNvPr>
          <p:cNvCxnSpPr>
            <a:cxnSpLocks/>
          </p:cNvCxnSpPr>
          <p:nvPr/>
        </p:nvCxnSpPr>
        <p:spPr>
          <a:xfrm>
            <a:off x="4270375" y="2428064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8" name="Straight Connector 1388">
            <a:extLst>
              <a:ext uri="{FF2B5EF4-FFF2-40B4-BE49-F238E27FC236}">
                <a16:creationId xmlns:a16="http://schemas.microsoft.com/office/drawing/2014/main" id="{66427CC6-B071-4763-933F-37095495BF02}"/>
              </a:ext>
            </a:extLst>
          </p:cNvPr>
          <p:cNvCxnSpPr>
            <a:cxnSpLocks/>
          </p:cNvCxnSpPr>
          <p:nvPr/>
        </p:nvCxnSpPr>
        <p:spPr>
          <a:xfrm>
            <a:off x="4264025" y="2636072"/>
            <a:ext cx="69523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9" name="Straight Connector 42">
            <a:extLst>
              <a:ext uri="{FF2B5EF4-FFF2-40B4-BE49-F238E27FC236}">
                <a16:creationId xmlns:a16="http://schemas.microsoft.com/office/drawing/2014/main" id="{081E2817-508F-B4AC-5C37-004050C61EB7}"/>
              </a:ext>
            </a:extLst>
          </p:cNvPr>
          <p:cNvCxnSpPr>
            <a:cxnSpLocks/>
          </p:cNvCxnSpPr>
          <p:nvPr/>
        </p:nvCxnSpPr>
        <p:spPr>
          <a:xfrm>
            <a:off x="4274863" y="2842036"/>
            <a:ext cx="69122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24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023A-1A00-C2BC-38F0-1BE3CA40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01634B-EB5F-8919-B3AD-D306725573FF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896E203-C263-3AC3-E299-2DB7A2CE85DA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77FF16-6A9B-58DC-26A9-8867A3164BBC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DA20D4-95E1-68C9-BE39-4F7CCB1A6D71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4366833-A653-9EDD-317A-B8FD2FE5FB85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760BC20-025A-16FF-5881-BA282E3FCE77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494229-DCF7-D3C3-54B7-32B1F8015CB6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10B983C-B0ED-4330-D651-1545AE5D297A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F416AF8-B1FE-0923-4023-CDA69DF854C3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1BAFCA2-1171-D82F-D3A5-289AEB916D57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724375C-7776-5BEF-5D90-651E9BE09040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05004B8-56F5-EBA3-A844-AC224338122D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4F757F9-1718-1444-3C2C-669B4E5C7198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87AFBEE-5893-6457-EAB9-E7878128AB19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B30AF089-7D7B-941C-5248-3DAD1AD5E9CE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8BE61ACE-D01A-14DA-18E3-8077B327F282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20C0F816-CB05-8391-657A-A88AD6324E10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17DBD000-B282-EF2D-576B-A2EC39EF6280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3FFA66FE-1374-6371-AE60-7640DD1CE50B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A9886423-9969-FB0B-31BA-F8C9E698DF46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69833BBC-8DA6-3BDC-F860-BD6BF87579E2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0204D80C-D56C-0B52-BB29-713129A400ED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67D5598D-901D-CA7C-3E83-0C8DA8B8C21C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A1774F17-E62D-3492-A614-14298102C887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92F87D50-3BD4-5861-45BF-551ED5177A7C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BD4CDB07-3BBB-45FE-8584-5D1828AD54A0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1051A0A2-F959-2EA9-7E6E-A3D0C3E9CA4B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1AD8FF-2B20-A241-3590-862074D8F850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20FDEC-5170-EECA-4B53-0B7F2A3122C6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D848BF-25B9-8E81-FCB7-7AC54FD72B6A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74B4C0-499D-E297-F0AC-583C95554F08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E72EC2-3199-A7BA-116A-B9399F9C2668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36CF54-D0F7-8EC8-7817-0874F2352BCB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DE3BE8-FC8E-16D9-C377-30A0D5C7BB43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6790C1-189B-4275-E33B-4AA201CF5083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E56C12-BDA5-8100-BD46-03111ADDF8D8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9951A27-1E1B-4753-6874-9F2ACC18233E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1D4DCE-C910-0A4C-0C50-E76820DCD7AC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C564C2-B245-15EF-3277-31CDD593DE35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2AE3C7F0-2373-C559-26EC-5A23DF144AEF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863213-D79B-51D4-F674-4542FBDD33BA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264EC876-37EA-9EAC-3DE6-36B9C702801D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CF152A-FED5-1834-41CC-B97CA550E71D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D067BF-914A-16B7-F86A-AB366C6C1CD7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D4D485-8E36-47BD-42FA-0B74BB6FB091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7B0FD85-8450-2AB0-D434-B142FA720F4C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26AE1E54-6735-BD6D-CB54-28215CE89991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1C135D64-0B73-3D5F-C363-5B5C1C19B36E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4A7CCE5-1BAA-8E2C-4DB3-2B492869FBA2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0B1850D4-092D-D3BC-43D7-44674EF7E042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10159EF4-3CFA-A202-2069-C71ABF16DAB3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459FE37C-CE0A-5341-5C67-8AA23C350F17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2EA1B1F6-9298-9014-5A3D-8D7203F6C1DA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516B6C44-CC57-342A-8410-EE454854E792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C2DD070A-7D99-CEAC-FCD2-067F8D1FAB1A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pic>
        <p:nvPicPr>
          <p:cNvPr id="464" name="Picture 463">
            <a:extLst>
              <a:ext uri="{FF2B5EF4-FFF2-40B4-BE49-F238E27FC236}">
                <a16:creationId xmlns:a16="http://schemas.microsoft.com/office/drawing/2014/main" id="{14E3C205-60B0-3984-B951-28A5B069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65" name="Rectangle 464">
            <a:extLst>
              <a:ext uri="{FF2B5EF4-FFF2-40B4-BE49-F238E27FC236}">
                <a16:creationId xmlns:a16="http://schemas.microsoft.com/office/drawing/2014/main" id="{90244081-BA97-B7EA-C8BC-554A342AB0C7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09A404EC-4059-B46E-DCF0-C3AE7B945C25}"/>
              </a:ext>
            </a:extLst>
          </p:cNvPr>
          <p:cNvSpPr/>
          <p:nvPr/>
        </p:nvSpPr>
        <p:spPr>
          <a:xfrm>
            <a:off x="5094818" y="309834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04737E2-1BFF-7706-D723-79F45B89FEAF}"/>
              </a:ext>
            </a:extLst>
          </p:cNvPr>
          <p:cNvSpPr/>
          <p:nvPr/>
        </p:nvSpPr>
        <p:spPr>
          <a:xfrm>
            <a:off x="5883361" y="3098342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296F09B-68E6-95AC-C63B-DE59913EB3E1}"/>
              </a:ext>
            </a:extLst>
          </p:cNvPr>
          <p:cNvSpPr/>
          <p:nvPr/>
        </p:nvSpPr>
        <p:spPr>
          <a:xfrm>
            <a:off x="5094818" y="2977693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AA608D71-EAE0-ED37-5FFA-36A770B8BAFB}"/>
              </a:ext>
            </a:extLst>
          </p:cNvPr>
          <p:cNvSpPr/>
          <p:nvPr/>
        </p:nvSpPr>
        <p:spPr>
          <a:xfrm>
            <a:off x="5094818" y="3464987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B0E21D5-E03F-F09E-1DD8-E4E11F94236E}"/>
              </a:ext>
            </a:extLst>
          </p:cNvPr>
          <p:cNvSpPr/>
          <p:nvPr/>
        </p:nvSpPr>
        <p:spPr>
          <a:xfrm>
            <a:off x="5883362" y="310067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E01807B3-C176-4D85-9371-B7E81E45C5D2}"/>
              </a:ext>
            </a:extLst>
          </p:cNvPr>
          <p:cNvSpPr/>
          <p:nvPr/>
        </p:nvSpPr>
        <p:spPr>
          <a:xfrm>
            <a:off x="5883361" y="322135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68F898AD-CB4D-17EA-F022-4AD9E76E8D28}"/>
              </a:ext>
            </a:extLst>
          </p:cNvPr>
          <p:cNvSpPr/>
          <p:nvPr/>
        </p:nvSpPr>
        <p:spPr>
          <a:xfrm>
            <a:off x="5883361" y="334203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44D440C8-A302-02E4-17C6-B64230AEC7F0}"/>
              </a:ext>
            </a:extLst>
          </p:cNvPr>
          <p:cNvSpPr txBox="1"/>
          <p:nvPr/>
        </p:nvSpPr>
        <p:spPr>
          <a:xfrm>
            <a:off x="5420308" y="342567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3BFE22CB-8655-27D8-5926-7FA4A858F10C}"/>
              </a:ext>
            </a:extLst>
          </p:cNvPr>
          <p:cNvCxnSpPr>
            <a:cxnSpLocks/>
          </p:cNvCxnSpPr>
          <p:nvPr/>
        </p:nvCxnSpPr>
        <p:spPr>
          <a:xfrm>
            <a:off x="5601288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CDD17501-69F6-8F0E-D0E7-8DA82B69426B}"/>
              </a:ext>
            </a:extLst>
          </p:cNvPr>
          <p:cNvCxnSpPr>
            <a:cxnSpLocks/>
          </p:cNvCxnSpPr>
          <p:nvPr/>
        </p:nvCxnSpPr>
        <p:spPr>
          <a:xfrm>
            <a:off x="5729872" y="3464989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4123367A-7105-8A31-2695-9E0E768B80DD}"/>
              </a:ext>
            </a:extLst>
          </p:cNvPr>
          <p:cNvSpPr txBox="1"/>
          <p:nvPr/>
        </p:nvSpPr>
        <p:spPr>
          <a:xfrm>
            <a:off x="5803579" y="3085207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B8444C36-2045-90FD-4FC9-A8CBF02FDEBC}"/>
              </a:ext>
            </a:extLst>
          </p:cNvPr>
          <p:cNvSpPr txBox="1"/>
          <p:nvPr/>
        </p:nvSpPr>
        <p:spPr>
          <a:xfrm>
            <a:off x="5843034" y="320499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578B6E83-09EF-4026-2A03-CA627346460F}"/>
              </a:ext>
            </a:extLst>
          </p:cNvPr>
          <p:cNvSpPr txBox="1"/>
          <p:nvPr/>
        </p:nvSpPr>
        <p:spPr>
          <a:xfrm>
            <a:off x="5813366" y="3327247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D660379E-9318-BF32-79FA-40AF99BC2097}"/>
              </a:ext>
            </a:extLst>
          </p:cNvPr>
          <p:cNvSpPr txBox="1"/>
          <p:nvPr/>
        </p:nvSpPr>
        <p:spPr>
          <a:xfrm>
            <a:off x="5874867" y="3442383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A5AB802B-B12E-9392-5EC8-7F15FBBCDD3C}"/>
              </a:ext>
            </a:extLst>
          </p:cNvPr>
          <p:cNvSpPr/>
          <p:nvPr/>
        </p:nvSpPr>
        <p:spPr>
          <a:xfrm>
            <a:off x="5883361" y="3468434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913AB7C5-157D-783E-6CA8-837CC2D73FD8}"/>
              </a:ext>
            </a:extLst>
          </p:cNvPr>
          <p:cNvSpPr/>
          <p:nvPr/>
        </p:nvSpPr>
        <p:spPr>
          <a:xfrm>
            <a:off x="6107012" y="322078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87190218-75BA-F8CD-A2DF-C4640EF0C4E8}"/>
              </a:ext>
            </a:extLst>
          </p:cNvPr>
          <p:cNvSpPr/>
          <p:nvPr/>
        </p:nvSpPr>
        <p:spPr>
          <a:xfrm>
            <a:off x="6107010" y="334461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272DA457-D5E9-3DE2-C8B4-C23E09E4C376}"/>
              </a:ext>
            </a:extLst>
          </p:cNvPr>
          <p:cNvSpPr txBox="1"/>
          <p:nvPr/>
        </p:nvSpPr>
        <p:spPr>
          <a:xfrm>
            <a:off x="6101052" y="320757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6A6710D7-101B-B892-A060-75E9CDCF86CA}"/>
              </a:ext>
            </a:extLst>
          </p:cNvPr>
          <p:cNvSpPr/>
          <p:nvPr/>
        </p:nvSpPr>
        <p:spPr>
          <a:xfrm>
            <a:off x="6110184" y="297797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42CDA1D-E164-0CD1-C868-2D9C0665D202}"/>
              </a:ext>
            </a:extLst>
          </p:cNvPr>
          <p:cNvSpPr/>
          <p:nvPr/>
        </p:nvSpPr>
        <p:spPr>
          <a:xfrm>
            <a:off x="6242547" y="2977460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95FF06FC-9E43-6B13-F71A-DEDAD71C98DB}"/>
              </a:ext>
            </a:extLst>
          </p:cNvPr>
          <p:cNvSpPr/>
          <p:nvPr/>
        </p:nvSpPr>
        <p:spPr>
          <a:xfrm>
            <a:off x="5883334" y="297767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5C1D17C2-64EE-742A-F79C-EDBEAF474A72}"/>
              </a:ext>
            </a:extLst>
          </p:cNvPr>
          <p:cNvSpPr/>
          <p:nvPr/>
        </p:nvSpPr>
        <p:spPr>
          <a:xfrm>
            <a:off x="6242923" y="322172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81BF80BC-7CA5-94CB-FEE2-1B02EE42997F}"/>
              </a:ext>
            </a:extLst>
          </p:cNvPr>
          <p:cNvSpPr/>
          <p:nvPr/>
        </p:nvSpPr>
        <p:spPr>
          <a:xfrm>
            <a:off x="6241916" y="3344847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5FC9EEC2-F686-5824-CD60-52B2BD72ECC5}"/>
              </a:ext>
            </a:extLst>
          </p:cNvPr>
          <p:cNvSpPr/>
          <p:nvPr/>
        </p:nvSpPr>
        <p:spPr>
          <a:xfrm>
            <a:off x="6110156" y="3099416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0DC1B1AF-B101-B9F2-073E-AB9389E34FD4}"/>
              </a:ext>
            </a:extLst>
          </p:cNvPr>
          <p:cNvSpPr txBox="1"/>
          <p:nvPr/>
        </p:nvSpPr>
        <p:spPr>
          <a:xfrm>
            <a:off x="6039428" y="2961368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3858671E-F78A-288F-A245-E85E217937F5}"/>
              </a:ext>
            </a:extLst>
          </p:cNvPr>
          <p:cNvSpPr txBox="1"/>
          <p:nvPr/>
        </p:nvSpPr>
        <p:spPr>
          <a:xfrm>
            <a:off x="6111647" y="3083469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22A3256F-710E-4009-CDBF-C39CCDD7A2D3}"/>
              </a:ext>
            </a:extLst>
          </p:cNvPr>
          <p:cNvSpPr txBox="1"/>
          <p:nvPr/>
        </p:nvSpPr>
        <p:spPr>
          <a:xfrm>
            <a:off x="6175458" y="2961535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8BA1E269-1FC1-6E5B-C8EF-9B11B0E80652}"/>
              </a:ext>
            </a:extLst>
          </p:cNvPr>
          <p:cNvSpPr txBox="1"/>
          <p:nvPr/>
        </p:nvSpPr>
        <p:spPr>
          <a:xfrm>
            <a:off x="6236466" y="32060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110B4EA9-3854-7A6B-DB2C-7B63C2B9D678}"/>
              </a:ext>
            </a:extLst>
          </p:cNvPr>
          <p:cNvSpPr txBox="1"/>
          <p:nvPr/>
        </p:nvSpPr>
        <p:spPr>
          <a:xfrm>
            <a:off x="5027190" y="2993153"/>
            <a:ext cx="9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Parts are free from deformation</a:t>
            </a: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97EBFA92-47A6-D095-A466-4F09ADF05CA0}"/>
              </a:ext>
            </a:extLst>
          </p:cNvPr>
          <p:cNvSpPr/>
          <p:nvPr/>
        </p:nvSpPr>
        <p:spPr>
          <a:xfrm>
            <a:off x="4308010" y="2273495"/>
            <a:ext cx="547109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E0751691-C792-66B3-8343-E2BA7C1E904D}"/>
              </a:ext>
            </a:extLst>
          </p:cNvPr>
          <p:cNvSpPr txBox="1"/>
          <p:nvPr/>
        </p:nvSpPr>
        <p:spPr>
          <a:xfrm>
            <a:off x="4298381" y="2227501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Convoier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F5AA01F4-5B14-2F0A-2D60-B0751A05BC1F}"/>
              </a:ext>
            </a:extLst>
          </p:cNvPr>
          <p:cNvSpPr/>
          <p:nvPr/>
        </p:nvSpPr>
        <p:spPr>
          <a:xfrm>
            <a:off x="4304184" y="2475633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CC92401C-4D60-44C6-64E4-1886641D432D}"/>
              </a:ext>
            </a:extLst>
          </p:cNvPr>
          <p:cNvSpPr txBox="1"/>
          <p:nvPr/>
        </p:nvSpPr>
        <p:spPr>
          <a:xfrm>
            <a:off x="4328350" y="2430100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E1AF8850-063B-DBAF-B6D4-239E0EEE8E1A}"/>
              </a:ext>
            </a:extLst>
          </p:cNvPr>
          <p:cNvSpPr/>
          <p:nvPr/>
        </p:nvSpPr>
        <p:spPr>
          <a:xfrm>
            <a:off x="4304396" y="2677771"/>
            <a:ext cx="558376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3DDDE3E5-A80F-D120-0A29-383C8C2C64E1}"/>
              </a:ext>
            </a:extLst>
          </p:cNvPr>
          <p:cNvSpPr txBox="1"/>
          <p:nvPr/>
        </p:nvSpPr>
        <p:spPr>
          <a:xfrm>
            <a:off x="4219021" y="2628013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CNC machine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6091B504-1DD2-4585-167A-DBF87877AEBB}"/>
              </a:ext>
            </a:extLst>
          </p:cNvPr>
          <p:cNvSpPr/>
          <p:nvPr/>
        </p:nvSpPr>
        <p:spPr>
          <a:xfrm>
            <a:off x="4248962" y="5160159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8B2C2236-EE87-313B-2CD2-7B113C9254F2}"/>
              </a:ext>
            </a:extLst>
          </p:cNvPr>
          <p:cNvSpPr/>
          <p:nvPr/>
        </p:nvSpPr>
        <p:spPr>
          <a:xfrm>
            <a:off x="4246268" y="5160807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40304E9A-18C1-D4B6-7C76-B6A61E8D8064}"/>
              </a:ext>
            </a:extLst>
          </p:cNvPr>
          <p:cNvSpPr/>
          <p:nvPr/>
        </p:nvSpPr>
        <p:spPr>
          <a:xfrm>
            <a:off x="4248093" y="5409164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0CB13DA1-FD91-756C-CDE0-DCD2865A9922}"/>
              </a:ext>
            </a:extLst>
          </p:cNvPr>
          <p:cNvSpPr/>
          <p:nvPr/>
        </p:nvSpPr>
        <p:spPr>
          <a:xfrm>
            <a:off x="4631055" y="5280514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A0E85C91-939C-FE5D-FEA9-5C53E9F76638}"/>
              </a:ext>
            </a:extLst>
          </p:cNvPr>
          <p:cNvSpPr/>
          <p:nvPr/>
        </p:nvSpPr>
        <p:spPr>
          <a:xfrm>
            <a:off x="4631055" y="5405956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D77294E0-E05F-70D1-C3A9-E25B40583921}"/>
              </a:ext>
            </a:extLst>
          </p:cNvPr>
          <p:cNvSpPr txBox="1"/>
          <p:nvPr/>
        </p:nvSpPr>
        <p:spPr>
          <a:xfrm>
            <a:off x="4553665" y="5270273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5C9E19FA-5A2B-C427-918B-085527FEFBBF}"/>
              </a:ext>
            </a:extLst>
          </p:cNvPr>
          <p:cNvSpPr txBox="1"/>
          <p:nvPr/>
        </p:nvSpPr>
        <p:spPr>
          <a:xfrm>
            <a:off x="4545501" y="5397653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1DA485B3-53B2-25E2-AE8E-BFF586EAF045}"/>
              </a:ext>
            </a:extLst>
          </p:cNvPr>
          <p:cNvSpPr/>
          <p:nvPr/>
        </p:nvSpPr>
        <p:spPr>
          <a:xfrm>
            <a:off x="4733262" y="5405387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294DF1A4-C8C8-88FC-ADDF-EC517DC5FC28}"/>
              </a:ext>
            </a:extLst>
          </p:cNvPr>
          <p:cNvSpPr txBox="1"/>
          <p:nvPr/>
        </p:nvSpPr>
        <p:spPr>
          <a:xfrm>
            <a:off x="4714613" y="539060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41450460-B260-325A-8D4B-21745DD3892B}"/>
              </a:ext>
            </a:extLst>
          </p:cNvPr>
          <p:cNvSpPr/>
          <p:nvPr/>
        </p:nvSpPr>
        <p:spPr>
          <a:xfrm>
            <a:off x="4738816" y="5162575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F40877BA-C1DF-54EA-C919-5260744D612E}"/>
              </a:ext>
            </a:extLst>
          </p:cNvPr>
          <p:cNvSpPr/>
          <p:nvPr/>
        </p:nvSpPr>
        <p:spPr>
          <a:xfrm>
            <a:off x="4840222" y="5162063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5AC33C1F-ED08-45A5-D5D1-1A093CBF1A08}"/>
              </a:ext>
            </a:extLst>
          </p:cNvPr>
          <p:cNvSpPr/>
          <p:nvPr/>
        </p:nvSpPr>
        <p:spPr>
          <a:xfrm>
            <a:off x="4632675" y="5161614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DBE18286-B3C1-F037-E669-4515A3463BE1}"/>
              </a:ext>
            </a:extLst>
          </p:cNvPr>
          <p:cNvSpPr/>
          <p:nvPr/>
        </p:nvSpPr>
        <p:spPr>
          <a:xfrm>
            <a:off x="4833454" y="5406328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37FD1285-B523-B485-B894-9EFD163FFBCE}"/>
              </a:ext>
            </a:extLst>
          </p:cNvPr>
          <p:cNvSpPr/>
          <p:nvPr/>
        </p:nvSpPr>
        <p:spPr>
          <a:xfrm>
            <a:off x="4738788" y="5281638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76BC97EC-57E8-DEE7-EC40-4AB8178B891E}"/>
              </a:ext>
            </a:extLst>
          </p:cNvPr>
          <p:cNvSpPr txBox="1"/>
          <p:nvPr/>
        </p:nvSpPr>
        <p:spPr>
          <a:xfrm>
            <a:off x="4660985" y="5142190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87A1A5C4-0E43-5749-5CB8-C9F747151948}"/>
              </a:ext>
            </a:extLst>
          </p:cNvPr>
          <p:cNvSpPr txBox="1"/>
          <p:nvPr/>
        </p:nvSpPr>
        <p:spPr>
          <a:xfrm>
            <a:off x="4703360" y="5274982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9B76B1F9-8954-79B8-C299-F165C90BD6E0}"/>
              </a:ext>
            </a:extLst>
          </p:cNvPr>
          <p:cNvSpPr txBox="1"/>
          <p:nvPr/>
        </p:nvSpPr>
        <p:spPr>
          <a:xfrm>
            <a:off x="4755564" y="5151444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DDE05995-04D4-F143-70FC-89FB5AB5C0C4}"/>
              </a:ext>
            </a:extLst>
          </p:cNvPr>
          <p:cNvSpPr txBox="1"/>
          <p:nvPr/>
        </p:nvSpPr>
        <p:spPr>
          <a:xfrm>
            <a:off x="4806216" y="5392986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9237B58E-96DE-9C8A-66D9-E0A9E126DD8A}"/>
              </a:ext>
            </a:extLst>
          </p:cNvPr>
          <p:cNvSpPr txBox="1"/>
          <p:nvPr/>
        </p:nvSpPr>
        <p:spPr>
          <a:xfrm>
            <a:off x="4215651" y="5167955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Robot 1</a:t>
            </a:r>
            <a:endParaRPr lang="nb-NO" sz="200" b="1" dirty="0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1D58CA9C-CAD9-586F-9034-778FE36678C8}"/>
              </a:ext>
            </a:extLst>
          </p:cNvPr>
          <p:cNvSpPr/>
          <p:nvPr/>
        </p:nvSpPr>
        <p:spPr>
          <a:xfrm>
            <a:off x="4295895" y="2903501"/>
            <a:ext cx="550935" cy="1238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DE089E98-6F51-6426-2C68-BABA449BE012}"/>
              </a:ext>
            </a:extLst>
          </p:cNvPr>
          <p:cNvSpPr txBox="1"/>
          <p:nvPr/>
        </p:nvSpPr>
        <p:spPr>
          <a:xfrm>
            <a:off x="4320061" y="2857968"/>
            <a:ext cx="763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Robot 1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C7B6CDE7-7EE4-A2A6-C69F-E00027597ADE}"/>
              </a:ext>
            </a:extLst>
          </p:cNvPr>
          <p:cNvSpPr/>
          <p:nvPr/>
        </p:nvSpPr>
        <p:spPr>
          <a:xfrm>
            <a:off x="3461577" y="5487245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85C3D63D-EA8D-BBF7-687E-64FD0EDBC7DA}"/>
              </a:ext>
            </a:extLst>
          </p:cNvPr>
          <p:cNvSpPr/>
          <p:nvPr/>
        </p:nvSpPr>
        <p:spPr>
          <a:xfrm>
            <a:off x="3458883" y="5487893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39F5DC4A-DB38-3E4B-F640-A3DD90AE4E90}"/>
              </a:ext>
            </a:extLst>
          </p:cNvPr>
          <p:cNvSpPr/>
          <p:nvPr/>
        </p:nvSpPr>
        <p:spPr>
          <a:xfrm>
            <a:off x="3460708" y="5736250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85E83A1B-4769-F04C-2D85-F8436613EEBB}"/>
              </a:ext>
            </a:extLst>
          </p:cNvPr>
          <p:cNvSpPr/>
          <p:nvPr/>
        </p:nvSpPr>
        <p:spPr>
          <a:xfrm>
            <a:off x="3843670" y="5607600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5" name="Rectangle 1384">
            <a:extLst>
              <a:ext uri="{FF2B5EF4-FFF2-40B4-BE49-F238E27FC236}">
                <a16:creationId xmlns:a16="http://schemas.microsoft.com/office/drawing/2014/main" id="{5CEA0FF5-82A2-DC35-17AA-DEF13F58081E}"/>
              </a:ext>
            </a:extLst>
          </p:cNvPr>
          <p:cNvSpPr/>
          <p:nvPr/>
        </p:nvSpPr>
        <p:spPr>
          <a:xfrm>
            <a:off x="3843670" y="5733042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61A5693A-35E6-6675-CAF9-1FA9C5B030A4}"/>
              </a:ext>
            </a:extLst>
          </p:cNvPr>
          <p:cNvSpPr txBox="1"/>
          <p:nvPr/>
        </p:nvSpPr>
        <p:spPr>
          <a:xfrm>
            <a:off x="3766280" y="5597359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E3BD9079-6E03-A403-72ED-6BA2C87A69C6}"/>
              </a:ext>
            </a:extLst>
          </p:cNvPr>
          <p:cNvSpPr txBox="1"/>
          <p:nvPr/>
        </p:nvSpPr>
        <p:spPr>
          <a:xfrm>
            <a:off x="3758116" y="5724739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FFFB3FEE-BBEF-AE80-5BD5-4A6A596AB615}"/>
              </a:ext>
            </a:extLst>
          </p:cNvPr>
          <p:cNvSpPr/>
          <p:nvPr/>
        </p:nvSpPr>
        <p:spPr>
          <a:xfrm>
            <a:off x="3945877" y="5732473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646D4E42-A194-1D77-515C-2E642E2AC526}"/>
              </a:ext>
            </a:extLst>
          </p:cNvPr>
          <p:cNvSpPr txBox="1"/>
          <p:nvPr/>
        </p:nvSpPr>
        <p:spPr>
          <a:xfrm>
            <a:off x="3927228" y="571769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D51ACCA7-C37F-E779-2A98-775264D01E6F}"/>
              </a:ext>
            </a:extLst>
          </p:cNvPr>
          <p:cNvSpPr/>
          <p:nvPr/>
        </p:nvSpPr>
        <p:spPr>
          <a:xfrm>
            <a:off x="3951431" y="5489661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C9C19CDA-84BF-9225-89CC-B32A7540142A}"/>
              </a:ext>
            </a:extLst>
          </p:cNvPr>
          <p:cNvSpPr/>
          <p:nvPr/>
        </p:nvSpPr>
        <p:spPr>
          <a:xfrm>
            <a:off x="4052837" y="5489149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B578D8A9-2F4F-2C6E-4368-BCAB61B7318E}"/>
              </a:ext>
            </a:extLst>
          </p:cNvPr>
          <p:cNvSpPr/>
          <p:nvPr/>
        </p:nvSpPr>
        <p:spPr>
          <a:xfrm>
            <a:off x="3845290" y="5488700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75F60810-00E5-486E-D010-E4B3F7DE073D}"/>
              </a:ext>
            </a:extLst>
          </p:cNvPr>
          <p:cNvSpPr/>
          <p:nvPr/>
        </p:nvSpPr>
        <p:spPr>
          <a:xfrm>
            <a:off x="4046069" y="5733414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A006B14D-22F8-1982-A791-EEDE48053D43}"/>
              </a:ext>
            </a:extLst>
          </p:cNvPr>
          <p:cNvSpPr/>
          <p:nvPr/>
        </p:nvSpPr>
        <p:spPr>
          <a:xfrm>
            <a:off x="3951403" y="5608724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C6D22C0A-4FD7-3B1D-833D-A343B88BC682}"/>
              </a:ext>
            </a:extLst>
          </p:cNvPr>
          <p:cNvSpPr txBox="1"/>
          <p:nvPr/>
        </p:nvSpPr>
        <p:spPr>
          <a:xfrm>
            <a:off x="3873600" y="5469276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EBB77F4E-C689-1261-170A-7DA69A61FADE}"/>
              </a:ext>
            </a:extLst>
          </p:cNvPr>
          <p:cNvSpPr txBox="1"/>
          <p:nvPr/>
        </p:nvSpPr>
        <p:spPr>
          <a:xfrm>
            <a:off x="3915975" y="5602068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8DC20CF0-FC55-97F1-ADA0-183D8CA9BD60}"/>
              </a:ext>
            </a:extLst>
          </p:cNvPr>
          <p:cNvSpPr txBox="1"/>
          <p:nvPr/>
        </p:nvSpPr>
        <p:spPr>
          <a:xfrm>
            <a:off x="3968179" y="5478530"/>
            <a:ext cx="25849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E6667CC2-2FF9-A208-4CBA-C54D0C6492C9}"/>
              </a:ext>
            </a:extLst>
          </p:cNvPr>
          <p:cNvSpPr txBox="1"/>
          <p:nvPr/>
        </p:nvSpPr>
        <p:spPr>
          <a:xfrm>
            <a:off x="4018831" y="572007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1F07F602-BA66-4ABB-36BD-A2B818CE89E8}"/>
              </a:ext>
            </a:extLst>
          </p:cNvPr>
          <p:cNvSpPr txBox="1"/>
          <p:nvPr/>
        </p:nvSpPr>
        <p:spPr>
          <a:xfrm>
            <a:off x="3428266" y="5495041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B62 </a:t>
            </a:r>
            <a:endParaRPr lang="nb-NO" sz="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657B9-EA02-FC6D-F569-8C771B14B41F}"/>
              </a:ext>
            </a:extLst>
          </p:cNvPr>
          <p:cNvSpPr/>
          <p:nvPr/>
        </p:nvSpPr>
        <p:spPr>
          <a:xfrm>
            <a:off x="6216133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BE959-307A-81BC-2006-D9D020BDE42B}"/>
              </a:ext>
            </a:extLst>
          </p:cNvPr>
          <p:cNvSpPr/>
          <p:nvPr/>
        </p:nvSpPr>
        <p:spPr>
          <a:xfrm>
            <a:off x="6216134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F778F-DA0E-82D4-B7F7-28F9B98EA957}"/>
              </a:ext>
            </a:extLst>
          </p:cNvPr>
          <p:cNvSpPr/>
          <p:nvPr/>
        </p:nvSpPr>
        <p:spPr>
          <a:xfrm>
            <a:off x="7039760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1618B-F039-AEE8-DA6E-94364C5B09B1}"/>
              </a:ext>
            </a:extLst>
          </p:cNvPr>
          <p:cNvSpPr/>
          <p:nvPr/>
        </p:nvSpPr>
        <p:spPr>
          <a:xfrm>
            <a:off x="6827229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B551B-B28A-B7B0-976C-B2EA6B37C846}"/>
              </a:ext>
            </a:extLst>
          </p:cNvPr>
          <p:cNvSpPr/>
          <p:nvPr/>
        </p:nvSpPr>
        <p:spPr>
          <a:xfrm>
            <a:off x="7204011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21EB6-6A1D-EE8D-0672-A219830CB4E5}"/>
              </a:ext>
            </a:extLst>
          </p:cNvPr>
          <p:cNvSpPr/>
          <p:nvPr/>
        </p:nvSpPr>
        <p:spPr>
          <a:xfrm>
            <a:off x="7042143" y="424554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BBAFC-AF40-668E-4E45-F72B61DEB955}"/>
              </a:ext>
            </a:extLst>
          </p:cNvPr>
          <p:cNvSpPr/>
          <p:nvPr/>
        </p:nvSpPr>
        <p:spPr>
          <a:xfrm>
            <a:off x="6829612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22297-0C5C-BD7B-3C36-0FFF578C885B}"/>
              </a:ext>
            </a:extLst>
          </p:cNvPr>
          <p:cNvSpPr/>
          <p:nvPr/>
        </p:nvSpPr>
        <p:spPr>
          <a:xfrm>
            <a:off x="7206394" y="4245545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2D76A-B526-08EF-0F4C-59734035F289}"/>
              </a:ext>
            </a:extLst>
          </p:cNvPr>
          <p:cNvSpPr txBox="1"/>
          <p:nvPr/>
        </p:nvSpPr>
        <p:spPr>
          <a:xfrm>
            <a:off x="6957259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8C523-CB08-EE5E-C0FA-936832D517B3}"/>
              </a:ext>
            </a:extLst>
          </p:cNvPr>
          <p:cNvSpPr txBox="1"/>
          <p:nvPr/>
        </p:nvSpPr>
        <p:spPr>
          <a:xfrm>
            <a:off x="7134502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E96B07-8736-8DFD-70D2-7AD9DCD97C0C}"/>
              </a:ext>
            </a:extLst>
          </p:cNvPr>
          <p:cNvSpPr/>
          <p:nvPr/>
        </p:nvSpPr>
        <p:spPr>
          <a:xfrm>
            <a:off x="7040351" y="4344662"/>
            <a:ext cx="170227" cy="2036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C6B0FD-B0BB-D740-140E-B26D5BCA6E9E}"/>
              </a:ext>
            </a:extLst>
          </p:cNvPr>
          <p:cNvSpPr/>
          <p:nvPr/>
        </p:nvSpPr>
        <p:spPr>
          <a:xfrm>
            <a:off x="6827820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9D64CF-6B29-8E2A-582B-A190538DEEB7}"/>
              </a:ext>
            </a:extLst>
          </p:cNvPr>
          <p:cNvSpPr/>
          <p:nvPr/>
        </p:nvSpPr>
        <p:spPr>
          <a:xfrm>
            <a:off x="7204602" y="4343401"/>
            <a:ext cx="170227" cy="204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51D53-AAA2-65FB-2E97-35A0ED6EC0A3}"/>
              </a:ext>
            </a:extLst>
          </p:cNvPr>
          <p:cNvSpPr txBox="1"/>
          <p:nvPr/>
        </p:nvSpPr>
        <p:spPr>
          <a:xfrm>
            <a:off x="6798425" y="435762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CAF6A-BBE0-5155-05A1-DA2734517990}"/>
              </a:ext>
            </a:extLst>
          </p:cNvPr>
          <p:cNvSpPr txBox="1"/>
          <p:nvPr/>
        </p:nvSpPr>
        <p:spPr>
          <a:xfrm>
            <a:off x="6755997" y="420835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F94EB1-232D-A1DD-DB33-425AFED198CF}"/>
              </a:ext>
            </a:extLst>
          </p:cNvPr>
          <p:cNvSpPr txBox="1"/>
          <p:nvPr/>
        </p:nvSpPr>
        <p:spPr>
          <a:xfrm>
            <a:off x="7011653" y="4203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C9AF1-9D88-BD45-993E-D36A91386181}"/>
              </a:ext>
            </a:extLst>
          </p:cNvPr>
          <p:cNvSpPr txBox="1"/>
          <p:nvPr/>
        </p:nvSpPr>
        <p:spPr>
          <a:xfrm>
            <a:off x="7182296" y="42077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877F9F-244C-F486-E413-E46562E2E585}"/>
              </a:ext>
            </a:extLst>
          </p:cNvPr>
          <p:cNvSpPr txBox="1"/>
          <p:nvPr/>
        </p:nvSpPr>
        <p:spPr>
          <a:xfrm>
            <a:off x="6249872" y="4074759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C183E-C181-5A7D-0421-1C51AAFC8DB8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CB43ADB-D841-03B1-EB6D-5067EE5CF828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75D8B67D-6A03-47C0-3DD7-EB9AB6A8199B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10B6FD-3C90-E35A-B0C2-C807ECB7627C}"/>
              </a:ext>
            </a:extLst>
          </p:cNvPr>
          <p:cNvSpPr txBox="1"/>
          <p:nvPr/>
        </p:nvSpPr>
        <p:spPr>
          <a:xfrm>
            <a:off x="8435315" y="3026842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6F0-EA32-B043-8FE9-E733FAAE1FA7}"/>
              </a:ext>
            </a:extLst>
          </p:cNvPr>
          <p:cNvSpPr/>
          <p:nvPr/>
        </p:nvSpPr>
        <p:spPr>
          <a:xfrm>
            <a:off x="8443809" y="3052893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9ECD70-8113-1E12-3E53-AE060BA660B2}"/>
              </a:ext>
            </a:extLst>
          </p:cNvPr>
          <p:cNvSpPr/>
          <p:nvPr/>
        </p:nvSpPr>
        <p:spPr>
          <a:xfrm>
            <a:off x="7844410" y="5557139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CD039B-31B7-81F0-5A3E-284800EAFDC2}"/>
              </a:ext>
            </a:extLst>
          </p:cNvPr>
          <p:cNvSpPr txBox="1"/>
          <p:nvPr/>
        </p:nvSpPr>
        <p:spPr>
          <a:xfrm>
            <a:off x="7982902" y="3013121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618E54-5604-F378-1C26-C2B79ADFCFDC}"/>
              </a:ext>
            </a:extLst>
          </p:cNvPr>
          <p:cNvSpPr txBox="1"/>
          <p:nvPr/>
        </p:nvSpPr>
        <p:spPr>
          <a:xfrm>
            <a:off x="7741094" y="3370687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D02AD9-B02A-AFF6-5E47-DD2E75D78486}"/>
              </a:ext>
            </a:extLst>
          </p:cNvPr>
          <p:cNvSpPr txBox="1"/>
          <p:nvPr/>
        </p:nvSpPr>
        <p:spPr>
          <a:xfrm>
            <a:off x="7413326" y="3676713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9DF846-E2EC-BB9B-2905-3E8983739729}"/>
              </a:ext>
            </a:extLst>
          </p:cNvPr>
          <p:cNvSpPr/>
          <p:nvPr/>
        </p:nvSpPr>
        <p:spPr>
          <a:xfrm>
            <a:off x="7464803" y="366721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0E7165-C0FF-F7F2-9106-9DE7015B8870}"/>
              </a:ext>
            </a:extLst>
          </p:cNvPr>
          <p:cNvSpPr/>
          <p:nvPr/>
        </p:nvSpPr>
        <p:spPr>
          <a:xfrm>
            <a:off x="7464804" y="366721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EE265C-84F5-11CB-DD30-66B69595B679}"/>
              </a:ext>
            </a:extLst>
          </p:cNvPr>
          <p:cNvSpPr/>
          <p:nvPr/>
        </p:nvSpPr>
        <p:spPr>
          <a:xfrm>
            <a:off x="8288430" y="367288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F9B6A8-AD32-5FCB-9D18-F49094D38F0A}"/>
              </a:ext>
            </a:extLst>
          </p:cNvPr>
          <p:cNvSpPr/>
          <p:nvPr/>
        </p:nvSpPr>
        <p:spPr>
          <a:xfrm>
            <a:off x="8075899" y="366949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1BD269-A797-0D73-F13D-8187A0F7588D}"/>
              </a:ext>
            </a:extLst>
          </p:cNvPr>
          <p:cNvSpPr/>
          <p:nvPr/>
        </p:nvSpPr>
        <p:spPr>
          <a:xfrm>
            <a:off x="8452681" y="36728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6D3AE4-A30B-2854-3709-1DD653EFE47A}"/>
              </a:ext>
            </a:extLst>
          </p:cNvPr>
          <p:cNvSpPr/>
          <p:nvPr/>
        </p:nvSpPr>
        <p:spPr>
          <a:xfrm>
            <a:off x="8290813" y="377527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BD5094-56AA-4989-9702-37F0F9312FFE}"/>
              </a:ext>
            </a:extLst>
          </p:cNvPr>
          <p:cNvSpPr/>
          <p:nvPr/>
        </p:nvSpPr>
        <p:spPr>
          <a:xfrm>
            <a:off x="8078282" y="377189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F7A0E1C3-5DB2-021A-A13B-95603940164D}"/>
              </a:ext>
            </a:extLst>
          </p:cNvPr>
          <p:cNvSpPr/>
          <p:nvPr/>
        </p:nvSpPr>
        <p:spPr>
          <a:xfrm>
            <a:off x="8455064" y="3775276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FDE451E6-B0C5-F9DC-4F92-EE81CB95A552}"/>
              </a:ext>
            </a:extLst>
          </p:cNvPr>
          <p:cNvSpPr txBox="1"/>
          <p:nvPr/>
        </p:nvSpPr>
        <p:spPr>
          <a:xfrm>
            <a:off x="8205929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2129D121-2B4B-F89A-5511-D858EAE2F844}"/>
              </a:ext>
            </a:extLst>
          </p:cNvPr>
          <p:cNvSpPr txBox="1"/>
          <p:nvPr/>
        </p:nvSpPr>
        <p:spPr>
          <a:xfrm>
            <a:off x="8389183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D23B2D79-CC52-8546-DF82-BD4092D8D4EC}"/>
              </a:ext>
            </a:extLst>
          </p:cNvPr>
          <p:cNvSpPr/>
          <p:nvPr/>
        </p:nvSpPr>
        <p:spPr>
          <a:xfrm>
            <a:off x="8290587" y="387528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A0C5A9E4-5F54-097A-576A-C8488CD30D5F}"/>
              </a:ext>
            </a:extLst>
          </p:cNvPr>
          <p:cNvSpPr/>
          <p:nvPr/>
        </p:nvSpPr>
        <p:spPr>
          <a:xfrm>
            <a:off x="8078056" y="387190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659A5F1D-E92F-7DC7-C252-F6EB402F5288}"/>
              </a:ext>
            </a:extLst>
          </p:cNvPr>
          <p:cNvSpPr/>
          <p:nvPr/>
        </p:nvSpPr>
        <p:spPr>
          <a:xfrm>
            <a:off x="8454838" y="387528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B359E11B-67AE-88FC-0530-0673C876F620}"/>
              </a:ext>
            </a:extLst>
          </p:cNvPr>
          <p:cNvSpPr/>
          <p:nvPr/>
        </p:nvSpPr>
        <p:spPr>
          <a:xfrm>
            <a:off x="8289021" y="39774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CBF2D322-2237-5462-B37A-BF4CFCFB90BC}"/>
              </a:ext>
            </a:extLst>
          </p:cNvPr>
          <p:cNvSpPr/>
          <p:nvPr/>
        </p:nvSpPr>
        <p:spPr>
          <a:xfrm>
            <a:off x="8076490" y="397409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7E80BA64-3947-600C-2712-649618CD299E}"/>
              </a:ext>
            </a:extLst>
          </p:cNvPr>
          <p:cNvSpPr/>
          <p:nvPr/>
        </p:nvSpPr>
        <p:spPr>
          <a:xfrm>
            <a:off x="8453272" y="397748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61C433E4-A802-320A-6FDE-256DA59D1F03}"/>
              </a:ext>
            </a:extLst>
          </p:cNvPr>
          <p:cNvSpPr txBox="1"/>
          <p:nvPr/>
        </p:nvSpPr>
        <p:spPr>
          <a:xfrm>
            <a:off x="8051955" y="393332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80766930-FDD2-F9B5-B728-B2B50781D8A4}"/>
              </a:ext>
            </a:extLst>
          </p:cNvPr>
          <p:cNvSpPr txBox="1"/>
          <p:nvPr/>
        </p:nvSpPr>
        <p:spPr>
          <a:xfrm>
            <a:off x="8019821" y="383052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9FA09F4D-AAAD-39F6-BB4E-DF6EAF49C2FB}"/>
              </a:ext>
            </a:extLst>
          </p:cNvPr>
          <p:cNvSpPr txBox="1"/>
          <p:nvPr/>
        </p:nvSpPr>
        <p:spPr>
          <a:xfrm>
            <a:off x="8006232" y="373979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E2325BA1-337F-3CA5-E9E3-0DDE18F56B04}"/>
              </a:ext>
            </a:extLst>
          </p:cNvPr>
          <p:cNvSpPr txBox="1"/>
          <p:nvPr/>
        </p:nvSpPr>
        <p:spPr>
          <a:xfrm>
            <a:off x="8269290" y="373082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4AFCFE62-B24A-9AC6-0B88-D6FB6C704209}"/>
              </a:ext>
            </a:extLst>
          </p:cNvPr>
          <p:cNvSpPr txBox="1"/>
          <p:nvPr/>
        </p:nvSpPr>
        <p:spPr>
          <a:xfrm>
            <a:off x="7413937" y="3676344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6B5E051-B1B5-921E-AFBF-D040954AC657}"/>
              </a:ext>
            </a:extLst>
          </p:cNvPr>
          <p:cNvSpPr/>
          <p:nvPr/>
        </p:nvSpPr>
        <p:spPr>
          <a:xfrm>
            <a:off x="7464711" y="417465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B2E7A1A7-83C7-42AA-D907-3AA4BA0835E7}"/>
              </a:ext>
            </a:extLst>
          </p:cNvPr>
          <p:cNvSpPr/>
          <p:nvPr/>
        </p:nvSpPr>
        <p:spPr>
          <a:xfrm>
            <a:off x="7464712" y="417464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11D7349-A129-2749-0CF8-45286232FB34}"/>
              </a:ext>
            </a:extLst>
          </p:cNvPr>
          <p:cNvSpPr/>
          <p:nvPr/>
        </p:nvSpPr>
        <p:spPr>
          <a:xfrm>
            <a:off x="8288338" y="418031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D759755F-1976-C597-3254-229E8F470A5C}"/>
              </a:ext>
            </a:extLst>
          </p:cNvPr>
          <p:cNvSpPr/>
          <p:nvPr/>
        </p:nvSpPr>
        <p:spPr>
          <a:xfrm>
            <a:off x="8075807" y="417693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56A2D5F-4071-7861-CF2E-11EA23C3ECF3}"/>
              </a:ext>
            </a:extLst>
          </p:cNvPr>
          <p:cNvSpPr/>
          <p:nvPr/>
        </p:nvSpPr>
        <p:spPr>
          <a:xfrm>
            <a:off x="8452589" y="41803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5F165729-0060-628B-9163-B49203A068AA}"/>
              </a:ext>
            </a:extLst>
          </p:cNvPr>
          <p:cNvSpPr/>
          <p:nvPr/>
        </p:nvSpPr>
        <p:spPr>
          <a:xfrm>
            <a:off x="8290721" y="4282709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96FF61A1-6B62-8E96-78EB-3E7C77A7C836}"/>
              </a:ext>
            </a:extLst>
          </p:cNvPr>
          <p:cNvSpPr/>
          <p:nvPr/>
        </p:nvSpPr>
        <p:spPr>
          <a:xfrm>
            <a:off x="8078190" y="427932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90EFC58B-D3C3-3DD3-8228-793A1920B0AB}"/>
              </a:ext>
            </a:extLst>
          </p:cNvPr>
          <p:cNvSpPr/>
          <p:nvPr/>
        </p:nvSpPr>
        <p:spPr>
          <a:xfrm>
            <a:off x="8454972" y="4282708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97A38300-7E50-CA1F-565B-772301CE004D}"/>
              </a:ext>
            </a:extLst>
          </p:cNvPr>
          <p:cNvSpPr txBox="1"/>
          <p:nvPr/>
        </p:nvSpPr>
        <p:spPr>
          <a:xfrm>
            <a:off x="8205837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C36E1BB2-2E7C-9C40-7583-9D05E0682D68}"/>
              </a:ext>
            </a:extLst>
          </p:cNvPr>
          <p:cNvSpPr txBox="1"/>
          <p:nvPr/>
        </p:nvSpPr>
        <p:spPr>
          <a:xfrm>
            <a:off x="8389091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2810B710-364B-33BB-A469-8ABB98F551ED}"/>
              </a:ext>
            </a:extLst>
          </p:cNvPr>
          <p:cNvSpPr/>
          <p:nvPr/>
        </p:nvSpPr>
        <p:spPr>
          <a:xfrm>
            <a:off x="8290495" y="438271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AB2307A6-28F5-AA6D-CD7E-B35B3C132DD2}"/>
              </a:ext>
            </a:extLst>
          </p:cNvPr>
          <p:cNvSpPr/>
          <p:nvPr/>
        </p:nvSpPr>
        <p:spPr>
          <a:xfrm>
            <a:off x="8077964" y="43793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2482FE9-06E1-3D3F-B857-03892DE8196C}"/>
              </a:ext>
            </a:extLst>
          </p:cNvPr>
          <p:cNvSpPr/>
          <p:nvPr/>
        </p:nvSpPr>
        <p:spPr>
          <a:xfrm>
            <a:off x="8454746" y="438271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21950D28-234A-F95B-6F9F-23D7550D7E1B}"/>
              </a:ext>
            </a:extLst>
          </p:cNvPr>
          <p:cNvSpPr/>
          <p:nvPr/>
        </p:nvSpPr>
        <p:spPr>
          <a:xfrm>
            <a:off x="8288929" y="4484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33DA224-AA95-5C37-5C9F-C7D668925AB6}"/>
              </a:ext>
            </a:extLst>
          </p:cNvPr>
          <p:cNvSpPr/>
          <p:nvPr/>
        </p:nvSpPr>
        <p:spPr>
          <a:xfrm>
            <a:off x="8076398" y="448152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639A9C5-70BE-2A13-9DBC-76C1E5A03C66}"/>
              </a:ext>
            </a:extLst>
          </p:cNvPr>
          <p:cNvSpPr/>
          <p:nvPr/>
        </p:nvSpPr>
        <p:spPr>
          <a:xfrm>
            <a:off x="8453180" y="448491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BE3ABC04-9632-F09E-CEC0-850E71004331}"/>
              </a:ext>
            </a:extLst>
          </p:cNvPr>
          <p:cNvSpPr txBox="1"/>
          <p:nvPr/>
        </p:nvSpPr>
        <p:spPr>
          <a:xfrm>
            <a:off x="8051863" y="444076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72D3A03A-A749-654F-4F7A-60F038BD3A80}"/>
              </a:ext>
            </a:extLst>
          </p:cNvPr>
          <p:cNvSpPr txBox="1"/>
          <p:nvPr/>
        </p:nvSpPr>
        <p:spPr>
          <a:xfrm>
            <a:off x="8019729" y="433795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D3096141-2960-7904-8DF5-2093F326825D}"/>
              </a:ext>
            </a:extLst>
          </p:cNvPr>
          <p:cNvSpPr txBox="1"/>
          <p:nvPr/>
        </p:nvSpPr>
        <p:spPr>
          <a:xfrm>
            <a:off x="8006140" y="424722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012B1EE1-779A-F849-DDD5-BD0C431F8852}"/>
              </a:ext>
            </a:extLst>
          </p:cNvPr>
          <p:cNvSpPr txBox="1"/>
          <p:nvPr/>
        </p:nvSpPr>
        <p:spPr>
          <a:xfrm>
            <a:off x="8246511" y="42374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11E1154A-6242-3704-6A32-32195D4B428A}"/>
              </a:ext>
            </a:extLst>
          </p:cNvPr>
          <p:cNvSpPr txBox="1"/>
          <p:nvPr/>
        </p:nvSpPr>
        <p:spPr>
          <a:xfrm>
            <a:off x="8426667" y="4239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B941FF03-52E0-43EA-DC62-EAD117A2AB63}"/>
              </a:ext>
            </a:extLst>
          </p:cNvPr>
          <p:cNvSpPr/>
          <p:nvPr/>
        </p:nvSpPr>
        <p:spPr>
          <a:xfrm>
            <a:off x="7466120" y="466956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F01F8AF0-5244-083C-8832-123B9100BE8A}"/>
              </a:ext>
            </a:extLst>
          </p:cNvPr>
          <p:cNvSpPr/>
          <p:nvPr/>
        </p:nvSpPr>
        <p:spPr>
          <a:xfrm>
            <a:off x="7466121" y="466955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C40E27F2-7082-42A8-4595-BE7CFCF09043}"/>
              </a:ext>
            </a:extLst>
          </p:cNvPr>
          <p:cNvSpPr/>
          <p:nvPr/>
        </p:nvSpPr>
        <p:spPr>
          <a:xfrm>
            <a:off x="8289747" y="46752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21747BE6-3202-427B-D045-2FE87F4D6708}"/>
              </a:ext>
            </a:extLst>
          </p:cNvPr>
          <p:cNvSpPr/>
          <p:nvPr/>
        </p:nvSpPr>
        <p:spPr>
          <a:xfrm>
            <a:off x="8077216" y="467184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694AF122-522F-6759-FE4F-6B242EC5DE19}"/>
              </a:ext>
            </a:extLst>
          </p:cNvPr>
          <p:cNvSpPr/>
          <p:nvPr/>
        </p:nvSpPr>
        <p:spPr>
          <a:xfrm>
            <a:off x="8453998" y="46752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15B6F4C-FE04-9FB2-7242-B4F78FFE9C1B}"/>
              </a:ext>
            </a:extLst>
          </p:cNvPr>
          <p:cNvSpPr/>
          <p:nvPr/>
        </p:nvSpPr>
        <p:spPr>
          <a:xfrm>
            <a:off x="8292130" y="4777619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6B3288F-F058-2755-E487-579F3ADB493E}"/>
              </a:ext>
            </a:extLst>
          </p:cNvPr>
          <p:cNvSpPr/>
          <p:nvPr/>
        </p:nvSpPr>
        <p:spPr>
          <a:xfrm>
            <a:off x="8079599" y="47742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B93A2E-4CD7-B6A1-C84B-A13FCC8639D2}"/>
              </a:ext>
            </a:extLst>
          </p:cNvPr>
          <p:cNvSpPr/>
          <p:nvPr/>
        </p:nvSpPr>
        <p:spPr>
          <a:xfrm>
            <a:off x="8456381" y="4777618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0AE661-C3D0-0C91-E62A-F0BCB0FFB8B4}"/>
              </a:ext>
            </a:extLst>
          </p:cNvPr>
          <p:cNvSpPr txBox="1"/>
          <p:nvPr/>
        </p:nvSpPr>
        <p:spPr>
          <a:xfrm>
            <a:off x="8207246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DD4DAE-A5BB-DE7E-7972-C888E8559CD7}"/>
              </a:ext>
            </a:extLst>
          </p:cNvPr>
          <p:cNvSpPr txBox="1"/>
          <p:nvPr/>
        </p:nvSpPr>
        <p:spPr>
          <a:xfrm>
            <a:off x="8390500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2DF39A-542E-5FDA-3EE0-E3209EEB7481}"/>
              </a:ext>
            </a:extLst>
          </p:cNvPr>
          <p:cNvSpPr/>
          <p:nvPr/>
        </p:nvSpPr>
        <p:spPr>
          <a:xfrm>
            <a:off x="8291904" y="48776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A09322-A2A4-4D86-0A16-C218A1F158C1}"/>
              </a:ext>
            </a:extLst>
          </p:cNvPr>
          <p:cNvSpPr/>
          <p:nvPr/>
        </p:nvSpPr>
        <p:spPr>
          <a:xfrm>
            <a:off x="8079373" y="48742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3020527-8050-2BC3-1449-710DD541CDAE}"/>
              </a:ext>
            </a:extLst>
          </p:cNvPr>
          <p:cNvSpPr/>
          <p:nvPr/>
        </p:nvSpPr>
        <p:spPr>
          <a:xfrm>
            <a:off x="8456155" y="48776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4091B1-407F-9DC4-282D-E7EFCBA5DD95}"/>
              </a:ext>
            </a:extLst>
          </p:cNvPr>
          <p:cNvSpPr/>
          <p:nvPr/>
        </p:nvSpPr>
        <p:spPr>
          <a:xfrm>
            <a:off x="8290338" y="497982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46E954-AF60-EB31-F389-0D2EB9AF02A4}"/>
              </a:ext>
            </a:extLst>
          </p:cNvPr>
          <p:cNvSpPr/>
          <p:nvPr/>
        </p:nvSpPr>
        <p:spPr>
          <a:xfrm>
            <a:off x="8077807" y="497643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8B82492-8061-D19E-F689-C6C737808A07}"/>
              </a:ext>
            </a:extLst>
          </p:cNvPr>
          <p:cNvSpPr/>
          <p:nvPr/>
        </p:nvSpPr>
        <p:spPr>
          <a:xfrm>
            <a:off x="8454589" y="49798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AE29F6-CB79-EF78-1889-94AF64C293A8}"/>
              </a:ext>
            </a:extLst>
          </p:cNvPr>
          <p:cNvSpPr txBox="1"/>
          <p:nvPr/>
        </p:nvSpPr>
        <p:spPr>
          <a:xfrm>
            <a:off x="8053272" y="493567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E04A6A-6D34-8B95-C1A1-702F08E4DFB2}"/>
              </a:ext>
            </a:extLst>
          </p:cNvPr>
          <p:cNvSpPr txBox="1"/>
          <p:nvPr/>
        </p:nvSpPr>
        <p:spPr>
          <a:xfrm>
            <a:off x="8021138" y="483286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1474E0-38C5-CFE3-8B6F-67B412C60C01}"/>
              </a:ext>
            </a:extLst>
          </p:cNvPr>
          <p:cNvSpPr txBox="1"/>
          <p:nvPr/>
        </p:nvSpPr>
        <p:spPr>
          <a:xfrm>
            <a:off x="8007549" y="474213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4E445C-9181-BE4A-EBF6-753635F791A2}"/>
              </a:ext>
            </a:extLst>
          </p:cNvPr>
          <p:cNvSpPr txBox="1"/>
          <p:nvPr/>
        </p:nvSpPr>
        <p:spPr>
          <a:xfrm>
            <a:off x="8262251" y="473983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94649F-082D-AACB-3F0E-921DEA2552EC}"/>
              </a:ext>
            </a:extLst>
          </p:cNvPr>
          <p:cNvSpPr txBox="1"/>
          <p:nvPr/>
        </p:nvSpPr>
        <p:spPr>
          <a:xfrm>
            <a:off x="8412570" y="473637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1DCEC6-7178-7E2A-513F-CDD3D551C3E1}"/>
              </a:ext>
            </a:extLst>
          </p:cNvPr>
          <p:cNvSpPr txBox="1"/>
          <p:nvPr/>
        </p:nvSpPr>
        <p:spPr>
          <a:xfrm>
            <a:off x="7384674" y="4142092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8D9592-2EF3-342F-9EE1-BC592C2CB7A0}"/>
              </a:ext>
            </a:extLst>
          </p:cNvPr>
          <p:cNvSpPr txBox="1"/>
          <p:nvPr/>
        </p:nvSpPr>
        <p:spPr>
          <a:xfrm>
            <a:off x="7450136" y="4689361"/>
            <a:ext cx="8192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Piston 1 broken</a:t>
            </a:r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25FDFBC1-9EC1-6D79-14B2-60208D6F1AEE}"/>
              </a:ext>
            </a:extLst>
          </p:cNvPr>
          <p:cNvSpPr/>
          <p:nvPr/>
        </p:nvSpPr>
        <p:spPr>
          <a:xfrm>
            <a:off x="7681452" y="346081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5ED8539-3D8C-05B3-26A2-66B592BE4184}"/>
              </a:ext>
            </a:extLst>
          </p:cNvPr>
          <p:cNvSpPr txBox="1"/>
          <p:nvPr/>
        </p:nvSpPr>
        <p:spPr>
          <a:xfrm>
            <a:off x="8425953" y="373106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3C7A62A-2822-AE1E-69AD-044FF52606A1}"/>
              </a:ext>
            </a:extLst>
          </p:cNvPr>
          <p:cNvSpPr/>
          <p:nvPr/>
        </p:nvSpPr>
        <p:spPr>
          <a:xfrm>
            <a:off x="7858687" y="316334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AE26DE7-279F-941A-B16B-DAD57D6E2E4C}"/>
              </a:ext>
            </a:extLst>
          </p:cNvPr>
          <p:cNvSpPr/>
          <p:nvPr/>
        </p:nvSpPr>
        <p:spPr>
          <a:xfrm>
            <a:off x="8647230" y="304038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D4DB8C-B2A6-D808-5E80-1FAB69809639}"/>
              </a:ext>
            </a:extLst>
          </p:cNvPr>
          <p:cNvSpPr txBox="1"/>
          <p:nvPr/>
        </p:nvSpPr>
        <p:spPr>
          <a:xfrm>
            <a:off x="8137431" y="3014393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F1F6F48-8C2D-CD75-9EAE-427F3CE90EF5}"/>
              </a:ext>
            </a:extLst>
          </p:cNvPr>
          <p:cNvCxnSpPr>
            <a:cxnSpLocks/>
          </p:cNvCxnSpPr>
          <p:nvPr/>
        </p:nvCxnSpPr>
        <p:spPr>
          <a:xfrm>
            <a:off x="8053215" y="316334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EC815E1-8B82-BF7A-A8EF-28C093927656}"/>
              </a:ext>
            </a:extLst>
          </p:cNvPr>
          <p:cNvCxnSpPr>
            <a:cxnSpLocks/>
          </p:cNvCxnSpPr>
          <p:nvPr/>
        </p:nvCxnSpPr>
        <p:spPr>
          <a:xfrm>
            <a:off x="8234190" y="316334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8480A64-A269-5CFB-DD6E-FC07294B8BE7}"/>
              </a:ext>
            </a:extLst>
          </p:cNvPr>
          <p:cNvCxnSpPr>
            <a:cxnSpLocks/>
          </p:cNvCxnSpPr>
          <p:nvPr/>
        </p:nvCxnSpPr>
        <p:spPr>
          <a:xfrm>
            <a:off x="8365157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896CC8-6482-B729-20D3-40489A3BBA34}"/>
              </a:ext>
            </a:extLst>
          </p:cNvPr>
          <p:cNvCxnSpPr>
            <a:cxnSpLocks/>
          </p:cNvCxnSpPr>
          <p:nvPr/>
        </p:nvCxnSpPr>
        <p:spPr>
          <a:xfrm>
            <a:off x="8493741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495C9AC-0BF7-9BC2-7BEA-8519C65C6921}"/>
              </a:ext>
            </a:extLst>
          </p:cNvPr>
          <p:cNvSpPr txBox="1"/>
          <p:nvPr/>
        </p:nvSpPr>
        <p:spPr>
          <a:xfrm>
            <a:off x="8638736" y="314074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E036BB4-3729-EE2C-D22C-04B705FE655E}"/>
              </a:ext>
            </a:extLst>
          </p:cNvPr>
          <p:cNvSpPr/>
          <p:nvPr/>
        </p:nvSpPr>
        <p:spPr>
          <a:xfrm>
            <a:off x="8647230" y="316679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F2519190-55AA-D37D-3B9F-048AC7F84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7905024" y="3174463"/>
            <a:ext cx="101441" cy="95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764E8E42-48DB-59A0-33C1-B8CFAEA6AAC5}"/>
              </a:ext>
            </a:extLst>
          </p:cNvPr>
          <p:cNvSpPr txBox="1"/>
          <p:nvPr/>
        </p:nvSpPr>
        <p:spPr>
          <a:xfrm>
            <a:off x="8049720" y="3127657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C5AA062-7416-ADD2-1FF9-7DD7CF2F6361}"/>
              </a:ext>
            </a:extLst>
          </p:cNvPr>
          <p:cNvSpPr txBox="1"/>
          <p:nvPr/>
        </p:nvSpPr>
        <p:spPr>
          <a:xfrm>
            <a:off x="7558519" y="4936264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750E61E-E496-A711-B075-EC22602B4D39}"/>
              </a:ext>
            </a:extLst>
          </p:cNvPr>
          <p:cNvSpPr txBox="1"/>
          <p:nvPr/>
        </p:nvSpPr>
        <p:spPr>
          <a:xfrm>
            <a:off x="7715298" y="3491984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98" name="Arrow: Down 97">
            <a:extLst>
              <a:ext uri="{FF2B5EF4-FFF2-40B4-BE49-F238E27FC236}">
                <a16:creationId xmlns:a16="http://schemas.microsoft.com/office/drawing/2014/main" id="{956D2800-9027-52E5-E356-4C0DB6A283A4}"/>
              </a:ext>
            </a:extLst>
          </p:cNvPr>
          <p:cNvSpPr/>
          <p:nvPr/>
        </p:nvSpPr>
        <p:spPr>
          <a:xfrm>
            <a:off x="7643674" y="5179655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A067DA-CEF9-FF99-63B4-AF142D2EE856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534478-2835-0F34-A4B3-91BBA7EF1676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9728852-C501-0FB1-2F02-C6868807B4FF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A298E7D-C85C-61FF-F9DC-3271389A257A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75DD62B-2129-C8E4-4C30-AA281144440C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E8B2F46-F679-4D90-A508-F9E43579551D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7ECA2A4-6BA4-FEAD-0871-5139E15EE6B9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0F2CE97-0C20-D4D9-BB6C-9FC27B59F988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B3374-5C9B-1C58-3D30-16B6D386B5D0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75BCFFD-44AA-39BA-ACA3-D85E18B47DFC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EB4012F-8255-4664-DAAF-4E2659AFF568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AEDC4C3-0AE9-C9DA-555E-CADC97166D30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B707471-6573-B0A6-909E-9776AD7361A1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2D6A59-941A-A583-D748-0F3FD31FCF4B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B416C2C-BCBE-90AC-89FA-354D3501CEA6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8CDF29-8089-122E-4095-E197C26305D1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E5A71D3-5239-0664-D4BC-4344C9CB63E3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BBCA5C76-C548-DD57-9F4E-A59F4E1364AF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A4A15E16-F4F6-0A4C-8D1E-C467B0DCFDE9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88012B3C-EDD5-145A-2129-B83C79AB84EB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1DE7591-4927-AB19-EA5E-FF215B669821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B1754137-5E22-57E7-805D-319C6F155977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27AB7BB-A2E4-D834-E4D7-4AE110B40EBF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91682F60-C9FF-F093-F815-FE39CAE6A034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9940129-47C8-0BF8-37DF-2CDD1265CB62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C5942FF-FA52-659F-F291-D3A1F2DC02B7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8589F34-1D7D-5F4C-9FFC-3F28CC27A07B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C897CD4-BBD4-A651-014C-A9CA50B37C5B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7B941C1F-8986-2FA0-DE19-65F6962BFEE4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4FF2270-944D-A1F5-649D-955194D1E63E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183F13E-71B8-A978-3856-3393BEB35304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A6E23B6F-F58B-2D35-501A-C790526E2CF6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87F1CED-D828-4F52-013B-48E6BB9D1965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C33EDB22-8CDF-59A6-F462-72A1837471F7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F502C2B7-D7A1-1285-60F3-7E735F226378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37859DA0-9367-C331-79D6-758536241683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8D30D90C-0230-C8DE-201A-FDA2ECE4C0D2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CA7EE2A8-FACA-481E-C029-FABD9A65BB39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8934089-A8BC-52AE-8E23-8B9308FD3A73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FD39466-54C1-CF1A-CC50-9DDB3FE513AF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B8341BB-A982-F9A0-E332-A5C053982D36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112922FF-98A8-B667-AB0B-B511699292A1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A1A9444-474A-DBC3-EF9D-FFC4C0C7E9CE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27EAF175-5D94-EDA0-7DA2-B2E10428368B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28655D38-BA91-6886-66B8-4DDB7B13AE25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3EF9ECB8-0C5C-AC38-603A-B2D1B1F90AA1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3BF90601-9E17-8857-CC71-E3AC58901D78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88" name="Arrow: Down 287">
            <a:extLst>
              <a:ext uri="{FF2B5EF4-FFF2-40B4-BE49-F238E27FC236}">
                <a16:creationId xmlns:a16="http://schemas.microsoft.com/office/drawing/2014/main" id="{2F528356-D9D7-A56F-7B45-DF9C8968524B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843307E-9842-65F3-384D-887902CB770A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0" name="Arrow: Down 289">
            <a:extLst>
              <a:ext uri="{FF2B5EF4-FFF2-40B4-BE49-F238E27FC236}">
                <a16:creationId xmlns:a16="http://schemas.microsoft.com/office/drawing/2014/main" id="{B9EDC9FD-BD0E-A36D-56BC-27F15E34862E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29302C9-8240-1BD0-A2DE-4FE943585EE0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AE5A6E1C-0634-68F6-FFC1-1ED9D3D673F4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DE1635B-30FA-9088-60F5-E85AC80BD129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3591FDA-0119-DD5B-A592-DD3C579FCB60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2FF9D6A7-DEB4-1E8A-62B7-E8C33A7FDD7D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23E0270B-2D16-06EB-CBC3-DF63DF014908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0C7684F7-6B69-9859-F921-969384CCE48D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AEF683C-4D67-63D2-A8B4-0F9725E8D8D6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62B3E4CD-843D-7ED6-5567-9009324FCC26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18DDD-6EBD-5983-265D-549A107CC9FD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A9BA4FB3-F7C5-60DE-0A16-5048F22E2619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81EF240-F5F8-25F9-1B6D-36842014624F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4E9B46EB-CF87-ABE4-4E14-6C3CF5C327D6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5FE6A800-321C-C7A2-A04F-84F72C84D4C5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8840332F-1F55-730A-C293-1377AA17E911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AA8C6B2D-7AD1-BFED-81AE-1E035FB69FB2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F092141-B26F-3792-EAD7-2C12E2D62DAE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F1A1DB4-8E6F-DC14-65A7-8CE88ED158B1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4395E570-4A0D-D5AA-ECA1-CA597E0F376A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D5E34B3D-4AF3-EC0C-5A3E-7290ADD0AE8E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A203A1D9-7A6D-6AD7-B9BE-F1D34E9ABDFC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2F5AADAA-CAA0-1C3F-22F0-17051A2EC241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6D7C6F8A-1F5D-207A-F7E4-BF35004DD135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F2D4325-C84E-E021-939A-7CB0239D2EBA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1BD1A6AA-7241-2461-F0D7-FF8CF90A4566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E6C46706-3116-304C-28D0-AAD8AAF82A51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79447DE0-312E-BD89-33F1-5CF33DAAB33F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0A102E0B-2072-AC78-8560-28C7CB731A8B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47DAAD8-19E1-0EA6-FE23-D691E905E047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DE627A05-2B30-078C-AA9F-5EF7B86472D3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0F2A5CAA-DDD9-36DE-8103-63AADE0DCBE1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02" name="Rectangle 1601">
            <a:extLst>
              <a:ext uri="{FF2B5EF4-FFF2-40B4-BE49-F238E27FC236}">
                <a16:creationId xmlns:a16="http://schemas.microsoft.com/office/drawing/2014/main" id="{049E8124-F247-0D84-765A-5AB3D1F8742E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32C673EC-23E2-0F57-42D7-D7FB57C717E1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6032965A-6E78-10D2-63C3-DC4AF346D60D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5" name="TextBox 1604">
            <a:extLst>
              <a:ext uri="{FF2B5EF4-FFF2-40B4-BE49-F238E27FC236}">
                <a16:creationId xmlns:a16="http://schemas.microsoft.com/office/drawing/2014/main" id="{BA96AEF6-CABC-328F-7B43-01733F5171CD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D9A239E4-333A-E47F-CDF1-6F3F1E30C5EC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01D84F23-F841-C62F-068F-75BC13C50AC6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Rectangle 1607">
            <a:extLst>
              <a:ext uri="{FF2B5EF4-FFF2-40B4-BE49-F238E27FC236}">
                <a16:creationId xmlns:a16="http://schemas.microsoft.com/office/drawing/2014/main" id="{B63141FA-E277-265E-3F1F-CA295F678958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BB75F074-E84F-A56A-C29C-B3D4C51C3124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498AE9E6-D262-23DA-332E-825A1B6A25BD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525FAA2A-4759-2B63-BBEF-9948966B7AB2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B03F7228-E990-4D84-1CF6-429528963ECB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C732B6D6-9BFE-4925-9E51-AF778324B4ED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4644617A-8C06-0E9B-DAE3-0196C3E1E95A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15" name="TextBox 1614">
            <a:extLst>
              <a:ext uri="{FF2B5EF4-FFF2-40B4-BE49-F238E27FC236}">
                <a16:creationId xmlns:a16="http://schemas.microsoft.com/office/drawing/2014/main" id="{0121EC62-166D-066F-25E2-49F92F1827AE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2F1A5321-8DC9-A99D-0BB0-76822C114258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6C82C987-4F05-8B30-CA3C-F6EBB2233B99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87FD505-9DF2-5FDE-0FDA-90678ED8C6A7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619" name="Straight Connector 1618">
            <a:extLst>
              <a:ext uri="{FF2B5EF4-FFF2-40B4-BE49-F238E27FC236}">
                <a16:creationId xmlns:a16="http://schemas.microsoft.com/office/drawing/2014/main" id="{9D94745D-3278-7E23-602B-1196E9A60A00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0" name="Straight Connector 1619">
            <a:extLst>
              <a:ext uri="{FF2B5EF4-FFF2-40B4-BE49-F238E27FC236}">
                <a16:creationId xmlns:a16="http://schemas.microsoft.com/office/drawing/2014/main" id="{BCAD1497-652E-FF18-4C95-7C06F99F86B5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1" name="TextBox 1620">
            <a:extLst>
              <a:ext uri="{FF2B5EF4-FFF2-40B4-BE49-F238E27FC236}">
                <a16:creationId xmlns:a16="http://schemas.microsoft.com/office/drawing/2014/main" id="{10DC0A2C-9FE2-C250-8C42-B964281AC3A2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622" name="Arrow: Down 1621">
            <a:extLst>
              <a:ext uri="{FF2B5EF4-FFF2-40B4-BE49-F238E27FC236}">
                <a16:creationId xmlns:a16="http://schemas.microsoft.com/office/drawing/2014/main" id="{EABA387B-6B5F-A592-91B7-ABA3787ED537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F65022F7-9B81-6B4C-E33B-ECFE3A11E9A0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4" name="Arrow: Down 1623">
            <a:extLst>
              <a:ext uri="{FF2B5EF4-FFF2-40B4-BE49-F238E27FC236}">
                <a16:creationId xmlns:a16="http://schemas.microsoft.com/office/drawing/2014/main" id="{BD8B0DE5-61A9-89C0-C8A8-EA4EEF71C349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E2B235E8-7A76-B47A-FA82-E8EA92970250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D60DC65A-F825-F449-07E7-EEF4E53429B5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7" name="Rectangle 1626">
            <a:extLst>
              <a:ext uri="{FF2B5EF4-FFF2-40B4-BE49-F238E27FC236}">
                <a16:creationId xmlns:a16="http://schemas.microsoft.com/office/drawing/2014/main" id="{4B29FD65-E4DF-D748-C4CE-EE394BAFE58A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216E48EA-1490-41EB-9379-9F2ADECEEB87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9" name="Rectangle 1628">
            <a:extLst>
              <a:ext uri="{FF2B5EF4-FFF2-40B4-BE49-F238E27FC236}">
                <a16:creationId xmlns:a16="http://schemas.microsoft.com/office/drawing/2014/main" id="{FFACE115-A12D-75D5-628F-0242FF0F2F2A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0" name="Rectangle 1629">
            <a:extLst>
              <a:ext uri="{FF2B5EF4-FFF2-40B4-BE49-F238E27FC236}">
                <a16:creationId xmlns:a16="http://schemas.microsoft.com/office/drawing/2014/main" id="{F51B171E-28ED-BE1F-C841-4D7B1BDE33D1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2B48C416-BD1C-9753-5E14-C7B6781D8F13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AC58757F-BE5B-C56D-0A19-0944C6F1319F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F1C1415E-5ED6-D737-ECC0-F3829129335D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F3204865-7C6C-9C54-A514-BF40145E5A68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3D49BC3B-0F92-A759-680B-E19B2509C805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637" name="TextBox 1636">
            <a:extLst>
              <a:ext uri="{FF2B5EF4-FFF2-40B4-BE49-F238E27FC236}">
                <a16:creationId xmlns:a16="http://schemas.microsoft.com/office/drawing/2014/main" id="{291C35C2-341C-EEA2-3BD2-8D950DC2DE5B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2050F9B7-CBD0-1269-9FD8-C37C3EAE6988}"/>
              </a:ext>
            </a:extLst>
          </p:cNvPr>
          <p:cNvSpPr/>
          <p:nvPr/>
        </p:nvSpPr>
        <p:spPr>
          <a:xfrm>
            <a:off x="7545915" y="4179264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087271F5-7F23-DBD6-6786-F274993C39BE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9E694DEA-E308-DFC9-DB98-21B28B36352C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0BD13C74-2D1F-4A43-D498-55F655C51A0C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0E03C182-416B-DAEB-E2D5-1C8D5C60A3E6}"/>
              </a:ext>
            </a:extLst>
          </p:cNvPr>
          <p:cNvSpPr txBox="1"/>
          <p:nvPr/>
        </p:nvSpPr>
        <p:spPr>
          <a:xfrm>
            <a:off x="7515909" y="47426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Detection</a:t>
            </a: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EA2E8DF0-BA3F-63F4-5C2D-3607AC988892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649" name="Straight Connector 1648">
            <a:extLst>
              <a:ext uri="{FF2B5EF4-FFF2-40B4-BE49-F238E27FC236}">
                <a16:creationId xmlns:a16="http://schemas.microsoft.com/office/drawing/2014/main" id="{DE58F46E-CDE6-4C9B-D003-E5EF9863F694}"/>
              </a:ext>
            </a:extLst>
          </p:cNvPr>
          <p:cNvCxnSpPr>
            <a:cxnSpLocks/>
          </p:cNvCxnSpPr>
          <p:nvPr/>
        </p:nvCxnSpPr>
        <p:spPr>
          <a:xfrm flipH="1">
            <a:off x="7548512" y="4304628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0" name="TextBox 1649">
            <a:extLst>
              <a:ext uri="{FF2B5EF4-FFF2-40B4-BE49-F238E27FC236}">
                <a16:creationId xmlns:a16="http://schemas.microsoft.com/office/drawing/2014/main" id="{E4E23DC9-E933-6F8C-20BB-DA59ACFFB64D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cxnSp>
        <p:nvCxnSpPr>
          <p:cNvPr id="1651" name="Straight Connector 1650">
            <a:extLst>
              <a:ext uri="{FF2B5EF4-FFF2-40B4-BE49-F238E27FC236}">
                <a16:creationId xmlns:a16="http://schemas.microsoft.com/office/drawing/2014/main" id="{D7C4CC0C-A55D-EA4A-EF8E-14F2F8C712D6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2" name="Straight Connector 1651">
            <a:extLst>
              <a:ext uri="{FF2B5EF4-FFF2-40B4-BE49-F238E27FC236}">
                <a16:creationId xmlns:a16="http://schemas.microsoft.com/office/drawing/2014/main" id="{DEEAB62B-85B1-75D8-583A-71354C13A9DE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3" name="Straight Connector 1652">
            <a:extLst>
              <a:ext uri="{FF2B5EF4-FFF2-40B4-BE49-F238E27FC236}">
                <a16:creationId xmlns:a16="http://schemas.microsoft.com/office/drawing/2014/main" id="{E24491DA-6047-E4E4-C862-016668190809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0755679E-6DC9-D9E7-64B9-BD52E161FB98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Straight Connector 1654">
            <a:extLst>
              <a:ext uri="{FF2B5EF4-FFF2-40B4-BE49-F238E27FC236}">
                <a16:creationId xmlns:a16="http://schemas.microsoft.com/office/drawing/2014/main" id="{A8BE6D10-479A-E8A3-012C-8623E6BCC00F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6" name="Straight Connector 1655">
            <a:extLst>
              <a:ext uri="{FF2B5EF4-FFF2-40B4-BE49-F238E27FC236}">
                <a16:creationId xmlns:a16="http://schemas.microsoft.com/office/drawing/2014/main" id="{21237CB9-313F-D299-B613-4CEF9101B0AF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Straight Connector 1656">
            <a:extLst>
              <a:ext uri="{FF2B5EF4-FFF2-40B4-BE49-F238E27FC236}">
                <a16:creationId xmlns:a16="http://schemas.microsoft.com/office/drawing/2014/main" id="{80E043DF-1D95-4DFC-DC33-92725AD7AF11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TextBox 1657">
            <a:extLst>
              <a:ext uri="{FF2B5EF4-FFF2-40B4-BE49-F238E27FC236}">
                <a16:creationId xmlns:a16="http://schemas.microsoft.com/office/drawing/2014/main" id="{892B3036-D4D2-684C-7283-E413DF09F639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659" name="TextBox 1658">
            <a:extLst>
              <a:ext uri="{FF2B5EF4-FFF2-40B4-BE49-F238E27FC236}">
                <a16:creationId xmlns:a16="http://schemas.microsoft.com/office/drawing/2014/main" id="{9249D3EE-57C4-54B6-CF62-F2844F514B5D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F91A0D5B-F052-C69F-56A9-0E0CECEC3F20}"/>
              </a:ext>
            </a:extLst>
          </p:cNvPr>
          <p:cNvSpPr txBox="1"/>
          <p:nvPr/>
        </p:nvSpPr>
        <p:spPr>
          <a:xfrm>
            <a:off x="8530384" y="4745669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1661" name="Straight Connector 1660">
            <a:extLst>
              <a:ext uri="{FF2B5EF4-FFF2-40B4-BE49-F238E27FC236}">
                <a16:creationId xmlns:a16="http://schemas.microsoft.com/office/drawing/2014/main" id="{A11243C3-614A-48CD-6ED9-BF2F33D71A2B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1906D446-5346-E459-AECD-9EF348168F6C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Straight Connector 1662">
            <a:extLst>
              <a:ext uri="{FF2B5EF4-FFF2-40B4-BE49-F238E27FC236}">
                <a16:creationId xmlns:a16="http://schemas.microsoft.com/office/drawing/2014/main" id="{45F4F225-23AB-ED7B-8ECC-444420F220F6}"/>
              </a:ext>
            </a:extLst>
          </p:cNvPr>
          <p:cNvCxnSpPr>
            <a:cxnSpLocks/>
          </p:cNvCxnSpPr>
          <p:nvPr/>
        </p:nvCxnSpPr>
        <p:spPr>
          <a:xfrm>
            <a:off x="7547392" y="448664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F2BF9364-8921-7A26-B612-3CEA0E48FED1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C14A3F48-CD33-94D0-2DD5-39C03434E218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6" name="Straight Connector 1665">
            <a:extLst>
              <a:ext uri="{FF2B5EF4-FFF2-40B4-BE49-F238E27FC236}">
                <a16:creationId xmlns:a16="http://schemas.microsoft.com/office/drawing/2014/main" id="{94CB484C-7FEA-1FBE-7CDB-378BDADF7677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7" name="Rectangle 1666">
            <a:extLst>
              <a:ext uri="{FF2B5EF4-FFF2-40B4-BE49-F238E27FC236}">
                <a16:creationId xmlns:a16="http://schemas.microsoft.com/office/drawing/2014/main" id="{6C050946-BB04-BCA7-78A8-D5967B9AFEFB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8" name="TextBox 1667">
            <a:extLst>
              <a:ext uri="{FF2B5EF4-FFF2-40B4-BE49-F238E27FC236}">
                <a16:creationId xmlns:a16="http://schemas.microsoft.com/office/drawing/2014/main" id="{D5F4B6EA-6A38-F7A3-6D83-CE498AD3B267}"/>
              </a:ext>
            </a:extLst>
          </p:cNvPr>
          <p:cNvSpPr txBox="1"/>
          <p:nvPr/>
        </p:nvSpPr>
        <p:spPr>
          <a:xfrm>
            <a:off x="8527194" y="5268630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8DC83138-9EC7-BB84-8D6B-E41B5780A133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0" name="TextBox 1669">
            <a:extLst>
              <a:ext uri="{FF2B5EF4-FFF2-40B4-BE49-F238E27FC236}">
                <a16:creationId xmlns:a16="http://schemas.microsoft.com/office/drawing/2014/main" id="{71D295C3-3164-2D93-7EF4-7A6C35F57D13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1" name="TextBox 1670">
            <a:extLst>
              <a:ext uri="{FF2B5EF4-FFF2-40B4-BE49-F238E27FC236}">
                <a16:creationId xmlns:a16="http://schemas.microsoft.com/office/drawing/2014/main" id="{681B708A-A899-FB60-47B0-A6924A7F99A3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672" name="TextBox 1671">
            <a:extLst>
              <a:ext uri="{FF2B5EF4-FFF2-40B4-BE49-F238E27FC236}">
                <a16:creationId xmlns:a16="http://schemas.microsoft.com/office/drawing/2014/main" id="{E2581FE5-48E0-0040-26C4-AC639BCA75E1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3" name="TextBox 1672">
            <a:extLst>
              <a:ext uri="{FF2B5EF4-FFF2-40B4-BE49-F238E27FC236}">
                <a16:creationId xmlns:a16="http://schemas.microsoft.com/office/drawing/2014/main" id="{C83115CF-EAE2-2B58-DED8-15EB8F4E7A45}"/>
              </a:ext>
            </a:extLst>
          </p:cNvPr>
          <p:cNvSpPr txBox="1"/>
          <p:nvPr/>
        </p:nvSpPr>
        <p:spPr>
          <a:xfrm>
            <a:off x="8525680" y="5155137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674" name="TextBox 1673">
            <a:extLst>
              <a:ext uri="{FF2B5EF4-FFF2-40B4-BE49-F238E27FC236}">
                <a16:creationId xmlns:a16="http://schemas.microsoft.com/office/drawing/2014/main" id="{DE09086F-C2C2-FE7B-6E08-3DE6D588FC2B}"/>
              </a:ext>
            </a:extLst>
          </p:cNvPr>
          <p:cNvSpPr txBox="1"/>
          <p:nvPr/>
        </p:nvSpPr>
        <p:spPr>
          <a:xfrm>
            <a:off x="8245534" y="5132328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D863DFE7-4516-26C2-39F7-E69209F236A7}"/>
              </a:ext>
            </a:extLst>
          </p:cNvPr>
          <p:cNvSpPr txBox="1"/>
          <p:nvPr/>
        </p:nvSpPr>
        <p:spPr>
          <a:xfrm>
            <a:off x="8508669" y="4007934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C01FFCB6-9EBD-EF6C-1D9F-9A557561A710}"/>
              </a:ext>
            </a:extLst>
          </p:cNvPr>
          <p:cNvSpPr txBox="1"/>
          <p:nvPr/>
        </p:nvSpPr>
        <p:spPr>
          <a:xfrm>
            <a:off x="7510984" y="4301272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D8EABDB7-0D50-3BB9-5FA9-8DCCAD4FCDA2}"/>
              </a:ext>
            </a:extLst>
          </p:cNvPr>
          <p:cNvSpPr txBox="1"/>
          <p:nvPr/>
        </p:nvSpPr>
        <p:spPr>
          <a:xfrm>
            <a:off x="7517293" y="4885855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0E9C5CA9-914F-9AFF-4B46-F6DD0F334B37}"/>
              </a:ext>
            </a:extLst>
          </p:cNvPr>
          <p:cNvSpPr txBox="1"/>
          <p:nvPr/>
        </p:nvSpPr>
        <p:spPr>
          <a:xfrm>
            <a:off x="7509398" y="5028558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1679" name="Rectangle 1678">
            <a:extLst>
              <a:ext uri="{FF2B5EF4-FFF2-40B4-BE49-F238E27FC236}">
                <a16:creationId xmlns:a16="http://schemas.microsoft.com/office/drawing/2014/main" id="{BE405312-0588-F7B1-45EF-EACCBA008FB8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7D28DF45-23A3-545C-F5C3-6DE3580AC437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1" name="TextBox 1680">
            <a:extLst>
              <a:ext uri="{FF2B5EF4-FFF2-40B4-BE49-F238E27FC236}">
                <a16:creationId xmlns:a16="http://schemas.microsoft.com/office/drawing/2014/main" id="{8713ECC1-1424-DCF2-879A-2E5DA2066ED9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82" name="Rectangle 1681">
            <a:extLst>
              <a:ext uri="{FF2B5EF4-FFF2-40B4-BE49-F238E27FC236}">
                <a16:creationId xmlns:a16="http://schemas.microsoft.com/office/drawing/2014/main" id="{A04E7A5C-1D2F-50EA-C806-9D1C375B8DC7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1EE72D96-25FF-CA0B-0175-27DBC85E6485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778C1AA3-39E6-105C-DFF3-57F2902E4EB0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85" name="Straight Connector 1684">
            <a:extLst>
              <a:ext uri="{FF2B5EF4-FFF2-40B4-BE49-F238E27FC236}">
                <a16:creationId xmlns:a16="http://schemas.microsoft.com/office/drawing/2014/main" id="{2ABE5853-4376-2A7E-A647-E6A428BBEE41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" name="Straight Connector 1685">
            <a:extLst>
              <a:ext uri="{FF2B5EF4-FFF2-40B4-BE49-F238E27FC236}">
                <a16:creationId xmlns:a16="http://schemas.microsoft.com/office/drawing/2014/main" id="{F658D659-45F6-0AF5-1045-5624169A24C2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Straight Connector 1686">
            <a:extLst>
              <a:ext uri="{FF2B5EF4-FFF2-40B4-BE49-F238E27FC236}">
                <a16:creationId xmlns:a16="http://schemas.microsoft.com/office/drawing/2014/main" id="{4985D493-D12A-77F0-FB53-324C5D8DEB74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8" name="Straight Connector 1687">
            <a:extLst>
              <a:ext uri="{FF2B5EF4-FFF2-40B4-BE49-F238E27FC236}">
                <a16:creationId xmlns:a16="http://schemas.microsoft.com/office/drawing/2014/main" id="{84204FD6-C681-9A61-F586-B7E19EA20738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" name="TextBox 1688">
            <a:extLst>
              <a:ext uri="{FF2B5EF4-FFF2-40B4-BE49-F238E27FC236}">
                <a16:creationId xmlns:a16="http://schemas.microsoft.com/office/drawing/2014/main" id="{FAA00621-F300-4429-CA9D-6C15C1B7909E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DA9AABCC-D06C-BBCC-0A98-3E5702CEA2D0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4069D773-5EB5-6F4A-62B1-554F661E4AB7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3A547F6E-4926-87FB-5E7A-5837B9C8E786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182C6787-C5C8-F701-FCC1-E480E090BBBA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94" name="Rectangle 1693">
            <a:extLst>
              <a:ext uri="{FF2B5EF4-FFF2-40B4-BE49-F238E27FC236}">
                <a16:creationId xmlns:a16="http://schemas.microsoft.com/office/drawing/2014/main" id="{C2905512-047B-7A8A-9C1F-AF7BC423FEF6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5" name="Rectangle 1694">
            <a:extLst>
              <a:ext uri="{FF2B5EF4-FFF2-40B4-BE49-F238E27FC236}">
                <a16:creationId xmlns:a16="http://schemas.microsoft.com/office/drawing/2014/main" id="{3E0579ED-B60A-4BE4-1191-B9B5CF8E56F6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6" name="Rectangle 1695">
            <a:extLst>
              <a:ext uri="{FF2B5EF4-FFF2-40B4-BE49-F238E27FC236}">
                <a16:creationId xmlns:a16="http://schemas.microsoft.com/office/drawing/2014/main" id="{779B8755-43DF-F1AA-6191-8B61FE70D503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97" name="Rectangle 1696">
            <a:extLst>
              <a:ext uri="{FF2B5EF4-FFF2-40B4-BE49-F238E27FC236}">
                <a16:creationId xmlns:a16="http://schemas.microsoft.com/office/drawing/2014/main" id="{38E29025-9908-FE85-674E-98929F20C246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98" name="Straight Connector 1697">
            <a:extLst>
              <a:ext uri="{FF2B5EF4-FFF2-40B4-BE49-F238E27FC236}">
                <a16:creationId xmlns:a16="http://schemas.microsoft.com/office/drawing/2014/main" id="{E1B6D6AE-00AB-FBFE-ED1A-D0051307AE2C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9" name="Straight Connector 1698">
            <a:extLst>
              <a:ext uri="{FF2B5EF4-FFF2-40B4-BE49-F238E27FC236}">
                <a16:creationId xmlns:a16="http://schemas.microsoft.com/office/drawing/2014/main" id="{306D14F0-1E2B-1A63-A30C-4387D197F321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0" name="Straight Connector 1699">
            <a:extLst>
              <a:ext uri="{FF2B5EF4-FFF2-40B4-BE49-F238E27FC236}">
                <a16:creationId xmlns:a16="http://schemas.microsoft.com/office/drawing/2014/main" id="{908D5F8C-030D-B953-105E-126501D0BE18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1" name="Straight Connector 1700">
            <a:extLst>
              <a:ext uri="{FF2B5EF4-FFF2-40B4-BE49-F238E27FC236}">
                <a16:creationId xmlns:a16="http://schemas.microsoft.com/office/drawing/2014/main" id="{2D05F1B1-8560-9232-A1F4-03F7DDE55779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2" name="TextBox 1701">
            <a:extLst>
              <a:ext uri="{FF2B5EF4-FFF2-40B4-BE49-F238E27FC236}">
                <a16:creationId xmlns:a16="http://schemas.microsoft.com/office/drawing/2014/main" id="{D4D599AA-BB7D-0B06-29AC-C132838D6D60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03" name="TextBox 1702">
            <a:extLst>
              <a:ext uri="{FF2B5EF4-FFF2-40B4-BE49-F238E27FC236}">
                <a16:creationId xmlns:a16="http://schemas.microsoft.com/office/drawing/2014/main" id="{7E86F3EA-B518-C3E0-E38B-83888D291AB0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C5CF7B8B-4EA8-96AB-DA62-BE4EE3FB8747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7DDDD444-05B2-6A00-D811-78CD811345B5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06" name="Rectangle 1705">
            <a:extLst>
              <a:ext uri="{FF2B5EF4-FFF2-40B4-BE49-F238E27FC236}">
                <a16:creationId xmlns:a16="http://schemas.microsoft.com/office/drawing/2014/main" id="{51B1F612-822F-1E25-3A67-12C545F8155A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7" name="Rectangle 1706">
            <a:extLst>
              <a:ext uri="{FF2B5EF4-FFF2-40B4-BE49-F238E27FC236}">
                <a16:creationId xmlns:a16="http://schemas.microsoft.com/office/drawing/2014/main" id="{CA4D1032-B672-1F53-AADD-D58989DD21DC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B970B6C0-6388-854D-E6FE-5D7F4B220549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B377F695-19F6-7893-C5B7-8B0BB9DE408F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827D83CC-5940-0D8D-0299-9EB61BC9EBE2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1" name="Rectangle 1710">
            <a:extLst>
              <a:ext uri="{FF2B5EF4-FFF2-40B4-BE49-F238E27FC236}">
                <a16:creationId xmlns:a16="http://schemas.microsoft.com/office/drawing/2014/main" id="{A86F3D38-868F-C078-7D80-D96213B6937C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2" name="Rectangle 1711">
            <a:extLst>
              <a:ext uri="{FF2B5EF4-FFF2-40B4-BE49-F238E27FC236}">
                <a16:creationId xmlns:a16="http://schemas.microsoft.com/office/drawing/2014/main" id="{64F631E8-973B-FB16-EA43-C1C70AC96124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3" name="Rectangle 1712">
            <a:extLst>
              <a:ext uri="{FF2B5EF4-FFF2-40B4-BE49-F238E27FC236}">
                <a16:creationId xmlns:a16="http://schemas.microsoft.com/office/drawing/2014/main" id="{CEA56C9A-FC01-3F73-05F0-A58E9A794BF1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4" name="Rectangle 1713">
            <a:extLst>
              <a:ext uri="{FF2B5EF4-FFF2-40B4-BE49-F238E27FC236}">
                <a16:creationId xmlns:a16="http://schemas.microsoft.com/office/drawing/2014/main" id="{BEA1E208-79F0-9ABF-E3CA-A71C94E23094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5" name="Rectangle 1714">
            <a:extLst>
              <a:ext uri="{FF2B5EF4-FFF2-40B4-BE49-F238E27FC236}">
                <a16:creationId xmlns:a16="http://schemas.microsoft.com/office/drawing/2014/main" id="{22DA59CA-9F45-529C-E6EB-0D05A3524DD8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6" name="TextBox 1715">
            <a:extLst>
              <a:ext uri="{FF2B5EF4-FFF2-40B4-BE49-F238E27FC236}">
                <a16:creationId xmlns:a16="http://schemas.microsoft.com/office/drawing/2014/main" id="{1055BC37-6C76-460B-176C-9EBE44CC02D4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717" name="TextBox 1716">
            <a:extLst>
              <a:ext uri="{FF2B5EF4-FFF2-40B4-BE49-F238E27FC236}">
                <a16:creationId xmlns:a16="http://schemas.microsoft.com/office/drawing/2014/main" id="{9E3B947E-9748-E545-1C08-8428CBB725FB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D977D369-2C65-6297-0514-95BC3E11B212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19" name="TextBox 1718">
            <a:extLst>
              <a:ext uri="{FF2B5EF4-FFF2-40B4-BE49-F238E27FC236}">
                <a16:creationId xmlns:a16="http://schemas.microsoft.com/office/drawing/2014/main" id="{82DE5C96-9E03-D245-BDF8-9E8A69FFA50A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53186EEF-C861-2EF5-4297-1BB5DD85C30F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035E3CB8-8DC4-1EBC-1DF0-FFFF0A28DF56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4D19F122-A4CE-3649-68FB-385E87D71075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723" name="Straight Connector 1722">
            <a:extLst>
              <a:ext uri="{FF2B5EF4-FFF2-40B4-BE49-F238E27FC236}">
                <a16:creationId xmlns:a16="http://schemas.microsoft.com/office/drawing/2014/main" id="{A7666B1A-580B-0151-A76D-B21C93812F49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4" name="Straight Connector 1723">
            <a:extLst>
              <a:ext uri="{FF2B5EF4-FFF2-40B4-BE49-F238E27FC236}">
                <a16:creationId xmlns:a16="http://schemas.microsoft.com/office/drawing/2014/main" id="{F8F7FA3A-B830-C19B-B1D0-8F84F1299F0E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5" name="TextBox 1724">
            <a:extLst>
              <a:ext uri="{FF2B5EF4-FFF2-40B4-BE49-F238E27FC236}">
                <a16:creationId xmlns:a16="http://schemas.microsoft.com/office/drawing/2014/main" id="{3945A922-BCF9-84A6-EDC9-E812649E7476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726" name="Arrow: Down 1725">
            <a:extLst>
              <a:ext uri="{FF2B5EF4-FFF2-40B4-BE49-F238E27FC236}">
                <a16:creationId xmlns:a16="http://schemas.microsoft.com/office/drawing/2014/main" id="{08E2A6C8-0142-BCCE-DB3A-6B393088218B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1BD97C8D-5A8E-530B-5FA6-4F90D1B2A694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28" name="Arrow: Down 1727">
            <a:extLst>
              <a:ext uri="{FF2B5EF4-FFF2-40B4-BE49-F238E27FC236}">
                <a16:creationId xmlns:a16="http://schemas.microsoft.com/office/drawing/2014/main" id="{35913C38-B53E-4EA1-E0DC-2A394D5EA31E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225BBE25-A91F-0ACF-4C9B-8C0079682AFC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C2CF5F94-4AF3-E42D-34A4-0643C05DA628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1" name="Rectangle 1730">
            <a:extLst>
              <a:ext uri="{FF2B5EF4-FFF2-40B4-BE49-F238E27FC236}">
                <a16:creationId xmlns:a16="http://schemas.microsoft.com/office/drawing/2014/main" id="{0C207EAE-36B4-2882-73AB-3752C046BA2F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7F6EEC2A-EEC2-5671-6F61-5E130095B7DD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3" name="Rectangle 1732">
            <a:extLst>
              <a:ext uri="{FF2B5EF4-FFF2-40B4-BE49-F238E27FC236}">
                <a16:creationId xmlns:a16="http://schemas.microsoft.com/office/drawing/2014/main" id="{AFEAD9EA-84B6-CB1E-E3DA-DD5C6CA86E34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EE5E856F-C943-6DC5-373E-E9CA872B0376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51B7403E-E40F-0907-A176-F3DBAE8B133E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C865EB6D-E36E-167E-49C7-D151025802B9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F93FBF06-A8DD-9257-3AA8-18FB61180FA0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8" name="TextBox 1737">
            <a:extLst>
              <a:ext uri="{FF2B5EF4-FFF2-40B4-BE49-F238E27FC236}">
                <a16:creationId xmlns:a16="http://schemas.microsoft.com/office/drawing/2014/main" id="{7A5C0C81-3CE9-42E4-2B9A-C4CE4A278C81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739" name="TextBox 1738">
            <a:extLst>
              <a:ext uri="{FF2B5EF4-FFF2-40B4-BE49-F238E27FC236}">
                <a16:creationId xmlns:a16="http://schemas.microsoft.com/office/drawing/2014/main" id="{06EF8E63-F7AC-F6BE-7EEC-5F74940BC2D1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0319BFEB-633B-14A8-1A4F-ACB6239F84DA}"/>
              </a:ext>
            </a:extLst>
          </p:cNvPr>
          <p:cNvSpPr/>
          <p:nvPr/>
        </p:nvSpPr>
        <p:spPr>
          <a:xfrm>
            <a:off x="7375645" y="2891560"/>
            <a:ext cx="1554610" cy="3307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3C15639A-4212-756F-DACD-362F3E3C8335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DC665F43-03C2-7F35-ABA3-2E713C5F6CA4}"/>
              </a:ext>
            </a:extLst>
          </p:cNvPr>
          <p:cNvSpPr/>
          <p:nvPr/>
        </p:nvSpPr>
        <p:spPr>
          <a:xfrm>
            <a:off x="7551064" y="3550571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339DD8A0-50BC-12B6-4C9C-368793BA405A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44" name="Rectangle 1743">
            <a:extLst>
              <a:ext uri="{FF2B5EF4-FFF2-40B4-BE49-F238E27FC236}">
                <a16:creationId xmlns:a16="http://schemas.microsoft.com/office/drawing/2014/main" id="{2B5F8A3C-36B8-AA78-5D29-20269BC20673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A8955EA-CBAE-978C-CFB6-24C6072875FA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DAB728D8-6D3B-2E59-F251-F086566244DF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747" name="Straight Connector 1746">
            <a:extLst>
              <a:ext uri="{FF2B5EF4-FFF2-40B4-BE49-F238E27FC236}">
                <a16:creationId xmlns:a16="http://schemas.microsoft.com/office/drawing/2014/main" id="{0290FFE0-BF7A-609F-3D48-E166A871F7D9}"/>
              </a:ext>
            </a:extLst>
          </p:cNvPr>
          <p:cNvCxnSpPr>
            <a:cxnSpLocks/>
          </p:cNvCxnSpPr>
          <p:nvPr/>
        </p:nvCxnSpPr>
        <p:spPr>
          <a:xfrm flipH="1">
            <a:off x="7548512" y="4299190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Straight Connector 1747">
            <a:extLst>
              <a:ext uri="{FF2B5EF4-FFF2-40B4-BE49-F238E27FC236}">
                <a16:creationId xmlns:a16="http://schemas.microsoft.com/office/drawing/2014/main" id="{EA21185D-4E64-30BB-36DF-29A57D985ECF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Straight Connector 1748">
            <a:extLst>
              <a:ext uri="{FF2B5EF4-FFF2-40B4-BE49-F238E27FC236}">
                <a16:creationId xmlns:a16="http://schemas.microsoft.com/office/drawing/2014/main" id="{560D0C60-946B-468E-14CC-A564B4F1E88F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Straight Connector 1749">
            <a:extLst>
              <a:ext uri="{FF2B5EF4-FFF2-40B4-BE49-F238E27FC236}">
                <a16:creationId xmlns:a16="http://schemas.microsoft.com/office/drawing/2014/main" id="{5CAEF97A-8DCA-C9AA-111F-838AE95DCF57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Straight Connector 1750">
            <a:extLst>
              <a:ext uri="{FF2B5EF4-FFF2-40B4-BE49-F238E27FC236}">
                <a16:creationId xmlns:a16="http://schemas.microsoft.com/office/drawing/2014/main" id="{F4284840-7141-A210-B714-36937349D0CB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Straight Connector 1751">
            <a:extLst>
              <a:ext uri="{FF2B5EF4-FFF2-40B4-BE49-F238E27FC236}">
                <a16:creationId xmlns:a16="http://schemas.microsoft.com/office/drawing/2014/main" id="{B2BF3C0B-BA3F-0B59-8D3D-F03B971EC31E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Straight Connector 1752">
            <a:extLst>
              <a:ext uri="{FF2B5EF4-FFF2-40B4-BE49-F238E27FC236}">
                <a16:creationId xmlns:a16="http://schemas.microsoft.com/office/drawing/2014/main" id="{43FAB2AB-DD25-1721-4EFF-C7FCE02BB0C5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" name="Straight Connector 1753">
            <a:extLst>
              <a:ext uri="{FF2B5EF4-FFF2-40B4-BE49-F238E27FC236}">
                <a16:creationId xmlns:a16="http://schemas.microsoft.com/office/drawing/2014/main" id="{AEEEFA2F-9FE6-6903-0B40-F6CAEC9D17DA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5" name="TextBox 1754">
            <a:extLst>
              <a:ext uri="{FF2B5EF4-FFF2-40B4-BE49-F238E27FC236}">
                <a16:creationId xmlns:a16="http://schemas.microsoft.com/office/drawing/2014/main" id="{E75362C5-DB2A-2291-B3B5-8103B00A9C54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497E2072-3FC6-5C83-DA95-8BD4F25EA056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1757" name="Straight Connector 1756">
            <a:extLst>
              <a:ext uri="{FF2B5EF4-FFF2-40B4-BE49-F238E27FC236}">
                <a16:creationId xmlns:a16="http://schemas.microsoft.com/office/drawing/2014/main" id="{D51F7E75-A820-C053-278B-B86C5B6CBBED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Straight Connector 1757">
            <a:extLst>
              <a:ext uri="{FF2B5EF4-FFF2-40B4-BE49-F238E27FC236}">
                <a16:creationId xmlns:a16="http://schemas.microsoft.com/office/drawing/2014/main" id="{81FB194C-D570-5A06-2BBF-B09923A6EA42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Straight Connector 1758">
            <a:extLst>
              <a:ext uri="{FF2B5EF4-FFF2-40B4-BE49-F238E27FC236}">
                <a16:creationId xmlns:a16="http://schemas.microsoft.com/office/drawing/2014/main" id="{F37EFB34-3925-475B-5CA5-7FAD20765089}"/>
              </a:ext>
            </a:extLst>
          </p:cNvPr>
          <p:cNvCxnSpPr>
            <a:cxnSpLocks/>
            <a:endCxn id="1771" idx="3"/>
          </p:cNvCxnSpPr>
          <p:nvPr/>
        </p:nvCxnSpPr>
        <p:spPr>
          <a:xfrm>
            <a:off x="7547392" y="4486641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Straight Connector 1759">
            <a:extLst>
              <a:ext uri="{FF2B5EF4-FFF2-40B4-BE49-F238E27FC236}">
                <a16:creationId xmlns:a16="http://schemas.microsoft.com/office/drawing/2014/main" id="{B0B4568D-6D1F-A4A9-04ED-95460EA2DD20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1" name="Straight Connector 1760">
            <a:extLst>
              <a:ext uri="{FF2B5EF4-FFF2-40B4-BE49-F238E27FC236}">
                <a16:creationId xmlns:a16="http://schemas.microsoft.com/office/drawing/2014/main" id="{E62E37B9-9813-FC0C-A908-A26D25C3CE12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2" name="Straight Connector 1761">
            <a:extLst>
              <a:ext uri="{FF2B5EF4-FFF2-40B4-BE49-F238E27FC236}">
                <a16:creationId xmlns:a16="http://schemas.microsoft.com/office/drawing/2014/main" id="{23998A0E-C16C-DE42-6551-10E03E1C56E1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3" name="Rectangle 1762">
            <a:extLst>
              <a:ext uri="{FF2B5EF4-FFF2-40B4-BE49-F238E27FC236}">
                <a16:creationId xmlns:a16="http://schemas.microsoft.com/office/drawing/2014/main" id="{000CBC95-6DEA-370C-38A5-ECD87DC157E5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4" name="TextBox 1763">
            <a:extLst>
              <a:ext uri="{FF2B5EF4-FFF2-40B4-BE49-F238E27FC236}">
                <a16:creationId xmlns:a16="http://schemas.microsoft.com/office/drawing/2014/main" id="{667F3941-9ED4-8ADB-7BC3-8E6EA84B8A53}"/>
              </a:ext>
            </a:extLst>
          </p:cNvPr>
          <p:cNvSpPr txBox="1"/>
          <p:nvPr/>
        </p:nvSpPr>
        <p:spPr>
          <a:xfrm>
            <a:off x="8531251" y="5273062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B2AEE605-1B10-0AD3-54D1-34955289EE6B}"/>
              </a:ext>
            </a:extLst>
          </p:cNvPr>
          <p:cNvSpPr/>
          <p:nvPr/>
        </p:nvSpPr>
        <p:spPr>
          <a:xfrm>
            <a:off x="7366159" y="4257749"/>
            <a:ext cx="148666" cy="728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6" name="TextBox 1765">
            <a:extLst>
              <a:ext uri="{FF2B5EF4-FFF2-40B4-BE49-F238E27FC236}">
                <a16:creationId xmlns:a16="http://schemas.microsoft.com/office/drawing/2014/main" id="{EB940D93-FBAB-FCE7-D951-252E24E3E780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7" name="TextBox 1766">
            <a:extLst>
              <a:ext uri="{FF2B5EF4-FFF2-40B4-BE49-F238E27FC236}">
                <a16:creationId xmlns:a16="http://schemas.microsoft.com/office/drawing/2014/main" id="{6C476854-97C7-596E-27DE-D2BF925EF50C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1E587E4F-29C6-B040-D7DB-B6D84DDDC1CC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F8B5BF92-8942-2645-53D5-904EC6B5AD47}"/>
              </a:ext>
            </a:extLst>
          </p:cNvPr>
          <p:cNvSpPr txBox="1"/>
          <p:nvPr/>
        </p:nvSpPr>
        <p:spPr>
          <a:xfrm>
            <a:off x="8490357" y="400290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N/A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70" name="Cross 1769">
            <a:extLst>
              <a:ext uri="{FF2B5EF4-FFF2-40B4-BE49-F238E27FC236}">
                <a16:creationId xmlns:a16="http://schemas.microsoft.com/office/drawing/2014/main" id="{27A49590-054E-6D5C-915F-64246E9E9930}"/>
              </a:ext>
            </a:extLst>
          </p:cNvPr>
          <p:cNvSpPr/>
          <p:nvPr/>
        </p:nvSpPr>
        <p:spPr>
          <a:xfrm>
            <a:off x="7647358" y="435133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6B211636-F788-B406-7FDB-3E7A845FA42F}"/>
              </a:ext>
            </a:extLst>
          </p:cNvPr>
          <p:cNvSpPr/>
          <p:nvPr/>
        </p:nvSpPr>
        <p:spPr>
          <a:xfrm>
            <a:off x="8728899" y="3555882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2" name="Rectangle 1771">
            <a:extLst>
              <a:ext uri="{FF2B5EF4-FFF2-40B4-BE49-F238E27FC236}">
                <a16:creationId xmlns:a16="http://schemas.microsoft.com/office/drawing/2014/main" id="{3ABDEC46-A6F4-5604-8063-4F9AD3E87217}"/>
              </a:ext>
            </a:extLst>
          </p:cNvPr>
          <p:cNvSpPr/>
          <p:nvPr/>
        </p:nvSpPr>
        <p:spPr>
          <a:xfrm>
            <a:off x="8556430" y="3149053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125A81D8-A6A4-FB98-A6E6-09E7F361973E}"/>
              </a:ext>
            </a:extLst>
          </p:cNvPr>
          <p:cNvSpPr/>
          <p:nvPr/>
        </p:nvSpPr>
        <p:spPr>
          <a:xfrm>
            <a:off x="8730192" y="3151342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C1B4243C-42AD-F5D9-CC0D-400ED870137D}"/>
              </a:ext>
            </a:extLst>
          </p:cNvPr>
          <p:cNvSpPr txBox="1"/>
          <p:nvPr/>
        </p:nvSpPr>
        <p:spPr>
          <a:xfrm rot="16200000">
            <a:off x="8398022" y="3243552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2F3F6C67-FEA2-732B-6704-B4694A4BF5D2}"/>
              </a:ext>
            </a:extLst>
          </p:cNvPr>
          <p:cNvSpPr txBox="1"/>
          <p:nvPr/>
        </p:nvSpPr>
        <p:spPr>
          <a:xfrm rot="16200000">
            <a:off x="8490946" y="3247527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1776" name="Rectangle 1775">
            <a:extLst>
              <a:ext uri="{FF2B5EF4-FFF2-40B4-BE49-F238E27FC236}">
                <a16:creationId xmlns:a16="http://schemas.microsoft.com/office/drawing/2014/main" id="{71C1EEB3-B45A-0A59-B20D-FDB87BAFB5DE}"/>
              </a:ext>
            </a:extLst>
          </p:cNvPr>
          <p:cNvSpPr/>
          <p:nvPr/>
        </p:nvSpPr>
        <p:spPr>
          <a:xfrm>
            <a:off x="8726101" y="5319645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9B57CCC9-9616-1B96-7AEB-500D504D69C4}"/>
              </a:ext>
            </a:extLst>
          </p:cNvPr>
          <p:cNvSpPr txBox="1"/>
          <p:nvPr/>
        </p:nvSpPr>
        <p:spPr>
          <a:xfrm>
            <a:off x="8671181" y="5271231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6E13B4E6-F20A-66BE-196B-7B85DA956B09}"/>
              </a:ext>
            </a:extLst>
          </p:cNvPr>
          <p:cNvSpPr txBox="1"/>
          <p:nvPr/>
        </p:nvSpPr>
        <p:spPr>
          <a:xfrm>
            <a:off x="8527914" y="4301151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D33EA9BF-AEC0-29F7-7E0D-6E4A67406CC2}"/>
              </a:ext>
            </a:extLst>
          </p:cNvPr>
          <p:cNvSpPr txBox="1"/>
          <p:nvPr/>
        </p:nvSpPr>
        <p:spPr>
          <a:xfrm>
            <a:off x="7534745" y="4887156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3B160237-C554-A1A4-9F4C-851CAEE48952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cxnSp>
        <p:nvCxnSpPr>
          <p:cNvPr id="1786" name="Straight Connector 1785">
            <a:extLst>
              <a:ext uri="{FF2B5EF4-FFF2-40B4-BE49-F238E27FC236}">
                <a16:creationId xmlns:a16="http://schemas.microsoft.com/office/drawing/2014/main" id="{5256660B-BA83-0654-15A3-60EA20075BB0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7" name="Straight Connector 2376">
            <a:extLst>
              <a:ext uri="{FF2B5EF4-FFF2-40B4-BE49-F238E27FC236}">
                <a16:creationId xmlns:a16="http://schemas.microsoft.com/office/drawing/2014/main" id="{092C7F56-1959-EC9A-0B1E-5CF489B5ED07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1" name="TextBox 2480">
            <a:extLst>
              <a:ext uri="{FF2B5EF4-FFF2-40B4-BE49-F238E27FC236}">
                <a16:creationId xmlns:a16="http://schemas.microsoft.com/office/drawing/2014/main" id="{91630AAB-6B66-6669-52AF-0A5DD8D0EB64}"/>
              </a:ext>
            </a:extLst>
          </p:cNvPr>
          <p:cNvSpPr txBox="1"/>
          <p:nvPr/>
        </p:nvSpPr>
        <p:spPr>
          <a:xfrm>
            <a:off x="549521" y="208501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482" name="Rectangle 2481">
            <a:extLst>
              <a:ext uri="{FF2B5EF4-FFF2-40B4-BE49-F238E27FC236}">
                <a16:creationId xmlns:a16="http://schemas.microsoft.com/office/drawing/2014/main" id="{6270BAFA-4688-B35D-2E03-814EB79E3FBA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3" name="Rectangle 2482">
            <a:extLst>
              <a:ext uri="{FF2B5EF4-FFF2-40B4-BE49-F238E27FC236}">
                <a16:creationId xmlns:a16="http://schemas.microsoft.com/office/drawing/2014/main" id="{39BA7FBD-4B6D-56C0-FEF8-79044641BB8F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4" name="Rectangle 2483">
            <a:extLst>
              <a:ext uri="{FF2B5EF4-FFF2-40B4-BE49-F238E27FC236}">
                <a16:creationId xmlns:a16="http://schemas.microsoft.com/office/drawing/2014/main" id="{7C18281D-6F4F-5B03-B56D-D25CDD01562B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5" name="Rectangle 2484">
            <a:extLst>
              <a:ext uri="{FF2B5EF4-FFF2-40B4-BE49-F238E27FC236}">
                <a16:creationId xmlns:a16="http://schemas.microsoft.com/office/drawing/2014/main" id="{46CCEBEF-E185-DCDE-3521-9256F2A46C94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486" name="Straight Connector 2485">
            <a:extLst>
              <a:ext uri="{FF2B5EF4-FFF2-40B4-BE49-F238E27FC236}">
                <a16:creationId xmlns:a16="http://schemas.microsoft.com/office/drawing/2014/main" id="{CA9F8753-5FD0-D9DD-99BD-27DA033AE8EE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7" name="Straight Connector 2486">
            <a:extLst>
              <a:ext uri="{FF2B5EF4-FFF2-40B4-BE49-F238E27FC236}">
                <a16:creationId xmlns:a16="http://schemas.microsoft.com/office/drawing/2014/main" id="{6385A969-070F-EDCD-9B1A-2CC551A37B0A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8" name="Straight Connector 2487">
            <a:extLst>
              <a:ext uri="{FF2B5EF4-FFF2-40B4-BE49-F238E27FC236}">
                <a16:creationId xmlns:a16="http://schemas.microsoft.com/office/drawing/2014/main" id="{A09038FB-6131-5FAF-E570-C7AAECFCDB41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9" name="TextBox 2488">
            <a:extLst>
              <a:ext uri="{FF2B5EF4-FFF2-40B4-BE49-F238E27FC236}">
                <a16:creationId xmlns:a16="http://schemas.microsoft.com/office/drawing/2014/main" id="{4D0A7F2C-6B24-8E87-5576-1CB498699CBB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490" name="TextBox 2489">
            <a:extLst>
              <a:ext uri="{FF2B5EF4-FFF2-40B4-BE49-F238E27FC236}">
                <a16:creationId xmlns:a16="http://schemas.microsoft.com/office/drawing/2014/main" id="{B68314A0-CAC9-0C56-64AA-7724F24E40B7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491" name="TextBox 2490">
            <a:extLst>
              <a:ext uri="{FF2B5EF4-FFF2-40B4-BE49-F238E27FC236}">
                <a16:creationId xmlns:a16="http://schemas.microsoft.com/office/drawing/2014/main" id="{49B3F643-2F1B-B643-94C3-42498A970549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492" name="TextBox 2491">
            <a:extLst>
              <a:ext uri="{FF2B5EF4-FFF2-40B4-BE49-F238E27FC236}">
                <a16:creationId xmlns:a16="http://schemas.microsoft.com/office/drawing/2014/main" id="{C16F24AF-1C64-8995-4CE3-62A390029984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493" name="Rectangle 2492">
            <a:extLst>
              <a:ext uri="{FF2B5EF4-FFF2-40B4-BE49-F238E27FC236}">
                <a16:creationId xmlns:a16="http://schemas.microsoft.com/office/drawing/2014/main" id="{48BF8266-8B7A-3166-FE1E-F9989A5DA5C2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4" name="Rectangle 2493">
            <a:extLst>
              <a:ext uri="{FF2B5EF4-FFF2-40B4-BE49-F238E27FC236}">
                <a16:creationId xmlns:a16="http://schemas.microsoft.com/office/drawing/2014/main" id="{40EA693D-DE26-92B1-1A05-53A2DCCCABBF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5" name="Rectangle 2494">
            <a:extLst>
              <a:ext uri="{FF2B5EF4-FFF2-40B4-BE49-F238E27FC236}">
                <a16:creationId xmlns:a16="http://schemas.microsoft.com/office/drawing/2014/main" id="{AE870BAE-F5D7-34C4-A389-CDE4C9880584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6" name="TextBox 2495">
            <a:extLst>
              <a:ext uri="{FF2B5EF4-FFF2-40B4-BE49-F238E27FC236}">
                <a16:creationId xmlns:a16="http://schemas.microsoft.com/office/drawing/2014/main" id="{CE42742A-81AB-5504-754B-AC1D1E77096E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51DD0DA2-0F6F-4849-4B72-C7F84268543E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8" name="Rectangle 2497">
            <a:extLst>
              <a:ext uri="{FF2B5EF4-FFF2-40B4-BE49-F238E27FC236}">
                <a16:creationId xmlns:a16="http://schemas.microsoft.com/office/drawing/2014/main" id="{E54796A4-E35E-864A-7FB6-03C24EF21FF5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9" name="Rectangle 2498">
            <a:extLst>
              <a:ext uri="{FF2B5EF4-FFF2-40B4-BE49-F238E27FC236}">
                <a16:creationId xmlns:a16="http://schemas.microsoft.com/office/drawing/2014/main" id="{9C45F0F3-5E2A-8615-CD9C-FB5A841F6782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0" name="Rectangle 2499">
            <a:extLst>
              <a:ext uri="{FF2B5EF4-FFF2-40B4-BE49-F238E27FC236}">
                <a16:creationId xmlns:a16="http://schemas.microsoft.com/office/drawing/2014/main" id="{D6D54AC4-A3AE-B515-DC7A-2DA8112D0A21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1" name="Rectangle 2500">
            <a:extLst>
              <a:ext uri="{FF2B5EF4-FFF2-40B4-BE49-F238E27FC236}">
                <a16:creationId xmlns:a16="http://schemas.microsoft.com/office/drawing/2014/main" id="{46475384-61FA-A2F5-09A8-E4F121C1E6D9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2" name="Rectangle 2501">
            <a:extLst>
              <a:ext uri="{FF2B5EF4-FFF2-40B4-BE49-F238E27FC236}">
                <a16:creationId xmlns:a16="http://schemas.microsoft.com/office/drawing/2014/main" id="{7124A6DF-620E-FEA5-6722-F88E141A7C1A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3" name="TextBox 2502">
            <a:extLst>
              <a:ext uri="{FF2B5EF4-FFF2-40B4-BE49-F238E27FC236}">
                <a16:creationId xmlns:a16="http://schemas.microsoft.com/office/drawing/2014/main" id="{2E17B78F-20ED-B878-DABC-AE398931CC59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504" name="TextBox 2503">
            <a:extLst>
              <a:ext uri="{FF2B5EF4-FFF2-40B4-BE49-F238E27FC236}">
                <a16:creationId xmlns:a16="http://schemas.microsoft.com/office/drawing/2014/main" id="{767202BE-2300-7C5A-0DFA-0B11E170A45D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505" name="TextBox 2504">
            <a:extLst>
              <a:ext uri="{FF2B5EF4-FFF2-40B4-BE49-F238E27FC236}">
                <a16:creationId xmlns:a16="http://schemas.microsoft.com/office/drawing/2014/main" id="{971BC80A-A463-3EEE-5E12-FD066AFF5438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506" name="TextBox 2505">
            <a:extLst>
              <a:ext uri="{FF2B5EF4-FFF2-40B4-BE49-F238E27FC236}">
                <a16:creationId xmlns:a16="http://schemas.microsoft.com/office/drawing/2014/main" id="{77404B54-4A03-9716-801A-717C9FCB4743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507" name="Rectangle 2506">
            <a:extLst>
              <a:ext uri="{FF2B5EF4-FFF2-40B4-BE49-F238E27FC236}">
                <a16:creationId xmlns:a16="http://schemas.microsoft.com/office/drawing/2014/main" id="{34EA4DFA-0729-7ADF-9171-F621527A694B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8" name="Rectangle 2507">
            <a:extLst>
              <a:ext uri="{FF2B5EF4-FFF2-40B4-BE49-F238E27FC236}">
                <a16:creationId xmlns:a16="http://schemas.microsoft.com/office/drawing/2014/main" id="{CCFAD50D-C8BC-B074-D983-A99D0E531333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9" name="Rectangle 2508">
            <a:extLst>
              <a:ext uri="{FF2B5EF4-FFF2-40B4-BE49-F238E27FC236}">
                <a16:creationId xmlns:a16="http://schemas.microsoft.com/office/drawing/2014/main" id="{4D8F87D9-FA39-2B7C-D386-6890E09C100E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0" name="Rectangle 2509">
            <a:extLst>
              <a:ext uri="{FF2B5EF4-FFF2-40B4-BE49-F238E27FC236}">
                <a16:creationId xmlns:a16="http://schemas.microsoft.com/office/drawing/2014/main" id="{57F3A7E8-CD69-59D5-5AC1-3B5BCCB0403C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1" name="Rectangle 2510">
            <a:extLst>
              <a:ext uri="{FF2B5EF4-FFF2-40B4-BE49-F238E27FC236}">
                <a16:creationId xmlns:a16="http://schemas.microsoft.com/office/drawing/2014/main" id="{725D4512-17B7-6F66-67CE-2835701D4AC4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2" name="Rectangle 2511">
            <a:extLst>
              <a:ext uri="{FF2B5EF4-FFF2-40B4-BE49-F238E27FC236}">
                <a16:creationId xmlns:a16="http://schemas.microsoft.com/office/drawing/2014/main" id="{FBE12A27-A15F-EF94-41DD-99E08E4BE992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3" name="Rectangle 2512">
            <a:extLst>
              <a:ext uri="{FF2B5EF4-FFF2-40B4-BE49-F238E27FC236}">
                <a16:creationId xmlns:a16="http://schemas.microsoft.com/office/drawing/2014/main" id="{743929E8-00B3-2ECA-EFD4-D9E060AA6D07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4" name="TextBox 2513">
            <a:extLst>
              <a:ext uri="{FF2B5EF4-FFF2-40B4-BE49-F238E27FC236}">
                <a16:creationId xmlns:a16="http://schemas.microsoft.com/office/drawing/2014/main" id="{083CF185-DD31-7275-E361-2EDFDBFF8F83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515" name="Straight Connector 2514">
            <a:extLst>
              <a:ext uri="{FF2B5EF4-FFF2-40B4-BE49-F238E27FC236}">
                <a16:creationId xmlns:a16="http://schemas.microsoft.com/office/drawing/2014/main" id="{F9353388-AA53-5EE3-78A1-EEE6BEE23E83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6" name="Straight Connector 2515">
            <a:extLst>
              <a:ext uri="{FF2B5EF4-FFF2-40B4-BE49-F238E27FC236}">
                <a16:creationId xmlns:a16="http://schemas.microsoft.com/office/drawing/2014/main" id="{90F6CC74-75A9-CC0D-5389-3C0DB8AB88CE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7" name="Straight Connector 2516">
            <a:extLst>
              <a:ext uri="{FF2B5EF4-FFF2-40B4-BE49-F238E27FC236}">
                <a16:creationId xmlns:a16="http://schemas.microsoft.com/office/drawing/2014/main" id="{E939E10E-CD73-D815-D996-0D3C816AEF4C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8" name="Straight Connector 2517">
            <a:extLst>
              <a:ext uri="{FF2B5EF4-FFF2-40B4-BE49-F238E27FC236}">
                <a16:creationId xmlns:a16="http://schemas.microsoft.com/office/drawing/2014/main" id="{E2182EBF-058E-7425-DF7F-3635EBF8AFD5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9" name="TextBox 2518">
            <a:extLst>
              <a:ext uri="{FF2B5EF4-FFF2-40B4-BE49-F238E27FC236}">
                <a16:creationId xmlns:a16="http://schemas.microsoft.com/office/drawing/2014/main" id="{A8952D1D-F49E-AC4F-F669-BBCD166B5342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520" name="TextBox 2519">
            <a:extLst>
              <a:ext uri="{FF2B5EF4-FFF2-40B4-BE49-F238E27FC236}">
                <a16:creationId xmlns:a16="http://schemas.microsoft.com/office/drawing/2014/main" id="{EF0696BB-9560-2074-2F91-D5D694FD5ADF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521" name="TextBox 2520">
            <a:extLst>
              <a:ext uri="{FF2B5EF4-FFF2-40B4-BE49-F238E27FC236}">
                <a16:creationId xmlns:a16="http://schemas.microsoft.com/office/drawing/2014/main" id="{A2641400-7E8D-17F8-C25B-9FBD2B58F161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522" name="TextBox 2521">
            <a:extLst>
              <a:ext uri="{FF2B5EF4-FFF2-40B4-BE49-F238E27FC236}">
                <a16:creationId xmlns:a16="http://schemas.microsoft.com/office/drawing/2014/main" id="{73ECE372-55A9-54FA-BF3A-8EAE13D5E0E2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523" name="Rectangle 2522">
            <a:extLst>
              <a:ext uri="{FF2B5EF4-FFF2-40B4-BE49-F238E27FC236}">
                <a16:creationId xmlns:a16="http://schemas.microsoft.com/office/drawing/2014/main" id="{AE1ED430-0E6E-83E1-9435-DE5CEFE1DB01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4" name="Rectangle 2523">
            <a:extLst>
              <a:ext uri="{FF2B5EF4-FFF2-40B4-BE49-F238E27FC236}">
                <a16:creationId xmlns:a16="http://schemas.microsoft.com/office/drawing/2014/main" id="{7FCD3817-A583-A0CE-8552-B53B34E7733D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5" name="Rectangle 2524">
            <a:extLst>
              <a:ext uri="{FF2B5EF4-FFF2-40B4-BE49-F238E27FC236}">
                <a16:creationId xmlns:a16="http://schemas.microsoft.com/office/drawing/2014/main" id="{5CFAFF4B-47C0-EE41-A227-1500B4DE2ABA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6" name="TextBox 2525">
            <a:extLst>
              <a:ext uri="{FF2B5EF4-FFF2-40B4-BE49-F238E27FC236}">
                <a16:creationId xmlns:a16="http://schemas.microsoft.com/office/drawing/2014/main" id="{4D34864A-76F6-FD5A-9BB7-251ACE939EA0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527" name="Rectangle 2526">
            <a:extLst>
              <a:ext uri="{FF2B5EF4-FFF2-40B4-BE49-F238E27FC236}">
                <a16:creationId xmlns:a16="http://schemas.microsoft.com/office/drawing/2014/main" id="{CCBAB12D-9CD1-4624-4BF4-E17ED6307FBF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8" name="Rectangle 2527">
            <a:extLst>
              <a:ext uri="{FF2B5EF4-FFF2-40B4-BE49-F238E27FC236}">
                <a16:creationId xmlns:a16="http://schemas.microsoft.com/office/drawing/2014/main" id="{9DCCED48-B5FC-C77F-B9DC-D7C98C35BBB7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9" name="Rectangle 2528">
            <a:extLst>
              <a:ext uri="{FF2B5EF4-FFF2-40B4-BE49-F238E27FC236}">
                <a16:creationId xmlns:a16="http://schemas.microsoft.com/office/drawing/2014/main" id="{B97A7FD7-22B1-D279-3578-9F32ABB31981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30" name="Rectangle 2529">
            <a:extLst>
              <a:ext uri="{FF2B5EF4-FFF2-40B4-BE49-F238E27FC236}">
                <a16:creationId xmlns:a16="http://schemas.microsoft.com/office/drawing/2014/main" id="{B3D25C6D-7D8F-DABB-1547-3A48855A597F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31" name="Rectangle 2530">
            <a:extLst>
              <a:ext uri="{FF2B5EF4-FFF2-40B4-BE49-F238E27FC236}">
                <a16:creationId xmlns:a16="http://schemas.microsoft.com/office/drawing/2014/main" id="{6E365ED2-B2E0-3268-819E-649081AC161F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32" name="Rectangle 2531">
            <a:extLst>
              <a:ext uri="{FF2B5EF4-FFF2-40B4-BE49-F238E27FC236}">
                <a16:creationId xmlns:a16="http://schemas.microsoft.com/office/drawing/2014/main" id="{43CE0110-A022-99EA-3103-8AC8E81442F4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33" name="TextBox 2532">
            <a:extLst>
              <a:ext uri="{FF2B5EF4-FFF2-40B4-BE49-F238E27FC236}">
                <a16:creationId xmlns:a16="http://schemas.microsoft.com/office/drawing/2014/main" id="{1423F9BA-7022-C25F-342C-FE3AA9F2642F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534" name="TextBox 2533">
            <a:extLst>
              <a:ext uri="{FF2B5EF4-FFF2-40B4-BE49-F238E27FC236}">
                <a16:creationId xmlns:a16="http://schemas.microsoft.com/office/drawing/2014/main" id="{8D162D09-A03F-2661-AC77-751ED01E154E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535" name="TextBox 2534">
            <a:extLst>
              <a:ext uri="{FF2B5EF4-FFF2-40B4-BE49-F238E27FC236}">
                <a16:creationId xmlns:a16="http://schemas.microsoft.com/office/drawing/2014/main" id="{C051459D-9BF0-5F2B-A637-3DDF84F93D6D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536" name="TextBox 2535">
            <a:extLst>
              <a:ext uri="{FF2B5EF4-FFF2-40B4-BE49-F238E27FC236}">
                <a16:creationId xmlns:a16="http://schemas.microsoft.com/office/drawing/2014/main" id="{3FED0030-7B40-2124-75F5-FAFEDEC1AFEB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537" name="TextBox 2536">
            <a:extLst>
              <a:ext uri="{FF2B5EF4-FFF2-40B4-BE49-F238E27FC236}">
                <a16:creationId xmlns:a16="http://schemas.microsoft.com/office/drawing/2014/main" id="{A93697B1-1CAD-9E7A-947D-AA5CBA84B252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2538" name="Picture 2537">
            <a:extLst>
              <a:ext uri="{FF2B5EF4-FFF2-40B4-BE49-F238E27FC236}">
                <a16:creationId xmlns:a16="http://schemas.microsoft.com/office/drawing/2014/main" id="{18658B74-7F06-D8E6-0FC6-DD64FE445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2539" name="TextBox 2538">
            <a:extLst>
              <a:ext uri="{FF2B5EF4-FFF2-40B4-BE49-F238E27FC236}">
                <a16:creationId xmlns:a16="http://schemas.microsoft.com/office/drawing/2014/main" id="{41CC1E42-5418-F346-13F6-22F7289F4FD9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540" name="Rectangle 2539">
            <a:extLst>
              <a:ext uri="{FF2B5EF4-FFF2-40B4-BE49-F238E27FC236}">
                <a16:creationId xmlns:a16="http://schemas.microsoft.com/office/drawing/2014/main" id="{0E2872C2-5937-53A4-BD31-0E3E9B678C81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41" name="Rectangle 2540">
            <a:extLst>
              <a:ext uri="{FF2B5EF4-FFF2-40B4-BE49-F238E27FC236}">
                <a16:creationId xmlns:a16="http://schemas.microsoft.com/office/drawing/2014/main" id="{8F5E66B4-6901-6032-11B5-374BF1F46721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42" name="Rectangle 2541">
            <a:extLst>
              <a:ext uri="{FF2B5EF4-FFF2-40B4-BE49-F238E27FC236}">
                <a16:creationId xmlns:a16="http://schemas.microsoft.com/office/drawing/2014/main" id="{4C35D50D-9E92-6AD1-9597-900D25FE1843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43" name="Rectangle 2542">
            <a:extLst>
              <a:ext uri="{FF2B5EF4-FFF2-40B4-BE49-F238E27FC236}">
                <a16:creationId xmlns:a16="http://schemas.microsoft.com/office/drawing/2014/main" id="{A4F14CC5-3DB1-F7C6-5989-C5B0151CC204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4D4ACC81-34F4-B31E-7AB9-E6F2B100F638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45" name="Rectangle 2544">
            <a:extLst>
              <a:ext uri="{FF2B5EF4-FFF2-40B4-BE49-F238E27FC236}">
                <a16:creationId xmlns:a16="http://schemas.microsoft.com/office/drawing/2014/main" id="{ECD54DD2-23BF-5A16-90BD-1E2AF97B03BF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46" name="Rectangle 2545">
            <a:extLst>
              <a:ext uri="{FF2B5EF4-FFF2-40B4-BE49-F238E27FC236}">
                <a16:creationId xmlns:a16="http://schemas.microsoft.com/office/drawing/2014/main" id="{96E80EF2-68CA-E6A4-96EB-06859EBA2C87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547" name="Straight Connector 2546">
            <a:extLst>
              <a:ext uri="{FF2B5EF4-FFF2-40B4-BE49-F238E27FC236}">
                <a16:creationId xmlns:a16="http://schemas.microsoft.com/office/drawing/2014/main" id="{17A7E55B-D52F-A3F1-672E-8B5AB86E34D0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8" name="Straight Connector 2547">
            <a:extLst>
              <a:ext uri="{FF2B5EF4-FFF2-40B4-BE49-F238E27FC236}">
                <a16:creationId xmlns:a16="http://schemas.microsoft.com/office/drawing/2014/main" id="{0B1D0E81-252C-B6FB-F05F-45199F279CF9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9" name="Straight Connector 2548">
            <a:extLst>
              <a:ext uri="{FF2B5EF4-FFF2-40B4-BE49-F238E27FC236}">
                <a16:creationId xmlns:a16="http://schemas.microsoft.com/office/drawing/2014/main" id="{0274A3B5-ECF4-F943-F375-A2C62DC2DEA7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0" name="Straight Connector 2549">
            <a:extLst>
              <a:ext uri="{FF2B5EF4-FFF2-40B4-BE49-F238E27FC236}">
                <a16:creationId xmlns:a16="http://schemas.microsoft.com/office/drawing/2014/main" id="{240F66E4-4F05-A0B8-DBB5-3254F099D53F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1" name="TextBox 2550">
            <a:extLst>
              <a:ext uri="{FF2B5EF4-FFF2-40B4-BE49-F238E27FC236}">
                <a16:creationId xmlns:a16="http://schemas.microsoft.com/office/drawing/2014/main" id="{669998F6-A860-C4D0-463E-58B11921AAD4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552" name="TextBox 2551">
            <a:extLst>
              <a:ext uri="{FF2B5EF4-FFF2-40B4-BE49-F238E27FC236}">
                <a16:creationId xmlns:a16="http://schemas.microsoft.com/office/drawing/2014/main" id="{FC85C1D6-779C-BD09-B820-9BCC50A5F456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553" name="TextBox 2552">
            <a:extLst>
              <a:ext uri="{FF2B5EF4-FFF2-40B4-BE49-F238E27FC236}">
                <a16:creationId xmlns:a16="http://schemas.microsoft.com/office/drawing/2014/main" id="{C3B3920D-DCA6-F596-6EB4-314F841CBD67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554" name="TextBox 2553">
            <a:extLst>
              <a:ext uri="{FF2B5EF4-FFF2-40B4-BE49-F238E27FC236}">
                <a16:creationId xmlns:a16="http://schemas.microsoft.com/office/drawing/2014/main" id="{B2963AFF-F1B9-705F-FEB8-78729FE23E68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555" name="Rectangle 2554">
            <a:extLst>
              <a:ext uri="{FF2B5EF4-FFF2-40B4-BE49-F238E27FC236}">
                <a16:creationId xmlns:a16="http://schemas.microsoft.com/office/drawing/2014/main" id="{C2A8B962-4D2C-607B-F95D-8BA1A1FC2645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6" name="Rectangle 2555">
            <a:extLst>
              <a:ext uri="{FF2B5EF4-FFF2-40B4-BE49-F238E27FC236}">
                <a16:creationId xmlns:a16="http://schemas.microsoft.com/office/drawing/2014/main" id="{DCD4C705-3732-12C8-7F46-0D65F2767956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7" name="Rectangle 2556">
            <a:extLst>
              <a:ext uri="{FF2B5EF4-FFF2-40B4-BE49-F238E27FC236}">
                <a16:creationId xmlns:a16="http://schemas.microsoft.com/office/drawing/2014/main" id="{B5779854-46AA-1404-7253-5CCEF2B330E2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8" name="TextBox 2557">
            <a:extLst>
              <a:ext uri="{FF2B5EF4-FFF2-40B4-BE49-F238E27FC236}">
                <a16:creationId xmlns:a16="http://schemas.microsoft.com/office/drawing/2014/main" id="{64AA9B5D-F92B-95AF-1BFF-42D3ED538B60}"/>
              </a:ext>
            </a:extLst>
          </p:cNvPr>
          <p:cNvSpPr txBox="1"/>
          <p:nvPr/>
        </p:nvSpPr>
        <p:spPr>
          <a:xfrm>
            <a:off x="1917982" y="28330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559" name="Rectangle 2558">
            <a:extLst>
              <a:ext uri="{FF2B5EF4-FFF2-40B4-BE49-F238E27FC236}">
                <a16:creationId xmlns:a16="http://schemas.microsoft.com/office/drawing/2014/main" id="{3D7B3C7C-ACA4-F0A0-D0E8-0810C52E151A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0" name="Rectangle 2559">
            <a:extLst>
              <a:ext uri="{FF2B5EF4-FFF2-40B4-BE49-F238E27FC236}">
                <a16:creationId xmlns:a16="http://schemas.microsoft.com/office/drawing/2014/main" id="{952488B4-32AF-0B2A-9A0B-4E80642F09AB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1" name="Rectangle 2560">
            <a:extLst>
              <a:ext uri="{FF2B5EF4-FFF2-40B4-BE49-F238E27FC236}">
                <a16:creationId xmlns:a16="http://schemas.microsoft.com/office/drawing/2014/main" id="{FC31E473-6582-F7B4-60EB-2A01FF35E642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2" name="Rectangle 2561">
            <a:extLst>
              <a:ext uri="{FF2B5EF4-FFF2-40B4-BE49-F238E27FC236}">
                <a16:creationId xmlns:a16="http://schemas.microsoft.com/office/drawing/2014/main" id="{068ABA14-29E7-1143-1717-7D0490127C5C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3" name="Rectangle 2562">
            <a:extLst>
              <a:ext uri="{FF2B5EF4-FFF2-40B4-BE49-F238E27FC236}">
                <a16:creationId xmlns:a16="http://schemas.microsoft.com/office/drawing/2014/main" id="{FBC8D4BE-733D-1423-824C-A4A736432CBF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4" name="Rectangle 2563">
            <a:extLst>
              <a:ext uri="{FF2B5EF4-FFF2-40B4-BE49-F238E27FC236}">
                <a16:creationId xmlns:a16="http://schemas.microsoft.com/office/drawing/2014/main" id="{FF39F48F-C2A6-CD35-CE6D-D5578C9BF966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5" name="TextBox 2564">
            <a:extLst>
              <a:ext uri="{FF2B5EF4-FFF2-40B4-BE49-F238E27FC236}">
                <a16:creationId xmlns:a16="http://schemas.microsoft.com/office/drawing/2014/main" id="{70DDB390-B809-4CE7-B977-4B3190EF3FBC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566" name="TextBox 2565">
            <a:extLst>
              <a:ext uri="{FF2B5EF4-FFF2-40B4-BE49-F238E27FC236}">
                <a16:creationId xmlns:a16="http://schemas.microsoft.com/office/drawing/2014/main" id="{10E08456-3127-33B7-AE10-DF436D5A1BBD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567" name="TextBox 2566">
            <a:extLst>
              <a:ext uri="{FF2B5EF4-FFF2-40B4-BE49-F238E27FC236}">
                <a16:creationId xmlns:a16="http://schemas.microsoft.com/office/drawing/2014/main" id="{70B39CBB-7EA8-FA4D-E582-59E307EAC72D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568" name="TextBox 2567">
            <a:extLst>
              <a:ext uri="{FF2B5EF4-FFF2-40B4-BE49-F238E27FC236}">
                <a16:creationId xmlns:a16="http://schemas.microsoft.com/office/drawing/2014/main" id="{0F1306FB-29B6-1161-1B67-6E468892A3A0}"/>
              </a:ext>
            </a:extLst>
          </p:cNvPr>
          <p:cNvSpPr txBox="1"/>
          <p:nvPr/>
        </p:nvSpPr>
        <p:spPr>
          <a:xfrm>
            <a:off x="2053396" y="28315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569" name="TextBox 2568">
            <a:extLst>
              <a:ext uri="{FF2B5EF4-FFF2-40B4-BE49-F238E27FC236}">
                <a16:creationId xmlns:a16="http://schemas.microsoft.com/office/drawing/2014/main" id="{52D7C8EE-87DE-BF5F-1EBB-8AEE547C8A1D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570" name="Straight Connector 2569">
            <a:extLst>
              <a:ext uri="{FF2B5EF4-FFF2-40B4-BE49-F238E27FC236}">
                <a16:creationId xmlns:a16="http://schemas.microsoft.com/office/drawing/2014/main" id="{4897837F-BA76-4280-6BC5-3E9CEF7E97CB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1" name="Straight Connector 2570">
            <a:extLst>
              <a:ext uri="{FF2B5EF4-FFF2-40B4-BE49-F238E27FC236}">
                <a16:creationId xmlns:a16="http://schemas.microsoft.com/office/drawing/2014/main" id="{1F3423E7-914E-B2CC-5EB1-1EFD6FA3815F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2" name="TextBox 2571">
            <a:extLst>
              <a:ext uri="{FF2B5EF4-FFF2-40B4-BE49-F238E27FC236}">
                <a16:creationId xmlns:a16="http://schemas.microsoft.com/office/drawing/2014/main" id="{5BEEA62A-DD64-76C6-07B5-5679DDB26DC7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573" name="TextBox 2572">
            <a:extLst>
              <a:ext uri="{FF2B5EF4-FFF2-40B4-BE49-F238E27FC236}">
                <a16:creationId xmlns:a16="http://schemas.microsoft.com/office/drawing/2014/main" id="{A770CFD3-178E-00C6-E53C-DF94DE0B64F2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2574" name="TextBox 2573">
            <a:extLst>
              <a:ext uri="{FF2B5EF4-FFF2-40B4-BE49-F238E27FC236}">
                <a16:creationId xmlns:a16="http://schemas.microsoft.com/office/drawing/2014/main" id="{6C3FBCCA-C465-7F04-ECAE-6B2E2BEB48F2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2575" name="TextBox 2574">
            <a:extLst>
              <a:ext uri="{FF2B5EF4-FFF2-40B4-BE49-F238E27FC236}">
                <a16:creationId xmlns:a16="http://schemas.microsoft.com/office/drawing/2014/main" id="{1ADE2BA0-C332-C143-B944-987CBA35A913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576" name="TextBox 2575">
            <a:extLst>
              <a:ext uri="{FF2B5EF4-FFF2-40B4-BE49-F238E27FC236}">
                <a16:creationId xmlns:a16="http://schemas.microsoft.com/office/drawing/2014/main" id="{02CBB404-DAB4-6243-FA3F-F4D39803C4C2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577" name="Rectangle 2576">
            <a:extLst>
              <a:ext uri="{FF2B5EF4-FFF2-40B4-BE49-F238E27FC236}">
                <a16:creationId xmlns:a16="http://schemas.microsoft.com/office/drawing/2014/main" id="{A1B5A8DD-62EC-4B22-82C6-9EF706A50BAC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8" name="Rectangle 2577">
            <a:extLst>
              <a:ext uri="{FF2B5EF4-FFF2-40B4-BE49-F238E27FC236}">
                <a16:creationId xmlns:a16="http://schemas.microsoft.com/office/drawing/2014/main" id="{7A468442-99B1-6486-88F5-C44F3AEC7646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9" name="Rectangle 2578">
            <a:extLst>
              <a:ext uri="{FF2B5EF4-FFF2-40B4-BE49-F238E27FC236}">
                <a16:creationId xmlns:a16="http://schemas.microsoft.com/office/drawing/2014/main" id="{DBBD8BB3-F47A-28EA-4ABA-7461BC804E35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0" name="Rectangle 2579">
            <a:extLst>
              <a:ext uri="{FF2B5EF4-FFF2-40B4-BE49-F238E27FC236}">
                <a16:creationId xmlns:a16="http://schemas.microsoft.com/office/drawing/2014/main" id="{C563998D-76AB-F43D-3A18-681D9A894C04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1" name="Rectangle 2580">
            <a:extLst>
              <a:ext uri="{FF2B5EF4-FFF2-40B4-BE49-F238E27FC236}">
                <a16:creationId xmlns:a16="http://schemas.microsoft.com/office/drawing/2014/main" id="{73C0E7BE-0AEE-78DB-53D7-215BB5BFF9A7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2" name="Rectangle 2581">
            <a:extLst>
              <a:ext uri="{FF2B5EF4-FFF2-40B4-BE49-F238E27FC236}">
                <a16:creationId xmlns:a16="http://schemas.microsoft.com/office/drawing/2014/main" id="{278582A6-973C-9537-0755-E83B333F95AF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3" name="Rectangle 2582">
            <a:extLst>
              <a:ext uri="{FF2B5EF4-FFF2-40B4-BE49-F238E27FC236}">
                <a16:creationId xmlns:a16="http://schemas.microsoft.com/office/drawing/2014/main" id="{32B1C070-70D9-CD31-E03E-6B689F94176A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4" name="Rectangle 2583">
            <a:extLst>
              <a:ext uri="{FF2B5EF4-FFF2-40B4-BE49-F238E27FC236}">
                <a16:creationId xmlns:a16="http://schemas.microsoft.com/office/drawing/2014/main" id="{D9A897BE-8828-0114-EAC8-59DB41C6F7A0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5" name="TextBox 2584">
            <a:extLst>
              <a:ext uri="{FF2B5EF4-FFF2-40B4-BE49-F238E27FC236}">
                <a16:creationId xmlns:a16="http://schemas.microsoft.com/office/drawing/2014/main" id="{AE2C729E-327C-F3CA-77F7-B3AD04F9C6CD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586" name="TextBox 2585">
            <a:extLst>
              <a:ext uri="{FF2B5EF4-FFF2-40B4-BE49-F238E27FC236}">
                <a16:creationId xmlns:a16="http://schemas.microsoft.com/office/drawing/2014/main" id="{D3087D17-880D-7363-A10E-2D35BC9A5579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587" name="Rectangle 2586">
            <a:extLst>
              <a:ext uri="{FF2B5EF4-FFF2-40B4-BE49-F238E27FC236}">
                <a16:creationId xmlns:a16="http://schemas.microsoft.com/office/drawing/2014/main" id="{D45CE022-9363-F3D8-FD2B-EF8BE170AC6E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8" name="Rectangle 2587">
            <a:extLst>
              <a:ext uri="{FF2B5EF4-FFF2-40B4-BE49-F238E27FC236}">
                <a16:creationId xmlns:a16="http://schemas.microsoft.com/office/drawing/2014/main" id="{B8B7AD81-0662-DF08-5F7D-9894DE014625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9" name="Rectangle 2588">
            <a:extLst>
              <a:ext uri="{FF2B5EF4-FFF2-40B4-BE49-F238E27FC236}">
                <a16:creationId xmlns:a16="http://schemas.microsoft.com/office/drawing/2014/main" id="{310272A0-BF64-8BC9-E7BF-97DE3B2405C9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0" name="Rectangle 2589">
            <a:extLst>
              <a:ext uri="{FF2B5EF4-FFF2-40B4-BE49-F238E27FC236}">
                <a16:creationId xmlns:a16="http://schemas.microsoft.com/office/drawing/2014/main" id="{5312D9C6-17B9-47E7-C250-62FE97258BCA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1" name="Rectangle 2590">
            <a:extLst>
              <a:ext uri="{FF2B5EF4-FFF2-40B4-BE49-F238E27FC236}">
                <a16:creationId xmlns:a16="http://schemas.microsoft.com/office/drawing/2014/main" id="{CD7380BA-358D-72A3-ABE5-59EC5BF1590E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A0F610BB-CA4F-A5C7-6DE2-C61064530E06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3" name="TextBox 2592">
            <a:extLst>
              <a:ext uri="{FF2B5EF4-FFF2-40B4-BE49-F238E27FC236}">
                <a16:creationId xmlns:a16="http://schemas.microsoft.com/office/drawing/2014/main" id="{3938FCD8-1B1D-11E1-A7AC-68BAB4E55649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94" name="TextBox 2593">
            <a:extLst>
              <a:ext uri="{FF2B5EF4-FFF2-40B4-BE49-F238E27FC236}">
                <a16:creationId xmlns:a16="http://schemas.microsoft.com/office/drawing/2014/main" id="{66A6E412-AD75-6EC6-4C30-B32539AF0C66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595" name="TextBox 2594">
            <a:extLst>
              <a:ext uri="{FF2B5EF4-FFF2-40B4-BE49-F238E27FC236}">
                <a16:creationId xmlns:a16="http://schemas.microsoft.com/office/drawing/2014/main" id="{512B5B5E-D8AD-3A22-AF04-FEE482273956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596" name="TextBox 2595">
            <a:extLst>
              <a:ext uri="{FF2B5EF4-FFF2-40B4-BE49-F238E27FC236}">
                <a16:creationId xmlns:a16="http://schemas.microsoft.com/office/drawing/2014/main" id="{06796EAE-20FE-B90D-60AC-AB5F8AA4E2BE}"/>
              </a:ext>
            </a:extLst>
          </p:cNvPr>
          <p:cNvSpPr txBox="1"/>
          <p:nvPr/>
        </p:nvSpPr>
        <p:spPr>
          <a:xfrm>
            <a:off x="1525772" y="37718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597" name="TextBox 2596">
            <a:extLst>
              <a:ext uri="{FF2B5EF4-FFF2-40B4-BE49-F238E27FC236}">
                <a16:creationId xmlns:a16="http://schemas.microsoft.com/office/drawing/2014/main" id="{ECEBFC3A-8A68-24D9-88B3-2CEE6E0AF051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598" name="Rectangle 2597">
            <a:extLst>
              <a:ext uri="{FF2B5EF4-FFF2-40B4-BE49-F238E27FC236}">
                <a16:creationId xmlns:a16="http://schemas.microsoft.com/office/drawing/2014/main" id="{57F55637-FB4F-7CC5-8F4C-1879BAEABF48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9" name="Rectangle 2598">
            <a:extLst>
              <a:ext uri="{FF2B5EF4-FFF2-40B4-BE49-F238E27FC236}">
                <a16:creationId xmlns:a16="http://schemas.microsoft.com/office/drawing/2014/main" id="{3A6E729F-C592-AFF0-7ED5-7F878AB9B993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0" name="Rectangle 2599">
            <a:extLst>
              <a:ext uri="{FF2B5EF4-FFF2-40B4-BE49-F238E27FC236}">
                <a16:creationId xmlns:a16="http://schemas.microsoft.com/office/drawing/2014/main" id="{685571E6-9E3F-C88E-223B-F6B498549214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1" name="Rectangle 2600">
            <a:extLst>
              <a:ext uri="{FF2B5EF4-FFF2-40B4-BE49-F238E27FC236}">
                <a16:creationId xmlns:a16="http://schemas.microsoft.com/office/drawing/2014/main" id="{5252359D-8569-287E-08D6-F90EC2B0498C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2" name="Rectangle 2601">
            <a:extLst>
              <a:ext uri="{FF2B5EF4-FFF2-40B4-BE49-F238E27FC236}">
                <a16:creationId xmlns:a16="http://schemas.microsoft.com/office/drawing/2014/main" id="{92D51F2A-A0D1-19CE-97CE-D11C094EDF62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3" name="Rectangle 2602">
            <a:extLst>
              <a:ext uri="{FF2B5EF4-FFF2-40B4-BE49-F238E27FC236}">
                <a16:creationId xmlns:a16="http://schemas.microsoft.com/office/drawing/2014/main" id="{CE4FC8E5-CE5A-7C35-958A-928D8EF97BE5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4" name="TextBox 2603">
            <a:extLst>
              <a:ext uri="{FF2B5EF4-FFF2-40B4-BE49-F238E27FC236}">
                <a16:creationId xmlns:a16="http://schemas.microsoft.com/office/drawing/2014/main" id="{2492427D-C2D2-6508-40CC-0284D753BFE5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605" name="Rectangle 2604">
            <a:extLst>
              <a:ext uri="{FF2B5EF4-FFF2-40B4-BE49-F238E27FC236}">
                <a16:creationId xmlns:a16="http://schemas.microsoft.com/office/drawing/2014/main" id="{977028E0-9918-BB5C-7EA1-E35F66406F0A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6" name="Rectangle 2605">
            <a:extLst>
              <a:ext uri="{FF2B5EF4-FFF2-40B4-BE49-F238E27FC236}">
                <a16:creationId xmlns:a16="http://schemas.microsoft.com/office/drawing/2014/main" id="{15ACCF3F-A0C1-7E55-8B8A-34AB9BBBA305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7" name="Rectangle 2606">
            <a:extLst>
              <a:ext uri="{FF2B5EF4-FFF2-40B4-BE49-F238E27FC236}">
                <a16:creationId xmlns:a16="http://schemas.microsoft.com/office/drawing/2014/main" id="{6A5E12B0-3C29-9DB3-5AE3-E58AB00965B0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8" name="Rectangle 2607">
            <a:extLst>
              <a:ext uri="{FF2B5EF4-FFF2-40B4-BE49-F238E27FC236}">
                <a16:creationId xmlns:a16="http://schemas.microsoft.com/office/drawing/2014/main" id="{36CB9869-BB6E-A345-D453-4B0079166A1E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9" name="Rectangle 2608">
            <a:extLst>
              <a:ext uri="{FF2B5EF4-FFF2-40B4-BE49-F238E27FC236}">
                <a16:creationId xmlns:a16="http://schemas.microsoft.com/office/drawing/2014/main" id="{222EF1B4-9404-9723-EC23-3C5109C3463B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10" name="Rectangle 2609">
            <a:extLst>
              <a:ext uri="{FF2B5EF4-FFF2-40B4-BE49-F238E27FC236}">
                <a16:creationId xmlns:a16="http://schemas.microsoft.com/office/drawing/2014/main" id="{0AE937C9-4E40-1168-FCCD-47CBA4483B73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11" name="TextBox 2610">
            <a:extLst>
              <a:ext uri="{FF2B5EF4-FFF2-40B4-BE49-F238E27FC236}">
                <a16:creationId xmlns:a16="http://schemas.microsoft.com/office/drawing/2014/main" id="{07ACE945-7F6F-B896-0B88-61B797E47BFB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12" name="TextBox 2611">
            <a:extLst>
              <a:ext uri="{FF2B5EF4-FFF2-40B4-BE49-F238E27FC236}">
                <a16:creationId xmlns:a16="http://schemas.microsoft.com/office/drawing/2014/main" id="{BE70F5D1-B406-BFF2-9138-846A69BA5EB5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613" name="TextBox 2612">
            <a:extLst>
              <a:ext uri="{FF2B5EF4-FFF2-40B4-BE49-F238E27FC236}">
                <a16:creationId xmlns:a16="http://schemas.microsoft.com/office/drawing/2014/main" id="{D097BB71-6324-5EE3-5AFF-9CBDA4F5F69D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14" name="TextBox 2613">
            <a:extLst>
              <a:ext uri="{FF2B5EF4-FFF2-40B4-BE49-F238E27FC236}">
                <a16:creationId xmlns:a16="http://schemas.microsoft.com/office/drawing/2014/main" id="{C1D61E0C-FE33-C2A6-D433-7A1E3694893F}"/>
              </a:ext>
            </a:extLst>
          </p:cNvPr>
          <p:cNvSpPr txBox="1"/>
          <p:nvPr/>
        </p:nvSpPr>
        <p:spPr>
          <a:xfrm>
            <a:off x="245255" y="376943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15" name="TextBox 2614">
            <a:extLst>
              <a:ext uri="{FF2B5EF4-FFF2-40B4-BE49-F238E27FC236}">
                <a16:creationId xmlns:a16="http://schemas.microsoft.com/office/drawing/2014/main" id="{C8E6A21C-B66D-4572-DC32-E2D2D3BA8EE2}"/>
              </a:ext>
            </a:extLst>
          </p:cNvPr>
          <p:cNvSpPr txBox="1"/>
          <p:nvPr/>
        </p:nvSpPr>
        <p:spPr>
          <a:xfrm>
            <a:off x="426817" y="37695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616" name="TextBox 2615">
            <a:extLst>
              <a:ext uri="{FF2B5EF4-FFF2-40B4-BE49-F238E27FC236}">
                <a16:creationId xmlns:a16="http://schemas.microsoft.com/office/drawing/2014/main" id="{8DC69B47-106A-62F3-52DD-9236137D0540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617" name="Rectangle 2616">
            <a:extLst>
              <a:ext uri="{FF2B5EF4-FFF2-40B4-BE49-F238E27FC236}">
                <a16:creationId xmlns:a16="http://schemas.microsoft.com/office/drawing/2014/main" id="{7A119E01-97F4-752C-65F7-B4135E7D886C}"/>
              </a:ext>
            </a:extLst>
          </p:cNvPr>
          <p:cNvSpPr/>
          <p:nvPr/>
        </p:nvSpPr>
        <p:spPr>
          <a:xfrm>
            <a:off x="721193" y="421569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18" name="Rectangle 2617">
            <a:extLst>
              <a:ext uri="{FF2B5EF4-FFF2-40B4-BE49-F238E27FC236}">
                <a16:creationId xmlns:a16="http://schemas.microsoft.com/office/drawing/2014/main" id="{6F31B181-C187-5B91-1858-81681578CF4A}"/>
              </a:ext>
            </a:extLst>
          </p:cNvPr>
          <p:cNvSpPr/>
          <p:nvPr/>
        </p:nvSpPr>
        <p:spPr>
          <a:xfrm>
            <a:off x="721194" y="421569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19" name="Rectangle 2618">
            <a:extLst>
              <a:ext uri="{FF2B5EF4-FFF2-40B4-BE49-F238E27FC236}">
                <a16:creationId xmlns:a16="http://schemas.microsoft.com/office/drawing/2014/main" id="{4D6517C3-3656-CE90-0B85-CFF1D8A4E88C}"/>
              </a:ext>
            </a:extLst>
          </p:cNvPr>
          <p:cNvSpPr/>
          <p:nvPr/>
        </p:nvSpPr>
        <p:spPr>
          <a:xfrm>
            <a:off x="1544820" y="422136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0" name="Rectangle 2619">
            <a:extLst>
              <a:ext uri="{FF2B5EF4-FFF2-40B4-BE49-F238E27FC236}">
                <a16:creationId xmlns:a16="http://schemas.microsoft.com/office/drawing/2014/main" id="{349F4C96-1F1C-9636-90A3-2ACECB633A01}"/>
              </a:ext>
            </a:extLst>
          </p:cNvPr>
          <p:cNvSpPr/>
          <p:nvPr/>
        </p:nvSpPr>
        <p:spPr>
          <a:xfrm>
            <a:off x="1332289" y="421797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1" name="Rectangle 2620">
            <a:extLst>
              <a:ext uri="{FF2B5EF4-FFF2-40B4-BE49-F238E27FC236}">
                <a16:creationId xmlns:a16="http://schemas.microsoft.com/office/drawing/2014/main" id="{06318424-324B-D58A-C4FA-7E6A5CF56CD7}"/>
              </a:ext>
            </a:extLst>
          </p:cNvPr>
          <p:cNvSpPr/>
          <p:nvPr/>
        </p:nvSpPr>
        <p:spPr>
          <a:xfrm>
            <a:off x="1709071" y="422136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2" name="Rectangle 2621">
            <a:extLst>
              <a:ext uri="{FF2B5EF4-FFF2-40B4-BE49-F238E27FC236}">
                <a16:creationId xmlns:a16="http://schemas.microsoft.com/office/drawing/2014/main" id="{D7718D9D-DE3B-10CF-1714-3EAA50E8EE0B}"/>
              </a:ext>
            </a:extLst>
          </p:cNvPr>
          <p:cNvSpPr/>
          <p:nvPr/>
        </p:nvSpPr>
        <p:spPr>
          <a:xfrm>
            <a:off x="1547203" y="432375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3" name="Rectangle 2622">
            <a:extLst>
              <a:ext uri="{FF2B5EF4-FFF2-40B4-BE49-F238E27FC236}">
                <a16:creationId xmlns:a16="http://schemas.microsoft.com/office/drawing/2014/main" id="{FB547E09-AB5B-AEE4-F094-9295E870A68F}"/>
              </a:ext>
            </a:extLst>
          </p:cNvPr>
          <p:cNvSpPr/>
          <p:nvPr/>
        </p:nvSpPr>
        <p:spPr>
          <a:xfrm>
            <a:off x="1334672" y="432037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4" name="Rectangle 2623">
            <a:extLst>
              <a:ext uri="{FF2B5EF4-FFF2-40B4-BE49-F238E27FC236}">
                <a16:creationId xmlns:a16="http://schemas.microsoft.com/office/drawing/2014/main" id="{7FCBACDA-0D79-A616-4FE0-8EEAAC24BA6E}"/>
              </a:ext>
            </a:extLst>
          </p:cNvPr>
          <p:cNvSpPr/>
          <p:nvPr/>
        </p:nvSpPr>
        <p:spPr>
          <a:xfrm>
            <a:off x="1711454" y="432375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5" name="TextBox 2624">
            <a:extLst>
              <a:ext uri="{FF2B5EF4-FFF2-40B4-BE49-F238E27FC236}">
                <a16:creationId xmlns:a16="http://schemas.microsoft.com/office/drawing/2014/main" id="{F508171A-8C1E-A0BF-C357-7FDB8B91A410}"/>
              </a:ext>
            </a:extLst>
          </p:cNvPr>
          <p:cNvSpPr txBox="1"/>
          <p:nvPr/>
        </p:nvSpPr>
        <p:spPr>
          <a:xfrm>
            <a:off x="1462319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626" name="TextBox 2625">
            <a:extLst>
              <a:ext uri="{FF2B5EF4-FFF2-40B4-BE49-F238E27FC236}">
                <a16:creationId xmlns:a16="http://schemas.microsoft.com/office/drawing/2014/main" id="{66F2ABB5-2CD2-EA6B-4BB4-BDF127E22F29}"/>
              </a:ext>
            </a:extLst>
          </p:cNvPr>
          <p:cNvSpPr txBox="1"/>
          <p:nvPr/>
        </p:nvSpPr>
        <p:spPr>
          <a:xfrm>
            <a:off x="1645573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627" name="Rectangle 2626">
            <a:extLst>
              <a:ext uri="{FF2B5EF4-FFF2-40B4-BE49-F238E27FC236}">
                <a16:creationId xmlns:a16="http://schemas.microsoft.com/office/drawing/2014/main" id="{D774E236-62A7-29C9-5B6D-09FF7E1A0595}"/>
              </a:ext>
            </a:extLst>
          </p:cNvPr>
          <p:cNvSpPr/>
          <p:nvPr/>
        </p:nvSpPr>
        <p:spPr>
          <a:xfrm>
            <a:off x="1546977" y="442376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8" name="Rectangle 2627">
            <a:extLst>
              <a:ext uri="{FF2B5EF4-FFF2-40B4-BE49-F238E27FC236}">
                <a16:creationId xmlns:a16="http://schemas.microsoft.com/office/drawing/2014/main" id="{5ED9D735-3346-3253-8059-115665F8D798}"/>
              </a:ext>
            </a:extLst>
          </p:cNvPr>
          <p:cNvSpPr/>
          <p:nvPr/>
        </p:nvSpPr>
        <p:spPr>
          <a:xfrm>
            <a:off x="1334446" y="442038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9" name="Rectangle 2628">
            <a:extLst>
              <a:ext uri="{FF2B5EF4-FFF2-40B4-BE49-F238E27FC236}">
                <a16:creationId xmlns:a16="http://schemas.microsoft.com/office/drawing/2014/main" id="{C5DE5028-FD23-DAD9-3582-8F7F371C79D7}"/>
              </a:ext>
            </a:extLst>
          </p:cNvPr>
          <p:cNvSpPr/>
          <p:nvPr/>
        </p:nvSpPr>
        <p:spPr>
          <a:xfrm>
            <a:off x="1711228" y="442376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0" name="Rectangle 2629">
            <a:extLst>
              <a:ext uri="{FF2B5EF4-FFF2-40B4-BE49-F238E27FC236}">
                <a16:creationId xmlns:a16="http://schemas.microsoft.com/office/drawing/2014/main" id="{6703648B-EFA3-61DF-501B-5027721138B4}"/>
              </a:ext>
            </a:extLst>
          </p:cNvPr>
          <p:cNvSpPr/>
          <p:nvPr/>
        </p:nvSpPr>
        <p:spPr>
          <a:xfrm>
            <a:off x="1545411" y="45259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1" name="Rectangle 2630">
            <a:extLst>
              <a:ext uri="{FF2B5EF4-FFF2-40B4-BE49-F238E27FC236}">
                <a16:creationId xmlns:a16="http://schemas.microsoft.com/office/drawing/2014/main" id="{9D17DFFA-2014-19A7-B1D4-B2507D11F29F}"/>
              </a:ext>
            </a:extLst>
          </p:cNvPr>
          <p:cNvSpPr/>
          <p:nvPr/>
        </p:nvSpPr>
        <p:spPr>
          <a:xfrm>
            <a:off x="1332880" y="452257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2" name="Rectangle 2631">
            <a:extLst>
              <a:ext uri="{FF2B5EF4-FFF2-40B4-BE49-F238E27FC236}">
                <a16:creationId xmlns:a16="http://schemas.microsoft.com/office/drawing/2014/main" id="{A33427F0-7F03-3881-A6A9-01EF49505D02}"/>
              </a:ext>
            </a:extLst>
          </p:cNvPr>
          <p:cNvSpPr/>
          <p:nvPr/>
        </p:nvSpPr>
        <p:spPr>
          <a:xfrm>
            <a:off x="1709662" y="45259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3" name="TextBox 2632">
            <a:extLst>
              <a:ext uri="{FF2B5EF4-FFF2-40B4-BE49-F238E27FC236}">
                <a16:creationId xmlns:a16="http://schemas.microsoft.com/office/drawing/2014/main" id="{B73B09DF-73E2-2F06-E921-D47F67EE0EE7}"/>
              </a:ext>
            </a:extLst>
          </p:cNvPr>
          <p:cNvSpPr txBox="1"/>
          <p:nvPr/>
        </p:nvSpPr>
        <p:spPr>
          <a:xfrm>
            <a:off x="1308345" y="448180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34" name="TextBox 2633">
            <a:extLst>
              <a:ext uri="{FF2B5EF4-FFF2-40B4-BE49-F238E27FC236}">
                <a16:creationId xmlns:a16="http://schemas.microsoft.com/office/drawing/2014/main" id="{9032A4BB-B3C9-ADBA-D43A-0D18002DC715}"/>
              </a:ext>
            </a:extLst>
          </p:cNvPr>
          <p:cNvSpPr txBox="1"/>
          <p:nvPr/>
        </p:nvSpPr>
        <p:spPr>
          <a:xfrm>
            <a:off x="1276211" y="437900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635" name="TextBox 2634">
            <a:extLst>
              <a:ext uri="{FF2B5EF4-FFF2-40B4-BE49-F238E27FC236}">
                <a16:creationId xmlns:a16="http://schemas.microsoft.com/office/drawing/2014/main" id="{24556793-5AEB-CC00-0270-74A393126A59}"/>
              </a:ext>
            </a:extLst>
          </p:cNvPr>
          <p:cNvSpPr txBox="1"/>
          <p:nvPr/>
        </p:nvSpPr>
        <p:spPr>
          <a:xfrm>
            <a:off x="1262622" y="428827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36" name="TextBox 2635">
            <a:extLst>
              <a:ext uri="{FF2B5EF4-FFF2-40B4-BE49-F238E27FC236}">
                <a16:creationId xmlns:a16="http://schemas.microsoft.com/office/drawing/2014/main" id="{7A6F7F13-DDC2-8777-87AC-BDAE1F88B784}"/>
              </a:ext>
            </a:extLst>
          </p:cNvPr>
          <p:cNvSpPr txBox="1"/>
          <p:nvPr/>
        </p:nvSpPr>
        <p:spPr>
          <a:xfrm>
            <a:off x="1502993" y="42785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37" name="TextBox 2636">
            <a:extLst>
              <a:ext uri="{FF2B5EF4-FFF2-40B4-BE49-F238E27FC236}">
                <a16:creationId xmlns:a16="http://schemas.microsoft.com/office/drawing/2014/main" id="{5F9C20E5-CBC2-0CF9-DCAD-860042B2488C}"/>
              </a:ext>
            </a:extLst>
          </p:cNvPr>
          <p:cNvSpPr txBox="1"/>
          <p:nvPr/>
        </p:nvSpPr>
        <p:spPr>
          <a:xfrm>
            <a:off x="1683149" y="4280053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638" name="Rectangle 2637">
            <a:extLst>
              <a:ext uri="{FF2B5EF4-FFF2-40B4-BE49-F238E27FC236}">
                <a16:creationId xmlns:a16="http://schemas.microsoft.com/office/drawing/2014/main" id="{97721AB5-1076-8B74-A54E-861C209FB6E0}"/>
              </a:ext>
            </a:extLst>
          </p:cNvPr>
          <p:cNvSpPr/>
          <p:nvPr/>
        </p:nvSpPr>
        <p:spPr>
          <a:xfrm>
            <a:off x="722602" y="471060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9" name="Rectangle 2638">
            <a:extLst>
              <a:ext uri="{FF2B5EF4-FFF2-40B4-BE49-F238E27FC236}">
                <a16:creationId xmlns:a16="http://schemas.microsoft.com/office/drawing/2014/main" id="{414F0B44-3EFF-922C-E3E0-1460C1DD3BFD}"/>
              </a:ext>
            </a:extLst>
          </p:cNvPr>
          <p:cNvSpPr/>
          <p:nvPr/>
        </p:nvSpPr>
        <p:spPr>
          <a:xfrm>
            <a:off x="1710480" y="471627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0" name="Rectangle 2639">
            <a:extLst>
              <a:ext uri="{FF2B5EF4-FFF2-40B4-BE49-F238E27FC236}">
                <a16:creationId xmlns:a16="http://schemas.microsoft.com/office/drawing/2014/main" id="{36108779-3199-A1CB-2E5D-AE76C719988A}"/>
              </a:ext>
            </a:extLst>
          </p:cNvPr>
          <p:cNvSpPr/>
          <p:nvPr/>
        </p:nvSpPr>
        <p:spPr>
          <a:xfrm>
            <a:off x="1712863" y="481866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1" name="TextBox 2640">
            <a:extLst>
              <a:ext uri="{FF2B5EF4-FFF2-40B4-BE49-F238E27FC236}">
                <a16:creationId xmlns:a16="http://schemas.microsoft.com/office/drawing/2014/main" id="{C359880C-03F5-7972-EDB9-46B20BD43B61}"/>
              </a:ext>
            </a:extLst>
          </p:cNvPr>
          <p:cNvSpPr txBox="1"/>
          <p:nvPr/>
        </p:nvSpPr>
        <p:spPr>
          <a:xfrm>
            <a:off x="1646982" y="467664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642" name="Rectangle 2641">
            <a:extLst>
              <a:ext uri="{FF2B5EF4-FFF2-40B4-BE49-F238E27FC236}">
                <a16:creationId xmlns:a16="http://schemas.microsoft.com/office/drawing/2014/main" id="{12DEF6F3-56C2-A78E-D609-128A820C3E01}"/>
              </a:ext>
            </a:extLst>
          </p:cNvPr>
          <p:cNvSpPr/>
          <p:nvPr/>
        </p:nvSpPr>
        <p:spPr>
          <a:xfrm>
            <a:off x="1712637" y="491867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3" name="Rectangle 2642">
            <a:extLst>
              <a:ext uri="{FF2B5EF4-FFF2-40B4-BE49-F238E27FC236}">
                <a16:creationId xmlns:a16="http://schemas.microsoft.com/office/drawing/2014/main" id="{02A6B9EC-1968-6D5E-41B8-9613A6007437}"/>
              </a:ext>
            </a:extLst>
          </p:cNvPr>
          <p:cNvSpPr/>
          <p:nvPr/>
        </p:nvSpPr>
        <p:spPr>
          <a:xfrm>
            <a:off x="1711071" y="502087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4" name="TextBox 2643">
            <a:extLst>
              <a:ext uri="{FF2B5EF4-FFF2-40B4-BE49-F238E27FC236}">
                <a16:creationId xmlns:a16="http://schemas.microsoft.com/office/drawing/2014/main" id="{760DA904-4200-1CFC-C1F4-32116580CE22}"/>
              </a:ext>
            </a:extLst>
          </p:cNvPr>
          <p:cNvSpPr txBox="1"/>
          <p:nvPr/>
        </p:nvSpPr>
        <p:spPr>
          <a:xfrm>
            <a:off x="1669052" y="477741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45" name="Rectangle 2644">
            <a:extLst>
              <a:ext uri="{FF2B5EF4-FFF2-40B4-BE49-F238E27FC236}">
                <a16:creationId xmlns:a16="http://schemas.microsoft.com/office/drawing/2014/main" id="{4EEB9799-A2AB-27C6-F834-71834A6D5F68}"/>
              </a:ext>
            </a:extLst>
          </p:cNvPr>
          <p:cNvSpPr/>
          <p:nvPr/>
        </p:nvSpPr>
        <p:spPr>
          <a:xfrm>
            <a:off x="1968937" y="4604993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6" name="Rectangle 2645">
            <a:extLst>
              <a:ext uri="{FF2B5EF4-FFF2-40B4-BE49-F238E27FC236}">
                <a16:creationId xmlns:a16="http://schemas.microsoft.com/office/drawing/2014/main" id="{B2BE5A6D-DFAF-D578-1744-5800D70E74B1}"/>
              </a:ext>
            </a:extLst>
          </p:cNvPr>
          <p:cNvSpPr/>
          <p:nvPr/>
        </p:nvSpPr>
        <p:spPr>
          <a:xfrm>
            <a:off x="1968938" y="4604991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47" name="Rectangle 2646">
            <a:extLst>
              <a:ext uri="{FF2B5EF4-FFF2-40B4-BE49-F238E27FC236}">
                <a16:creationId xmlns:a16="http://schemas.microsoft.com/office/drawing/2014/main" id="{826179CA-3BF8-AF68-8F00-A1BC5B6228A9}"/>
              </a:ext>
            </a:extLst>
          </p:cNvPr>
          <p:cNvSpPr/>
          <p:nvPr/>
        </p:nvSpPr>
        <p:spPr>
          <a:xfrm>
            <a:off x="2792564" y="46106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8" name="Rectangle 2647">
            <a:extLst>
              <a:ext uri="{FF2B5EF4-FFF2-40B4-BE49-F238E27FC236}">
                <a16:creationId xmlns:a16="http://schemas.microsoft.com/office/drawing/2014/main" id="{12F1EF89-4BD1-1AD3-E361-ECBFEFD7BDA2}"/>
              </a:ext>
            </a:extLst>
          </p:cNvPr>
          <p:cNvSpPr/>
          <p:nvPr/>
        </p:nvSpPr>
        <p:spPr>
          <a:xfrm>
            <a:off x="2580033" y="460727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9" name="Rectangle 2648">
            <a:extLst>
              <a:ext uri="{FF2B5EF4-FFF2-40B4-BE49-F238E27FC236}">
                <a16:creationId xmlns:a16="http://schemas.microsoft.com/office/drawing/2014/main" id="{02941E3E-84BA-C073-A8A3-FE56D27792B1}"/>
              </a:ext>
            </a:extLst>
          </p:cNvPr>
          <p:cNvSpPr/>
          <p:nvPr/>
        </p:nvSpPr>
        <p:spPr>
          <a:xfrm>
            <a:off x="2956815" y="461065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0" name="Rectangle 2649">
            <a:extLst>
              <a:ext uri="{FF2B5EF4-FFF2-40B4-BE49-F238E27FC236}">
                <a16:creationId xmlns:a16="http://schemas.microsoft.com/office/drawing/2014/main" id="{AA45D242-EE21-77B4-AE40-F02C48F29566}"/>
              </a:ext>
            </a:extLst>
          </p:cNvPr>
          <p:cNvSpPr/>
          <p:nvPr/>
        </p:nvSpPr>
        <p:spPr>
          <a:xfrm>
            <a:off x="2794947" y="471305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1" name="Rectangle 2650">
            <a:extLst>
              <a:ext uri="{FF2B5EF4-FFF2-40B4-BE49-F238E27FC236}">
                <a16:creationId xmlns:a16="http://schemas.microsoft.com/office/drawing/2014/main" id="{114FCFF2-EDF7-30D6-3E7B-45264324ED22}"/>
              </a:ext>
            </a:extLst>
          </p:cNvPr>
          <p:cNvSpPr/>
          <p:nvPr/>
        </p:nvSpPr>
        <p:spPr>
          <a:xfrm>
            <a:off x="2582416" y="470966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2" name="Rectangle 2651">
            <a:extLst>
              <a:ext uri="{FF2B5EF4-FFF2-40B4-BE49-F238E27FC236}">
                <a16:creationId xmlns:a16="http://schemas.microsoft.com/office/drawing/2014/main" id="{B01D5EF2-320B-563E-6DA0-7E7235F35D53}"/>
              </a:ext>
            </a:extLst>
          </p:cNvPr>
          <p:cNvSpPr/>
          <p:nvPr/>
        </p:nvSpPr>
        <p:spPr>
          <a:xfrm>
            <a:off x="2959198" y="471305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3" name="TextBox 2652">
            <a:extLst>
              <a:ext uri="{FF2B5EF4-FFF2-40B4-BE49-F238E27FC236}">
                <a16:creationId xmlns:a16="http://schemas.microsoft.com/office/drawing/2014/main" id="{94132E43-1D68-1362-845E-1ADFD55B2A4B}"/>
              </a:ext>
            </a:extLst>
          </p:cNvPr>
          <p:cNvSpPr txBox="1"/>
          <p:nvPr/>
        </p:nvSpPr>
        <p:spPr>
          <a:xfrm>
            <a:off x="2710063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654" name="TextBox 2653">
            <a:extLst>
              <a:ext uri="{FF2B5EF4-FFF2-40B4-BE49-F238E27FC236}">
                <a16:creationId xmlns:a16="http://schemas.microsoft.com/office/drawing/2014/main" id="{1217C246-040E-BF22-04AF-22AB2C21D51D}"/>
              </a:ext>
            </a:extLst>
          </p:cNvPr>
          <p:cNvSpPr txBox="1"/>
          <p:nvPr/>
        </p:nvSpPr>
        <p:spPr>
          <a:xfrm>
            <a:off x="2883791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655" name="Rectangle 2654">
            <a:extLst>
              <a:ext uri="{FF2B5EF4-FFF2-40B4-BE49-F238E27FC236}">
                <a16:creationId xmlns:a16="http://schemas.microsoft.com/office/drawing/2014/main" id="{49C42C2A-5AC1-B151-3F79-094F56A45CC9}"/>
              </a:ext>
            </a:extLst>
          </p:cNvPr>
          <p:cNvSpPr/>
          <p:nvPr/>
        </p:nvSpPr>
        <p:spPr>
          <a:xfrm>
            <a:off x="2794721" y="481306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6" name="Rectangle 2655">
            <a:extLst>
              <a:ext uri="{FF2B5EF4-FFF2-40B4-BE49-F238E27FC236}">
                <a16:creationId xmlns:a16="http://schemas.microsoft.com/office/drawing/2014/main" id="{AA936508-9077-E008-0272-062AA1F620E6}"/>
              </a:ext>
            </a:extLst>
          </p:cNvPr>
          <p:cNvSpPr/>
          <p:nvPr/>
        </p:nvSpPr>
        <p:spPr>
          <a:xfrm>
            <a:off x="2582190" y="480967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7" name="Rectangle 2656">
            <a:extLst>
              <a:ext uri="{FF2B5EF4-FFF2-40B4-BE49-F238E27FC236}">
                <a16:creationId xmlns:a16="http://schemas.microsoft.com/office/drawing/2014/main" id="{07010E6C-27E0-48F0-DF42-0DE96E71E0A8}"/>
              </a:ext>
            </a:extLst>
          </p:cNvPr>
          <p:cNvSpPr/>
          <p:nvPr/>
        </p:nvSpPr>
        <p:spPr>
          <a:xfrm>
            <a:off x="2958972" y="48130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8" name="Rectangle 2657">
            <a:extLst>
              <a:ext uri="{FF2B5EF4-FFF2-40B4-BE49-F238E27FC236}">
                <a16:creationId xmlns:a16="http://schemas.microsoft.com/office/drawing/2014/main" id="{9F85E1B5-7C1F-026C-FA4B-7EFBBC7E54A6}"/>
              </a:ext>
            </a:extLst>
          </p:cNvPr>
          <p:cNvSpPr/>
          <p:nvPr/>
        </p:nvSpPr>
        <p:spPr>
          <a:xfrm>
            <a:off x="2793155" y="49152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59" name="Rectangle 2658">
            <a:extLst>
              <a:ext uri="{FF2B5EF4-FFF2-40B4-BE49-F238E27FC236}">
                <a16:creationId xmlns:a16="http://schemas.microsoft.com/office/drawing/2014/main" id="{4B5D7F21-5853-B9C9-114D-2757E5E7C53A}"/>
              </a:ext>
            </a:extLst>
          </p:cNvPr>
          <p:cNvSpPr/>
          <p:nvPr/>
        </p:nvSpPr>
        <p:spPr>
          <a:xfrm>
            <a:off x="2580624" y="49118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0" name="Rectangle 2659">
            <a:extLst>
              <a:ext uri="{FF2B5EF4-FFF2-40B4-BE49-F238E27FC236}">
                <a16:creationId xmlns:a16="http://schemas.microsoft.com/office/drawing/2014/main" id="{788644CD-2EEC-2757-AF37-C1D49492E490}"/>
              </a:ext>
            </a:extLst>
          </p:cNvPr>
          <p:cNvSpPr/>
          <p:nvPr/>
        </p:nvSpPr>
        <p:spPr>
          <a:xfrm>
            <a:off x="2957406" y="49152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1" name="TextBox 2660">
            <a:extLst>
              <a:ext uri="{FF2B5EF4-FFF2-40B4-BE49-F238E27FC236}">
                <a16:creationId xmlns:a16="http://schemas.microsoft.com/office/drawing/2014/main" id="{274AC786-B4A1-AC97-38CD-33187CAF5549}"/>
              </a:ext>
            </a:extLst>
          </p:cNvPr>
          <p:cNvSpPr txBox="1"/>
          <p:nvPr/>
        </p:nvSpPr>
        <p:spPr>
          <a:xfrm>
            <a:off x="2556089" y="487110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62" name="TextBox 2661">
            <a:extLst>
              <a:ext uri="{FF2B5EF4-FFF2-40B4-BE49-F238E27FC236}">
                <a16:creationId xmlns:a16="http://schemas.microsoft.com/office/drawing/2014/main" id="{D0BDCC91-2371-39F5-E27C-C431A298318B}"/>
              </a:ext>
            </a:extLst>
          </p:cNvPr>
          <p:cNvSpPr txBox="1"/>
          <p:nvPr/>
        </p:nvSpPr>
        <p:spPr>
          <a:xfrm>
            <a:off x="2523955" y="476829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663" name="TextBox 2662">
            <a:extLst>
              <a:ext uri="{FF2B5EF4-FFF2-40B4-BE49-F238E27FC236}">
                <a16:creationId xmlns:a16="http://schemas.microsoft.com/office/drawing/2014/main" id="{F84D5761-C28F-F733-6F30-8ED99EDC893A}"/>
              </a:ext>
            </a:extLst>
          </p:cNvPr>
          <p:cNvSpPr txBox="1"/>
          <p:nvPr/>
        </p:nvSpPr>
        <p:spPr>
          <a:xfrm>
            <a:off x="2510366" y="467756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64" name="TextBox 2663">
            <a:extLst>
              <a:ext uri="{FF2B5EF4-FFF2-40B4-BE49-F238E27FC236}">
                <a16:creationId xmlns:a16="http://schemas.microsoft.com/office/drawing/2014/main" id="{A560E042-9360-1C64-C5C3-49DA425E16B5}"/>
              </a:ext>
            </a:extLst>
          </p:cNvPr>
          <p:cNvSpPr txBox="1"/>
          <p:nvPr/>
        </p:nvSpPr>
        <p:spPr>
          <a:xfrm>
            <a:off x="2750737" y="466780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65" name="TextBox 2664">
            <a:extLst>
              <a:ext uri="{FF2B5EF4-FFF2-40B4-BE49-F238E27FC236}">
                <a16:creationId xmlns:a16="http://schemas.microsoft.com/office/drawing/2014/main" id="{D0DE608C-9928-9767-28F1-380C691156F0}"/>
              </a:ext>
            </a:extLst>
          </p:cNvPr>
          <p:cNvSpPr txBox="1"/>
          <p:nvPr/>
        </p:nvSpPr>
        <p:spPr>
          <a:xfrm>
            <a:off x="2919854" y="466809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66" name="Rectangle 2665">
            <a:extLst>
              <a:ext uri="{FF2B5EF4-FFF2-40B4-BE49-F238E27FC236}">
                <a16:creationId xmlns:a16="http://schemas.microsoft.com/office/drawing/2014/main" id="{98652392-AC3E-7209-0356-8B7F1F79F83B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7" name="Rectangle 2666">
            <a:extLst>
              <a:ext uri="{FF2B5EF4-FFF2-40B4-BE49-F238E27FC236}">
                <a16:creationId xmlns:a16="http://schemas.microsoft.com/office/drawing/2014/main" id="{24C7B829-E115-66C2-D79C-C846275529ED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8" name="Rectangle 2667">
            <a:extLst>
              <a:ext uri="{FF2B5EF4-FFF2-40B4-BE49-F238E27FC236}">
                <a16:creationId xmlns:a16="http://schemas.microsoft.com/office/drawing/2014/main" id="{6AB27505-2C20-1FC8-FC73-D88742029555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9" name="Rectangle 2668">
            <a:extLst>
              <a:ext uri="{FF2B5EF4-FFF2-40B4-BE49-F238E27FC236}">
                <a16:creationId xmlns:a16="http://schemas.microsoft.com/office/drawing/2014/main" id="{10C9693F-6AC3-763B-5A02-5B51E334E14E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0" name="Rectangle 2669">
            <a:extLst>
              <a:ext uri="{FF2B5EF4-FFF2-40B4-BE49-F238E27FC236}">
                <a16:creationId xmlns:a16="http://schemas.microsoft.com/office/drawing/2014/main" id="{4EB0EB4C-CE71-3069-E72B-B2338316C44E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1" name="Rectangle 2670">
            <a:extLst>
              <a:ext uri="{FF2B5EF4-FFF2-40B4-BE49-F238E27FC236}">
                <a16:creationId xmlns:a16="http://schemas.microsoft.com/office/drawing/2014/main" id="{AA728744-E1FF-C825-0CFE-2937ACB5A5B8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2" name="TextBox 2671">
            <a:extLst>
              <a:ext uri="{FF2B5EF4-FFF2-40B4-BE49-F238E27FC236}">
                <a16:creationId xmlns:a16="http://schemas.microsoft.com/office/drawing/2014/main" id="{C40C7D63-3122-75F8-469F-E10FB4479CDD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673" name="Rectangle 2672">
            <a:extLst>
              <a:ext uri="{FF2B5EF4-FFF2-40B4-BE49-F238E27FC236}">
                <a16:creationId xmlns:a16="http://schemas.microsoft.com/office/drawing/2014/main" id="{8A22E25A-A5DB-646B-3D11-ABAB7330D199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4" name="Rectangle 2673">
            <a:extLst>
              <a:ext uri="{FF2B5EF4-FFF2-40B4-BE49-F238E27FC236}">
                <a16:creationId xmlns:a16="http://schemas.microsoft.com/office/drawing/2014/main" id="{BAC9EF67-40FE-946D-B046-3167D310A69F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5" name="Rectangle 2674">
            <a:extLst>
              <a:ext uri="{FF2B5EF4-FFF2-40B4-BE49-F238E27FC236}">
                <a16:creationId xmlns:a16="http://schemas.microsoft.com/office/drawing/2014/main" id="{A6BFBB6B-868A-5F07-0C6C-B5FB1DED89CD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6" name="Rectangle 2675">
            <a:extLst>
              <a:ext uri="{FF2B5EF4-FFF2-40B4-BE49-F238E27FC236}">
                <a16:creationId xmlns:a16="http://schemas.microsoft.com/office/drawing/2014/main" id="{36AEC0AA-FC51-D511-8489-803731D30BC1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7" name="Rectangle 2676">
            <a:extLst>
              <a:ext uri="{FF2B5EF4-FFF2-40B4-BE49-F238E27FC236}">
                <a16:creationId xmlns:a16="http://schemas.microsoft.com/office/drawing/2014/main" id="{C2104B11-5BFF-BB0F-F3B9-079CEB150DF1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8" name="Rectangle 2677">
            <a:extLst>
              <a:ext uri="{FF2B5EF4-FFF2-40B4-BE49-F238E27FC236}">
                <a16:creationId xmlns:a16="http://schemas.microsoft.com/office/drawing/2014/main" id="{FC95740B-0046-E347-D9BF-C24FE35DB7F2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79" name="TextBox 2678">
            <a:extLst>
              <a:ext uri="{FF2B5EF4-FFF2-40B4-BE49-F238E27FC236}">
                <a16:creationId xmlns:a16="http://schemas.microsoft.com/office/drawing/2014/main" id="{5835E044-A7B0-474C-F1B8-77896EF68D98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80" name="TextBox 2679">
            <a:extLst>
              <a:ext uri="{FF2B5EF4-FFF2-40B4-BE49-F238E27FC236}">
                <a16:creationId xmlns:a16="http://schemas.microsoft.com/office/drawing/2014/main" id="{BB577312-280E-3186-480C-AA2BFCBD1D33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681" name="TextBox 2680">
            <a:extLst>
              <a:ext uri="{FF2B5EF4-FFF2-40B4-BE49-F238E27FC236}">
                <a16:creationId xmlns:a16="http://schemas.microsoft.com/office/drawing/2014/main" id="{71068A4C-3D6B-680C-8635-EC5A02FEA2F2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82" name="TextBox 2681">
            <a:extLst>
              <a:ext uri="{FF2B5EF4-FFF2-40B4-BE49-F238E27FC236}">
                <a16:creationId xmlns:a16="http://schemas.microsoft.com/office/drawing/2014/main" id="{FB51B6FE-3905-66FA-3387-BFFF9BE98F7D}"/>
              </a:ext>
            </a:extLst>
          </p:cNvPr>
          <p:cNvSpPr txBox="1"/>
          <p:nvPr/>
        </p:nvSpPr>
        <p:spPr>
          <a:xfrm>
            <a:off x="261766" y="42733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683" name="TextBox 2682">
            <a:extLst>
              <a:ext uri="{FF2B5EF4-FFF2-40B4-BE49-F238E27FC236}">
                <a16:creationId xmlns:a16="http://schemas.microsoft.com/office/drawing/2014/main" id="{FC1D51B4-479C-D68F-6DD0-753EEF1113C9}"/>
              </a:ext>
            </a:extLst>
          </p:cNvPr>
          <p:cNvSpPr txBox="1"/>
          <p:nvPr/>
        </p:nvSpPr>
        <p:spPr>
          <a:xfrm>
            <a:off x="414181" y="42689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84" name="TextBox 2683">
            <a:extLst>
              <a:ext uri="{FF2B5EF4-FFF2-40B4-BE49-F238E27FC236}">
                <a16:creationId xmlns:a16="http://schemas.microsoft.com/office/drawing/2014/main" id="{F8816DA8-4D54-9B20-6E77-A9D81B9457A8}"/>
              </a:ext>
            </a:extLst>
          </p:cNvPr>
          <p:cNvSpPr txBox="1"/>
          <p:nvPr/>
        </p:nvSpPr>
        <p:spPr>
          <a:xfrm>
            <a:off x="641156" y="4183140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2685" name="TextBox 2684">
            <a:extLst>
              <a:ext uri="{FF2B5EF4-FFF2-40B4-BE49-F238E27FC236}">
                <a16:creationId xmlns:a16="http://schemas.microsoft.com/office/drawing/2014/main" id="{9150AB0C-A982-7083-12D3-A9A94567C8D9}"/>
              </a:ext>
            </a:extLst>
          </p:cNvPr>
          <p:cNvSpPr txBox="1"/>
          <p:nvPr/>
        </p:nvSpPr>
        <p:spPr>
          <a:xfrm>
            <a:off x="1901725" y="3676801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WI not  delivered to production</a:t>
            </a:r>
          </a:p>
        </p:txBody>
      </p:sp>
      <p:sp>
        <p:nvSpPr>
          <p:cNvPr id="2686" name="TextBox 2685">
            <a:extLst>
              <a:ext uri="{FF2B5EF4-FFF2-40B4-BE49-F238E27FC236}">
                <a16:creationId xmlns:a16="http://schemas.microsoft.com/office/drawing/2014/main" id="{DDBC433C-4CA5-ACA5-B13C-1A4E4B43B0BD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687" name="Cross 2686">
            <a:extLst>
              <a:ext uri="{FF2B5EF4-FFF2-40B4-BE49-F238E27FC236}">
                <a16:creationId xmlns:a16="http://schemas.microsoft.com/office/drawing/2014/main" id="{65701084-E7C5-38BB-C471-24CF50DF3220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8" name="Cross 2687">
            <a:extLst>
              <a:ext uri="{FF2B5EF4-FFF2-40B4-BE49-F238E27FC236}">
                <a16:creationId xmlns:a16="http://schemas.microsoft.com/office/drawing/2014/main" id="{F134D6CC-A3F2-6231-9EE1-5CD4B3783FCA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9" name="Cross 2688">
            <a:extLst>
              <a:ext uri="{FF2B5EF4-FFF2-40B4-BE49-F238E27FC236}">
                <a16:creationId xmlns:a16="http://schemas.microsoft.com/office/drawing/2014/main" id="{AC680D23-CCCC-C285-786B-6694FF367875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0" name="Arrow: Down 2689">
            <a:extLst>
              <a:ext uri="{FF2B5EF4-FFF2-40B4-BE49-F238E27FC236}">
                <a16:creationId xmlns:a16="http://schemas.microsoft.com/office/drawing/2014/main" id="{B42669D9-D7E3-2BAF-4E7F-327C0AE86C7E}"/>
              </a:ext>
            </a:extLst>
          </p:cNvPr>
          <p:cNvSpPr/>
          <p:nvPr/>
        </p:nvSpPr>
        <p:spPr>
          <a:xfrm>
            <a:off x="2030335" y="5245352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91" name="TextBox 2690">
            <a:extLst>
              <a:ext uri="{FF2B5EF4-FFF2-40B4-BE49-F238E27FC236}">
                <a16:creationId xmlns:a16="http://schemas.microsoft.com/office/drawing/2014/main" id="{AC168820-DA52-CC61-DCE6-4DD42FBEC617}"/>
              </a:ext>
            </a:extLst>
          </p:cNvPr>
          <p:cNvSpPr txBox="1"/>
          <p:nvPr/>
        </p:nvSpPr>
        <p:spPr>
          <a:xfrm>
            <a:off x="2075681" y="520082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692" name="Rectangle 2691">
            <a:extLst>
              <a:ext uri="{FF2B5EF4-FFF2-40B4-BE49-F238E27FC236}">
                <a16:creationId xmlns:a16="http://schemas.microsoft.com/office/drawing/2014/main" id="{838163D9-7C83-1053-B94D-4BFBC4B7576C}"/>
              </a:ext>
            </a:extLst>
          </p:cNvPr>
          <p:cNvSpPr/>
          <p:nvPr/>
        </p:nvSpPr>
        <p:spPr>
          <a:xfrm>
            <a:off x="1972361" y="420984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3" name="Rectangle 2692">
            <a:extLst>
              <a:ext uri="{FF2B5EF4-FFF2-40B4-BE49-F238E27FC236}">
                <a16:creationId xmlns:a16="http://schemas.microsoft.com/office/drawing/2014/main" id="{0C183FAB-0526-94CD-9330-7909C461EC48}"/>
              </a:ext>
            </a:extLst>
          </p:cNvPr>
          <p:cNvSpPr/>
          <p:nvPr/>
        </p:nvSpPr>
        <p:spPr>
          <a:xfrm>
            <a:off x="1972362" y="420984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94" name="Rectangle 2693">
            <a:extLst>
              <a:ext uri="{FF2B5EF4-FFF2-40B4-BE49-F238E27FC236}">
                <a16:creationId xmlns:a16="http://schemas.microsoft.com/office/drawing/2014/main" id="{E9F04A6C-2C91-8613-9919-E8738B52ABFE}"/>
              </a:ext>
            </a:extLst>
          </p:cNvPr>
          <p:cNvSpPr/>
          <p:nvPr/>
        </p:nvSpPr>
        <p:spPr>
          <a:xfrm>
            <a:off x="2795988" y="511467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5" name="Rectangle 2694">
            <a:extLst>
              <a:ext uri="{FF2B5EF4-FFF2-40B4-BE49-F238E27FC236}">
                <a16:creationId xmlns:a16="http://schemas.microsoft.com/office/drawing/2014/main" id="{92C9C304-F286-80D8-C9D5-A83E7D49EB99}"/>
              </a:ext>
            </a:extLst>
          </p:cNvPr>
          <p:cNvSpPr/>
          <p:nvPr/>
        </p:nvSpPr>
        <p:spPr>
          <a:xfrm>
            <a:off x="2583457" y="511128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6" name="Rectangle 2695">
            <a:extLst>
              <a:ext uri="{FF2B5EF4-FFF2-40B4-BE49-F238E27FC236}">
                <a16:creationId xmlns:a16="http://schemas.microsoft.com/office/drawing/2014/main" id="{70285CF4-A3C0-98B8-BC88-9CCF3CA0D2CD}"/>
              </a:ext>
            </a:extLst>
          </p:cNvPr>
          <p:cNvSpPr/>
          <p:nvPr/>
        </p:nvSpPr>
        <p:spPr>
          <a:xfrm>
            <a:off x="2960239" y="511467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7" name="Rectangle 2696">
            <a:extLst>
              <a:ext uri="{FF2B5EF4-FFF2-40B4-BE49-F238E27FC236}">
                <a16:creationId xmlns:a16="http://schemas.microsoft.com/office/drawing/2014/main" id="{07CE248F-B6F9-3CA5-5C9E-8B0FA775043A}"/>
              </a:ext>
            </a:extLst>
          </p:cNvPr>
          <p:cNvSpPr/>
          <p:nvPr/>
        </p:nvSpPr>
        <p:spPr>
          <a:xfrm>
            <a:off x="2798371" y="431790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8" name="Rectangle 2697">
            <a:extLst>
              <a:ext uri="{FF2B5EF4-FFF2-40B4-BE49-F238E27FC236}">
                <a16:creationId xmlns:a16="http://schemas.microsoft.com/office/drawing/2014/main" id="{7AA9E32F-C15F-47B5-7F6D-91C346FBBCEE}"/>
              </a:ext>
            </a:extLst>
          </p:cNvPr>
          <p:cNvSpPr/>
          <p:nvPr/>
        </p:nvSpPr>
        <p:spPr>
          <a:xfrm>
            <a:off x="2585840" y="431451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9" name="Rectangle 2698">
            <a:extLst>
              <a:ext uri="{FF2B5EF4-FFF2-40B4-BE49-F238E27FC236}">
                <a16:creationId xmlns:a16="http://schemas.microsoft.com/office/drawing/2014/main" id="{85138F7A-7065-1359-8543-3162C691A2E9}"/>
              </a:ext>
            </a:extLst>
          </p:cNvPr>
          <p:cNvSpPr/>
          <p:nvPr/>
        </p:nvSpPr>
        <p:spPr>
          <a:xfrm>
            <a:off x="2962622" y="431790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0" name="Rectangle 2699">
            <a:extLst>
              <a:ext uri="{FF2B5EF4-FFF2-40B4-BE49-F238E27FC236}">
                <a16:creationId xmlns:a16="http://schemas.microsoft.com/office/drawing/2014/main" id="{BAB48F36-5663-73F1-4E43-C6F068A5F0CC}"/>
              </a:ext>
            </a:extLst>
          </p:cNvPr>
          <p:cNvSpPr/>
          <p:nvPr/>
        </p:nvSpPr>
        <p:spPr>
          <a:xfrm>
            <a:off x="2798145" y="441791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1" name="Rectangle 2700">
            <a:extLst>
              <a:ext uri="{FF2B5EF4-FFF2-40B4-BE49-F238E27FC236}">
                <a16:creationId xmlns:a16="http://schemas.microsoft.com/office/drawing/2014/main" id="{EF880B62-595C-F533-4301-2F47B519859B}"/>
              </a:ext>
            </a:extLst>
          </p:cNvPr>
          <p:cNvSpPr/>
          <p:nvPr/>
        </p:nvSpPr>
        <p:spPr>
          <a:xfrm>
            <a:off x="2585614" y="441452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2" name="Rectangle 2701">
            <a:extLst>
              <a:ext uri="{FF2B5EF4-FFF2-40B4-BE49-F238E27FC236}">
                <a16:creationId xmlns:a16="http://schemas.microsoft.com/office/drawing/2014/main" id="{0F443369-271F-1916-5A66-A191826BC801}"/>
              </a:ext>
            </a:extLst>
          </p:cNvPr>
          <p:cNvSpPr/>
          <p:nvPr/>
        </p:nvSpPr>
        <p:spPr>
          <a:xfrm>
            <a:off x="2962396" y="4417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3" name="Rectangle 2702">
            <a:extLst>
              <a:ext uri="{FF2B5EF4-FFF2-40B4-BE49-F238E27FC236}">
                <a16:creationId xmlns:a16="http://schemas.microsoft.com/office/drawing/2014/main" id="{0B80C3F2-9E1F-D665-6825-9D84823FAA85}"/>
              </a:ext>
            </a:extLst>
          </p:cNvPr>
          <p:cNvSpPr/>
          <p:nvPr/>
        </p:nvSpPr>
        <p:spPr>
          <a:xfrm>
            <a:off x="2796579" y="452010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4" name="Rectangle 2703">
            <a:extLst>
              <a:ext uri="{FF2B5EF4-FFF2-40B4-BE49-F238E27FC236}">
                <a16:creationId xmlns:a16="http://schemas.microsoft.com/office/drawing/2014/main" id="{298ED265-BA33-D454-6363-F89D1757BF0D}"/>
              </a:ext>
            </a:extLst>
          </p:cNvPr>
          <p:cNvSpPr/>
          <p:nvPr/>
        </p:nvSpPr>
        <p:spPr>
          <a:xfrm>
            <a:off x="2584048" y="451672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5" name="Rectangle 2704">
            <a:extLst>
              <a:ext uri="{FF2B5EF4-FFF2-40B4-BE49-F238E27FC236}">
                <a16:creationId xmlns:a16="http://schemas.microsoft.com/office/drawing/2014/main" id="{E26A59D0-1264-393B-E66B-56EF121502A7}"/>
              </a:ext>
            </a:extLst>
          </p:cNvPr>
          <p:cNvSpPr/>
          <p:nvPr/>
        </p:nvSpPr>
        <p:spPr>
          <a:xfrm>
            <a:off x="2960830" y="452010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6" name="TextBox 2705">
            <a:extLst>
              <a:ext uri="{FF2B5EF4-FFF2-40B4-BE49-F238E27FC236}">
                <a16:creationId xmlns:a16="http://schemas.microsoft.com/office/drawing/2014/main" id="{4DDB3C5C-28D6-E6DD-10D6-8E05AFCE75DD}"/>
              </a:ext>
            </a:extLst>
          </p:cNvPr>
          <p:cNvSpPr txBox="1"/>
          <p:nvPr/>
        </p:nvSpPr>
        <p:spPr>
          <a:xfrm>
            <a:off x="2559513" y="447595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707" name="TextBox 2706">
            <a:extLst>
              <a:ext uri="{FF2B5EF4-FFF2-40B4-BE49-F238E27FC236}">
                <a16:creationId xmlns:a16="http://schemas.microsoft.com/office/drawing/2014/main" id="{304A2F2E-7DD3-CBC3-8DD6-3DC5C786DC75}"/>
              </a:ext>
            </a:extLst>
          </p:cNvPr>
          <p:cNvSpPr txBox="1"/>
          <p:nvPr/>
        </p:nvSpPr>
        <p:spPr>
          <a:xfrm>
            <a:off x="2527379" y="437314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708" name="TextBox 2707">
            <a:extLst>
              <a:ext uri="{FF2B5EF4-FFF2-40B4-BE49-F238E27FC236}">
                <a16:creationId xmlns:a16="http://schemas.microsoft.com/office/drawing/2014/main" id="{B937E9C4-559A-28EE-55D8-DC43536D4FE6}"/>
              </a:ext>
            </a:extLst>
          </p:cNvPr>
          <p:cNvSpPr txBox="1"/>
          <p:nvPr/>
        </p:nvSpPr>
        <p:spPr>
          <a:xfrm>
            <a:off x="2513790" y="428242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709" name="TextBox 2708">
            <a:extLst>
              <a:ext uri="{FF2B5EF4-FFF2-40B4-BE49-F238E27FC236}">
                <a16:creationId xmlns:a16="http://schemas.microsoft.com/office/drawing/2014/main" id="{916F6236-858F-D715-FA3D-80A02869E87E}"/>
              </a:ext>
            </a:extLst>
          </p:cNvPr>
          <p:cNvSpPr txBox="1"/>
          <p:nvPr/>
        </p:nvSpPr>
        <p:spPr>
          <a:xfrm>
            <a:off x="2752855" y="428058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10" name="TextBox 2709">
            <a:extLst>
              <a:ext uri="{FF2B5EF4-FFF2-40B4-BE49-F238E27FC236}">
                <a16:creationId xmlns:a16="http://schemas.microsoft.com/office/drawing/2014/main" id="{3949A588-B4D9-ABDD-9A2B-9EA574F90AD6}"/>
              </a:ext>
            </a:extLst>
          </p:cNvPr>
          <p:cNvSpPr txBox="1"/>
          <p:nvPr/>
        </p:nvSpPr>
        <p:spPr>
          <a:xfrm>
            <a:off x="2922179" y="427378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11" name="Rectangle 2710">
            <a:extLst>
              <a:ext uri="{FF2B5EF4-FFF2-40B4-BE49-F238E27FC236}">
                <a16:creationId xmlns:a16="http://schemas.microsoft.com/office/drawing/2014/main" id="{ABCAA100-A80E-163F-258A-53B29A500221}"/>
              </a:ext>
            </a:extLst>
          </p:cNvPr>
          <p:cNvSpPr/>
          <p:nvPr/>
        </p:nvSpPr>
        <p:spPr>
          <a:xfrm>
            <a:off x="83451" y="471394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2" name="Rectangle 2711">
            <a:extLst>
              <a:ext uri="{FF2B5EF4-FFF2-40B4-BE49-F238E27FC236}">
                <a16:creationId xmlns:a16="http://schemas.microsoft.com/office/drawing/2014/main" id="{B3A31AD3-C267-33C4-39FE-EA137F2F33BC}"/>
              </a:ext>
            </a:extLst>
          </p:cNvPr>
          <p:cNvSpPr/>
          <p:nvPr/>
        </p:nvSpPr>
        <p:spPr>
          <a:xfrm>
            <a:off x="85834" y="48163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3" name="Rectangle 2712">
            <a:extLst>
              <a:ext uri="{FF2B5EF4-FFF2-40B4-BE49-F238E27FC236}">
                <a16:creationId xmlns:a16="http://schemas.microsoft.com/office/drawing/2014/main" id="{91C5B55F-D033-8FC3-B96B-C0972C19ADA2}"/>
              </a:ext>
            </a:extLst>
          </p:cNvPr>
          <p:cNvSpPr/>
          <p:nvPr/>
        </p:nvSpPr>
        <p:spPr>
          <a:xfrm>
            <a:off x="85608" y="491634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4" name="Rectangle 2713">
            <a:extLst>
              <a:ext uri="{FF2B5EF4-FFF2-40B4-BE49-F238E27FC236}">
                <a16:creationId xmlns:a16="http://schemas.microsoft.com/office/drawing/2014/main" id="{6F04DFF5-FE4C-368B-AA0E-3C304C018544}"/>
              </a:ext>
            </a:extLst>
          </p:cNvPr>
          <p:cNvSpPr/>
          <p:nvPr/>
        </p:nvSpPr>
        <p:spPr>
          <a:xfrm>
            <a:off x="84042" y="50185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5" name="TextBox 2714">
            <a:extLst>
              <a:ext uri="{FF2B5EF4-FFF2-40B4-BE49-F238E27FC236}">
                <a16:creationId xmlns:a16="http://schemas.microsoft.com/office/drawing/2014/main" id="{AECE6638-ED63-4287-E9D0-F160D76BF594}"/>
              </a:ext>
            </a:extLst>
          </p:cNvPr>
          <p:cNvSpPr txBox="1"/>
          <p:nvPr/>
        </p:nvSpPr>
        <p:spPr>
          <a:xfrm>
            <a:off x="59507" y="497777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716" name="TextBox 2715">
            <a:extLst>
              <a:ext uri="{FF2B5EF4-FFF2-40B4-BE49-F238E27FC236}">
                <a16:creationId xmlns:a16="http://schemas.microsoft.com/office/drawing/2014/main" id="{0874BB73-D0BD-22B5-5465-1476995EF474}"/>
              </a:ext>
            </a:extLst>
          </p:cNvPr>
          <p:cNvSpPr txBox="1"/>
          <p:nvPr/>
        </p:nvSpPr>
        <p:spPr>
          <a:xfrm>
            <a:off x="27373" y="487496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717" name="TextBox 2716">
            <a:extLst>
              <a:ext uri="{FF2B5EF4-FFF2-40B4-BE49-F238E27FC236}">
                <a16:creationId xmlns:a16="http://schemas.microsoft.com/office/drawing/2014/main" id="{F96BECC3-E7D0-8412-DF6F-0632BF6B2AA7}"/>
              </a:ext>
            </a:extLst>
          </p:cNvPr>
          <p:cNvSpPr txBox="1"/>
          <p:nvPr/>
        </p:nvSpPr>
        <p:spPr>
          <a:xfrm>
            <a:off x="13784" y="478423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718" name="TextBox 2717">
            <a:extLst>
              <a:ext uri="{FF2B5EF4-FFF2-40B4-BE49-F238E27FC236}">
                <a16:creationId xmlns:a16="http://schemas.microsoft.com/office/drawing/2014/main" id="{2DE16AE8-788B-F397-C837-E22908A53A50}"/>
              </a:ext>
            </a:extLst>
          </p:cNvPr>
          <p:cNvSpPr txBox="1"/>
          <p:nvPr/>
        </p:nvSpPr>
        <p:spPr>
          <a:xfrm>
            <a:off x="254155" y="47744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19" name="Rectangle 2718">
            <a:extLst>
              <a:ext uri="{FF2B5EF4-FFF2-40B4-BE49-F238E27FC236}">
                <a16:creationId xmlns:a16="http://schemas.microsoft.com/office/drawing/2014/main" id="{4EDCE3BF-4D08-3835-301E-2FD690637EFC}"/>
              </a:ext>
            </a:extLst>
          </p:cNvPr>
          <p:cNvSpPr/>
          <p:nvPr/>
        </p:nvSpPr>
        <p:spPr>
          <a:xfrm>
            <a:off x="1977439" y="471161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0" name="Rectangle 2719">
            <a:extLst>
              <a:ext uri="{FF2B5EF4-FFF2-40B4-BE49-F238E27FC236}">
                <a16:creationId xmlns:a16="http://schemas.microsoft.com/office/drawing/2014/main" id="{F2699C9E-5EF8-CEB1-0548-412838CFA57E}"/>
              </a:ext>
            </a:extLst>
          </p:cNvPr>
          <p:cNvSpPr/>
          <p:nvPr/>
        </p:nvSpPr>
        <p:spPr>
          <a:xfrm>
            <a:off x="1977440" y="471161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21" name="Rectangle 2720">
            <a:extLst>
              <a:ext uri="{FF2B5EF4-FFF2-40B4-BE49-F238E27FC236}">
                <a16:creationId xmlns:a16="http://schemas.microsoft.com/office/drawing/2014/main" id="{15FB1C89-0731-E256-7BCF-ECB01BADFF42}"/>
              </a:ext>
            </a:extLst>
          </p:cNvPr>
          <p:cNvSpPr/>
          <p:nvPr/>
        </p:nvSpPr>
        <p:spPr>
          <a:xfrm>
            <a:off x="2801066" y="471728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2" name="Rectangle 2721">
            <a:extLst>
              <a:ext uri="{FF2B5EF4-FFF2-40B4-BE49-F238E27FC236}">
                <a16:creationId xmlns:a16="http://schemas.microsoft.com/office/drawing/2014/main" id="{DBB74D50-1D96-49E2-7ED2-8A0C4BB0C0E8}"/>
              </a:ext>
            </a:extLst>
          </p:cNvPr>
          <p:cNvSpPr/>
          <p:nvPr/>
        </p:nvSpPr>
        <p:spPr>
          <a:xfrm>
            <a:off x="2588535" y="471389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3" name="Rectangle 2722">
            <a:extLst>
              <a:ext uri="{FF2B5EF4-FFF2-40B4-BE49-F238E27FC236}">
                <a16:creationId xmlns:a16="http://schemas.microsoft.com/office/drawing/2014/main" id="{D43414A7-0018-B347-C8AF-0E5C557AC72F}"/>
              </a:ext>
            </a:extLst>
          </p:cNvPr>
          <p:cNvSpPr/>
          <p:nvPr/>
        </p:nvSpPr>
        <p:spPr>
          <a:xfrm>
            <a:off x="2965317" y="47172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4" name="Rectangle 2723">
            <a:extLst>
              <a:ext uri="{FF2B5EF4-FFF2-40B4-BE49-F238E27FC236}">
                <a16:creationId xmlns:a16="http://schemas.microsoft.com/office/drawing/2014/main" id="{31B8B396-E1E2-9371-1569-DBFBD34CC09E}"/>
              </a:ext>
            </a:extLst>
          </p:cNvPr>
          <p:cNvSpPr/>
          <p:nvPr/>
        </p:nvSpPr>
        <p:spPr>
          <a:xfrm>
            <a:off x="2803449" y="481967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5" name="Rectangle 2724">
            <a:extLst>
              <a:ext uri="{FF2B5EF4-FFF2-40B4-BE49-F238E27FC236}">
                <a16:creationId xmlns:a16="http://schemas.microsoft.com/office/drawing/2014/main" id="{5B58A405-2F57-7547-94FD-5152B33E6CA1}"/>
              </a:ext>
            </a:extLst>
          </p:cNvPr>
          <p:cNvSpPr/>
          <p:nvPr/>
        </p:nvSpPr>
        <p:spPr>
          <a:xfrm>
            <a:off x="2590918" y="481628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6" name="Rectangle 2725">
            <a:extLst>
              <a:ext uri="{FF2B5EF4-FFF2-40B4-BE49-F238E27FC236}">
                <a16:creationId xmlns:a16="http://schemas.microsoft.com/office/drawing/2014/main" id="{1364AC1D-2B35-1908-1BE0-A854A5E6EF5D}"/>
              </a:ext>
            </a:extLst>
          </p:cNvPr>
          <p:cNvSpPr/>
          <p:nvPr/>
        </p:nvSpPr>
        <p:spPr>
          <a:xfrm>
            <a:off x="2967700" y="481967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7" name="Rectangle 2726">
            <a:extLst>
              <a:ext uri="{FF2B5EF4-FFF2-40B4-BE49-F238E27FC236}">
                <a16:creationId xmlns:a16="http://schemas.microsoft.com/office/drawing/2014/main" id="{17622BBA-5BA4-F63F-A822-F01D4FCC6E41}"/>
              </a:ext>
            </a:extLst>
          </p:cNvPr>
          <p:cNvSpPr/>
          <p:nvPr/>
        </p:nvSpPr>
        <p:spPr>
          <a:xfrm>
            <a:off x="2803223" y="49196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8" name="Rectangle 2727">
            <a:extLst>
              <a:ext uri="{FF2B5EF4-FFF2-40B4-BE49-F238E27FC236}">
                <a16:creationId xmlns:a16="http://schemas.microsoft.com/office/drawing/2014/main" id="{76A6D69A-DA79-3DC0-F096-39046F62FFBC}"/>
              </a:ext>
            </a:extLst>
          </p:cNvPr>
          <p:cNvSpPr/>
          <p:nvPr/>
        </p:nvSpPr>
        <p:spPr>
          <a:xfrm>
            <a:off x="2590692" y="491629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9" name="Rectangle 2728">
            <a:extLst>
              <a:ext uri="{FF2B5EF4-FFF2-40B4-BE49-F238E27FC236}">
                <a16:creationId xmlns:a16="http://schemas.microsoft.com/office/drawing/2014/main" id="{68E43445-F977-F8BE-9216-659A7010A0D1}"/>
              </a:ext>
            </a:extLst>
          </p:cNvPr>
          <p:cNvSpPr/>
          <p:nvPr/>
        </p:nvSpPr>
        <p:spPr>
          <a:xfrm>
            <a:off x="2967474" y="491968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0" name="Rectangle 2729">
            <a:extLst>
              <a:ext uri="{FF2B5EF4-FFF2-40B4-BE49-F238E27FC236}">
                <a16:creationId xmlns:a16="http://schemas.microsoft.com/office/drawing/2014/main" id="{30CBB012-25E6-1A48-4CC3-97260E357F17}"/>
              </a:ext>
            </a:extLst>
          </p:cNvPr>
          <p:cNvSpPr/>
          <p:nvPr/>
        </p:nvSpPr>
        <p:spPr>
          <a:xfrm>
            <a:off x="2801657" y="502187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1" name="Rectangle 2730">
            <a:extLst>
              <a:ext uri="{FF2B5EF4-FFF2-40B4-BE49-F238E27FC236}">
                <a16:creationId xmlns:a16="http://schemas.microsoft.com/office/drawing/2014/main" id="{3C1FC554-1ECA-AEA7-5681-1FBA1D24881E}"/>
              </a:ext>
            </a:extLst>
          </p:cNvPr>
          <p:cNvSpPr/>
          <p:nvPr/>
        </p:nvSpPr>
        <p:spPr>
          <a:xfrm>
            <a:off x="2589126" y="501849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2" name="Rectangle 2731">
            <a:extLst>
              <a:ext uri="{FF2B5EF4-FFF2-40B4-BE49-F238E27FC236}">
                <a16:creationId xmlns:a16="http://schemas.microsoft.com/office/drawing/2014/main" id="{553884A3-FE8E-4776-D3B8-18A5A8FCE165}"/>
              </a:ext>
            </a:extLst>
          </p:cNvPr>
          <p:cNvSpPr/>
          <p:nvPr/>
        </p:nvSpPr>
        <p:spPr>
          <a:xfrm>
            <a:off x="2965908" y="502187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3" name="TextBox 2732">
            <a:extLst>
              <a:ext uri="{FF2B5EF4-FFF2-40B4-BE49-F238E27FC236}">
                <a16:creationId xmlns:a16="http://schemas.microsoft.com/office/drawing/2014/main" id="{104B28AC-01E1-4903-A593-DE359E0E49B1}"/>
              </a:ext>
            </a:extLst>
          </p:cNvPr>
          <p:cNvSpPr txBox="1"/>
          <p:nvPr/>
        </p:nvSpPr>
        <p:spPr>
          <a:xfrm>
            <a:off x="2564591" y="497772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734" name="TextBox 2733">
            <a:extLst>
              <a:ext uri="{FF2B5EF4-FFF2-40B4-BE49-F238E27FC236}">
                <a16:creationId xmlns:a16="http://schemas.microsoft.com/office/drawing/2014/main" id="{4E9C8D83-2392-D3FA-1D4D-0EEFA0749F25}"/>
              </a:ext>
            </a:extLst>
          </p:cNvPr>
          <p:cNvSpPr txBox="1"/>
          <p:nvPr/>
        </p:nvSpPr>
        <p:spPr>
          <a:xfrm>
            <a:off x="2532457" y="487491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735" name="TextBox 2734">
            <a:extLst>
              <a:ext uri="{FF2B5EF4-FFF2-40B4-BE49-F238E27FC236}">
                <a16:creationId xmlns:a16="http://schemas.microsoft.com/office/drawing/2014/main" id="{2E1DE44C-0013-34FA-87A0-3C61C7EF788F}"/>
              </a:ext>
            </a:extLst>
          </p:cNvPr>
          <p:cNvSpPr txBox="1"/>
          <p:nvPr/>
        </p:nvSpPr>
        <p:spPr>
          <a:xfrm>
            <a:off x="2518868" y="478419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736" name="TextBox 2735">
            <a:extLst>
              <a:ext uri="{FF2B5EF4-FFF2-40B4-BE49-F238E27FC236}">
                <a16:creationId xmlns:a16="http://schemas.microsoft.com/office/drawing/2014/main" id="{C48E33DF-BB4F-E8C9-46B1-4B41785D4E2A}"/>
              </a:ext>
            </a:extLst>
          </p:cNvPr>
          <p:cNvSpPr txBox="1"/>
          <p:nvPr/>
        </p:nvSpPr>
        <p:spPr>
          <a:xfrm>
            <a:off x="2758062" y="47740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37" name="TextBox 2736">
            <a:extLst>
              <a:ext uri="{FF2B5EF4-FFF2-40B4-BE49-F238E27FC236}">
                <a16:creationId xmlns:a16="http://schemas.microsoft.com/office/drawing/2014/main" id="{AAFCD181-F8BC-C88D-1877-CF7DEBFE7969}"/>
              </a:ext>
            </a:extLst>
          </p:cNvPr>
          <p:cNvSpPr txBox="1"/>
          <p:nvPr/>
        </p:nvSpPr>
        <p:spPr>
          <a:xfrm>
            <a:off x="2925525" y="47773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38" name="TextBox 2737">
            <a:extLst>
              <a:ext uri="{FF2B5EF4-FFF2-40B4-BE49-F238E27FC236}">
                <a16:creationId xmlns:a16="http://schemas.microsoft.com/office/drawing/2014/main" id="{6B708CF9-9EEF-64B5-173A-761AFF97A7E3}"/>
              </a:ext>
            </a:extLst>
          </p:cNvPr>
          <p:cNvSpPr txBox="1"/>
          <p:nvPr/>
        </p:nvSpPr>
        <p:spPr>
          <a:xfrm>
            <a:off x="1896341" y="4181719"/>
            <a:ext cx="83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General WI not correct</a:t>
            </a:r>
          </a:p>
        </p:txBody>
      </p:sp>
      <p:sp>
        <p:nvSpPr>
          <p:cNvPr id="2739" name="TextBox 2738">
            <a:extLst>
              <a:ext uri="{FF2B5EF4-FFF2-40B4-BE49-F238E27FC236}">
                <a16:creationId xmlns:a16="http://schemas.microsoft.com/office/drawing/2014/main" id="{727C8FA1-B72D-FAA9-88A6-74FFF2CF3DB2}"/>
              </a:ext>
            </a:extLst>
          </p:cNvPr>
          <p:cNvSpPr txBox="1"/>
          <p:nvPr/>
        </p:nvSpPr>
        <p:spPr>
          <a:xfrm>
            <a:off x="1921717" y="4684242"/>
            <a:ext cx="725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Product specific WI not correct</a:t>
            </a:r>
          </a:p>
        </p:txBody>
      </p:sp>
      <p:sp>
        <p:nvSpPr>
          <p:cNvPr id="2740" name="TextBox 2739">
            <a:extLst>
              <a:ext uri="{FF2B5EF4-FFF2-40B4-BE49-F238E27FC236}">
                <a16:creationId xmlns:a16="http://schemas.microsoft.com/office/drawing/2014/main" id="{5F6ADE9B-4610-49D7-DC4B-5D33B2F5F7B1}"/>
              </a:ext>
            </a:extLst>
          </p:cNvPr>
          <p:cNvSpPr txBox="1"/>
          <p:nvPr/>
        </p:nvSpPr>
        <p:spPr>
          <a:xfrm>
            <a:off x="1682435" y="377211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741" name="Rectangle 2740">
            <a:extLst>
              <a:ext uri="{FF2B5EF4-FFF2-40B4-BE49-F238E27FC236}">
                <a16:creationId xmlns:a16="http://schemas.microsoft.com/office/drawing/2014/main" id="{900F3D2B-DD57-E9B8-8BEE-BFE06F89BCDE}"/>
              </a:ext>
            </a:extLst>
          </p:cNvPr>
          <p:cNvSpPr/>
          <p:nvPr/>
        </p:nvSpPr>
        <p:spPr>
          <a:xfrm>
            <a:off x="1115169" y="32043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D1F054F7-26B6-E32E-0E8A-478FFE589F78}"/>
              </a:ext>
            </a:extLst>
          </p:cNvPr>
          <p:cNvSpPr/>
          <p:nvPr/>
        </p:nvSpPr>
        <p:spPr>
          <a:xfrm>
            <a:off x="1903712" y="29607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3" name="Rectangle 2742">
            <a:extLst>
              <a:ext uri="{FF2B5EF4-FFF2-40B4-BE49-F238E27FC236}">
                <a16:creationId xmlns:a16="http://schemas.microsoft.com/office/drawing/2014/main" id="{095FFE88-DAF2-E0A4-5FA7-388923A6663E}"/>
              </a:ext>
            </a:extLst>
          </p:cNvPr>
          <p:cNvSpPr/>
          <p:nvPr/>
        </p:nvSpPr>
        <p:spPr>
          <a:xfrm>
            <a:off x="1903712" y="30814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4" name="TextBox 2743">
            <a:extLst>
              <a:ext uri="{FF2B5EF4-FFF2-40B4-BE49-F238E27FC236}">
                <a16:creationId xmlns:a16="http://schemas.microsoft.com/office/drawing/2014/main" id="{F5FA7CDB-AF65-5F20-7EC8-76C62AB1AB8A}"/>
              </a:ext>
            </a:extLst>
          </p:cNvPr>
          <p:cNvSpPr txBox="1"/>
          <p:nvPr/>
        </p:nvSpPr>
        <p:spPr>
          <a:xfrm>
            <a:off x="1393913" y="30554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745" name="Straight Connector 2744">
            <a:extLst>
              <a:ext uri="{FF2B5EF4-FFF2-40B4-BE49-F238E27FC236}">
                <a16:creationId xmlns:a16="http://schemas.microsoft.com/office/drawing/2014/main" id="{3E7EE682-84B2-F15A-4D9A-96DB552B2A7D}"/>
              </a:ext>
            </a:extLst>
          </p:cNvPr>
          <p:cNvCxnSpPr>
            <a:cxnSpLocks/>
          </p:cNvCxnSpPr>
          <p:nvPr/>
        </p:nvCxnSpPr>
        <p:spPr>
          <a:xfrm>
            <a:off x="1309697" y="32043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6" name="Straight Connector 2745">
            <a:extLst>
              <a:ext uri="{FF2B5EF4-FFF2-40B4-BE49-F238E27FC236}">
                <a16:creationId xmlns:a16="http://schemas.microsoft.com/office/drawing/2014/main" id="{FBDA1D79-870B-10F0-291B-DC8FAD778F93}"/>
              </a:ext>
            </a:extLst>
          </p:cNvPr>
          <p:cNvCxnSpPr>
            <a:cxnSpLocks/>
          </p:cNvCxnSpPr>
          <p:nvPr/>
        </p:nvCxnSpPr>
        <p:spPr>
          <a:xfrm>
            <a:off x="1490672" y="32043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7" name="Straight Connector 2746">
            <a:extLst>
              <a:ext uri="{FF2B5EF4-FFF2-40B4-BE49-F238E27FC236}">
                <a16:creationId xmlns:a16="http://schemas.microsoft.com/office/drawing/2014/main" id="{F8351EF0-077E-074C-73A9-376D4D9DDFCF}"/>
              </a:ext>
            </a:extLst>
          </p:cNvPr>
          <p:cNvCxnSpPr>
            <a:cxnSpLocks/>
          </p:cNvCxnSpPr>
          <p:nvPr/>
        </p:nvCxnSpPr>
        <p:spPr>
          <a:xfrm>
            <a:off x="1621639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8" name="Straight Connector 2747">
            <a:extLst>
              <a:ext uri="{FF2B5EF4-FFF2-40B4-BE49-F238E27FC236}">
                <a16:creationId xmlns:a16="http://schemas.microsoft.com/office/drawing/2014/main" id="{312C09A9-8177-CCA0-5D4F-7C51CCE982CD}"/>
              </a:ext>
            </a:extLst>
          </p:cNvPr>
          <p:cNvCxnSpPr>
            <a:cxnSpLocks/>
          </p:cNvCxnSpPr>
          <p:nvPr/>
        </p:nvCxnSpPr>
        <p:spPr>
          <a:xfrm>
            <a:off x="1750223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9" name="TextBox 2748">
            <a:extLst>
              <a:ext uri="{FF2B5EF4-FFF2-40B4-BE49-F238E27FC236}">
                <a16:creationId xmlns:a16="http://schemas.microsoft.com/office/drawing/2014/main" id="{AADB133E-B44D-4207-2438-3FA8FF9247BD}"/>
              </a:ext>
            </a:extLst>
          </p:cNvPr>
          <p:cNvSpPr txBox="1"/>
          <p:nvPr/>
        </p:nvSpPr>
        <p:spPr>
          <a:xfrm>
            <a:off x="1863385" y="29443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750" name="TextBox 2749">
            <a:extLst>
              <a:ext uri="{FF2B5EF4-FFF2-40B4-BE49-F238E27FC236}">
                <a16:creationId xmlns:a16="http://schemas.microsoft.com/office/drawing/2014/main" id="{231505C6-1424-8C61-6341-7F137707A762}"/>
              </a:ext>
            </a:extLst>
          </p:cNvPr>
          <p:cNvSpPr txBox="1"/>
          <p:nvPr/>
        </p:nvSpPr>
        <p:spPr>
          <a:xfrm>
            <a:off x="1895218" y="31817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751" name="Rectangle 2750">
            <a:extLst>
              <a:ext uri="{FF2B5EF4-FFF2-40B4-BE49-F238E27FC236}">
                <a16:creationId xmlns:a16="http://schemas.microsoft.com/office/drawing/2014/main" id="{141D530A-A8C3-F502-8EF6-F5767F5A5E0C}"/>
              </a:ext>
            </a:extLst>
          </p:cNvPr>
          <p:cNvSpPr/>
          <p:nvPr/>
        </p:nvSpPr>
        <p:spPr>
          <a:xfrm>
            <a:off x="1903712" y="32078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752" name="Picture 2751">
            <a:extLst>
              <a:ext uri="{FF2B5EF4-FFF2-40B4-BE49-F238E27FC236}">
                <a16:creationId xmlns:a16="http://schemas.microsoft.com/office/drawing/2014/main" id="{978EE772-9842-5058-B7D5-EFC71C3017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1161506" y="3215511"/>
            <a:ext cx="101441" cy="95055"/>
          </a:xfrm>
          <a:prstGeom prst="rect">
            <a:avLst/>
          </a:prstGeom>
        </p:spPr>
      </p:pic>
      <p:sp>
        <p:nvSpPr>
          <p:cNvPr id="2753" name="TextBox 2752">
            <a:extLst>
              <a:ext uri="{FF2B5EF4-FFF2-40B4-BE49-F238E27FC236}">
                <a16:creationId xmlns:a16="http://schemas.microsoft.com/office/drawing/2014/main" id="{537B8B0B-83EE-1680-0A2F-AA93CA26AB6A}"/>
              </a:ext>
            </a:extLst>
          </p:cNvPr>
          <p:cNvSpPr txBox="1"/>
          <p:nvPr/>
        </p:nvSpPr>
        <p:spPr>
          <a:xfrm>
            <a:off x="1306202" y="31687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754" name="TextBox 2753">
            <a:extLst>
              <a:ext uri="{FF2B5EF4-FFF2-40B4-BE49-F238E27FC236}">
                <a16:creationId xmlns:a16="http://schemas.microsoft.com/office/drawing/2014/main" id="{2A9DE561-5861-2971-9B14-177DC3AD55D4}"/>
              </a:ext>
            </a:extLst>
          </p:cNvPr>
          <p:cNvSpPr txBox="1"/>
          <p:nvPr/>
        </p:nvSpPr>
        <p:spPr>
          <a:xfrm>
            <a:off x="971780" y="353303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755" name="Rectangle 2754">
            <a:extLst>
              <a:ext uri="{FF2B5EF4-FFF2-40B4-BE49-F238E27FC236}">
                <a16:creationId xmlns:a16="http://schemas.microsoft.com/office/drawing/2014/main" id="{1B394F24-43F3-7D25-330E-C21F74290E68}"/>
              </a:ext>
            </a:extLst>
          </p:cNvPr>
          <p:cNvSpPr/>
          <p:nvPr/>
        </p:nvSpPr>
        <p:spPr>
          <a:xfrm>
            <a:off x="667597" y="29549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6" name="Rectangle 2755">
            <a:extLst>
              <a:ext uri="{FF2B5EF4-FFF2-40B4-BE49-F238E27FC236}">
                <a16:creationId xmlns:a16="http://schemas.microsoft.com/office/drawing/2014/main" id="{24C99A0F-DF81-6CE2-C323-EEC881CCD2E5}"/>
              </a:ext>
            </a:extLst>
          </p:cNvPr>
          <p:cNvSpPr/>
          <p:nvPr/>
        </p:nvSpPr>
        <p:spPr>
          <a:xfrm>
            <a:off x="667595" y="30788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7" name="TextBox 2756">
            <a:extLst>
              <a:ext uri="{FF2B5EF4-FFF2-40B4-BE49-F238E27FC236}">
                <a16:creationId xmlns:a16="http://schemas.microsoft.com/office/drawing/2014/main" id="{638FA2AB-5BE3-064B-2A47-5459371DF83E}"/>
              </a:ext>
            </a:extLst>
          </p:cNvPr>
          <p:cNvSpPr txBox="1"/>
          <p:nvPr/>
        </p:nvSpPr>
        <p:spPr>
          <a:xfrm>
            <a:off x="661637" y="29417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758" name="Rectangle 2757">
            <a:extLst>
              <a:ext uri="{FF2B5EF4-FFF2-40B4-BE49-F238E27FC236}">
                <a16:creationId xmlns:a16="http://schemas.microsoft.com/office/drawing/2014/main" id="{C89CD2F8-F665-5177-27A4-971DF3035E9C}"/>
              </a:ext>
            </a:extLst>
          </p:cNvPr>
          <p:cNvSpPr/>
          <p:nvPr/>
        </p:nvSpPr>
        <p:spPr>
          <a:xfrm>
            <a:off x="803508" y="29559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9" name="Rectangle 2758">
            <a:extLst>
              <a:ext uri="{FF2B5EF4-FFF2-40B4-BE49-F238E27FC236}">
                <a16:creationId xmlns:a16="http://schemas.microsoft.com/office/drawing/2014/main" id="{70321508-FC9F-9CA7-F495-62EAC67C4789}"/>
              </a:ext>
            </a:extLst>
          </p:cNvPr>
          <p:cNvSpPr/>
          <p:nvPr/>
        </p:nvSpPr>
        <p:spPr>
          <a:xfrm>
            <a:off x="802501" y="30790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0" name="TextBox 2759">
            <a:extLst>
              <a:ext uri="{FF2B5EF4-FFF2-40B4-BE49-F238E27FC236}">
                <a16:creationId xmlns:a16="http://schemas.microsoft.com/office/drawing/2014/main" id="{4031068D-B896-014B-CF09-6A82EA7727F8}"/>
              </a:ext>
            </a:extLst>
          </p:cNvPr>
          <p:cNvSpPr txBox="1"/>
          <p:nvPr/>
        </p:nvSpPr>
        <p:spPr>
          <a:xfrm>
            <a:off x="797051" y="29402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761" name="Rectangle 2760">
            <a:extLst>
              <a:ext uri="{FF2B5EF4-FFF2-40B4-BE49-F238E27FC236}">
                <a16:creationId xmlns:a16="http://schemas.microsoft.com/office/drawing/2014/main" id="{9C00EDF7-8B8E-33BF-5D9B-9A667690BBDE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2" name="Rectangle 2761">
            <a:extLst>
              <a:ext uri="{FF2B5EF4-FFF2-40B4-BE49-F238E27FC236}">
                <a16:creationId xmlns:a16="http://schemas.microsoft.com/office/drawing/2014/main" id="{1957ED01-09B7-864B-18BA-1FEC0A42F154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3" name="Rectangle 2762">
            <a:extLst>
              <a:ext uri="{FF2B5EF4-FFF2-40B4-BE49-F238E27FC236}">
                <a16:creationId xmlns:a16="http://schemas.microsoft.com/office/drawing/2014/main" id="{D8D512E6-8E0F-4963-A443-E6AFEB779E1E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4" name="TextBox 2763">
            <a:extLst>
              <a:ext uri="{FF2B5EF4-FFF2-40B4-BE49-F238E27FC236}">
                <a16:creationId xmlns:a16="http://schemas.microsoft.com/office/drawing/2014/main" id="{8F58E32A-54D7-04C9-6B86-5E9F1DD1AC7F}"/>
              </a:ext>
            </a:extLst>
          </p:cNvPr>
          <p:cNvSpPr txBox="1"/>
          <p:nvPr/>
        </p:nvSpPr>
        <p:spPr>
          <a:xfrm>
            <a:off x="596142" y="3046034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765" name="TextBox 2764">
            <a:extLst>
              <a:ext uri="{FF2B5EF4-FFF2-40B4-BE49-F238E27FC236}">
                <a16:creationId xmlns:a16="http://schemas.microsoft.com/office/drawing/2014/main" id="{884714CC-03CB-8531-0B06-2BBE62DB78C3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66" name="Rectangle 2765">
            <a:extLst>
              <a:ext uri="{FF2B5EF4-FFF2-40B4-BE49-F238E27FC236}">
                <a16:creationId xmlns:a16="http://schemas.microsoft.com/office/drawing/2014/main" id="{DB4D607E-0418-5B16-6622-865705B436C2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7" name="Rectangle 2766">
            <a:extLst>
              <a:ext uri="{FF2B5EF4-FFF2-40B4-BE49-F238E27FC236}">
                <a16:creationId xmlns:a16="http://schemas.microsoft.com/office/drawing/2014/main" id="{3349C852-841B-2B7A-5596-82FEEB51AE71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8" name="Rectangle 2767">
            <a:extLst>
              <a:ext uri="{FF2B5EF4-FFF2-40B4-BE49-F238E27FC236}">
                <a16:creationId xmlns:a16="http://schemas.microsoft.com/office/drawing/2014/main" id="{39124630-88E7-4A56-3591-BA0387AD19D7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769" name="Straight Connector 2768">
            <a:extLst>
              <a:ext uri="{FF2B5EF4-FFF2-40B4-BE49-F238E27FC236}">
                <a16:creationId xmlns:a16="http://schemas.microsoft.com/office/drawing/2014/main" id="{8BC5EF76-F9FC-4653-8B2D-7F153142AB0D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0" name="Straight Connector 2769">
            <a:extLst>
              <a:ext uri="{FF2B5EF4-FFF2-40B4-BE49-F238E27FC236}">
                <a16:creationId xmlns:a16="http://schemas.microsoft.com/office/drawing/2014/main" id="{7D095ECC-7255-0118-395C-69B9EB137534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1" name="Straight Connector 2770">
            <a:extLst>
              <a:ext uri="{FF2B5EF4-FFF2-40B4-BE49-F238E27FC236}">
                <a16:creationId xmlns:a16="http://schemas.microsoft.com/office/drawing/2014/main" id="{73A8D0A3-98CD-F59E-F489-067666069C32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2" name="Straight Connector 2771">
            <a:extLst>
              <a:ext uri="{FF2B5EF4-FFF2-40B4-BE49-F238E27FC236}">
                <a16:creationId xmlns:a16="http://schemas.microsoft.com/office/drawing/2014/main" id="{E566DD13-FEA3-5E55-829B-7912BB7D345B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3" name="TextBox 2772">
            <a:extLst>
              <a:ext uri="{FF2B5EF4-FFF2-40B4-BE49-F238E27FC236}">
                <a16:creationId xmlns:a16="http://schemas.microsoft.com/office/drawing/2014/main" id="{D0B03C09-7202-965E-1B8D-B02F5DD065C9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774" name="TextBox 2773">
            <a:extLst>
              <a:ext uri="{FF2B5EF4-FFF2-40B4-BE49-F238E27FC236}">
                <a16:creationId xmlns:a16="http://schemas.microsoft.com/office/drawing/2014/main" id="{B0F2A5DC-C48E-CA1E-A8C6-B4B0E3AF1DE6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775" name="Rectangle 2774">
            <a:extLst>
              <a:ext uri="{FF2B5EF4-FFF2-40B4-BE49-F238E27FC236}">
                <a16:creationId xmlns:a16="http://schemas.microsoft.com/office/drawing/2014/main" id="{02EB453C-DF4B-0C2A-6F98-48117804E81A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6" name="Rectangle 2775">
            <a:extLst>
              <a:ext uri="{FF2B5EF4-FFF2-40B4-BE49-F238E27FC236}">
                <a16:creationId xmlns:a16="http://schemas.microsoft.com/office/drawing/2014/main" id="{6CFDC28A-7F04-AD13-A4B7-DE22F40816F4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7" name="Rectangle 2776">
            <a:extLst>
              <a:ext uri="{FF2B5EF4-FFF2-40B4-BE49-F238E27FC236}">
                <a16:creationId xmlns:a16="http://schemas.microsoft.com/office/drawing/2014/main" id="{1C5CDAE3-0171-365B-3780-9022C2DCEACD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78" name="Rectangle 2777">
            <a:extLst>
              <a:ext uri="{FF2B5EF4-FFF2-40B4-BE49-F238E27FC236}">
                <a16:creationId xmlns:a16="http://schemas.microsoft.com/office/drawing/2014/main" id="{944D2703-9D39-2564-1CDA-FF3CE57E7C01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9" name="Rectangle 2778">
            <a:extLst>
              <a:ext uri="{FF2B5EF4-FFF2-40B4-BE49-F238E27FC236}">
                <a16:creationId xmlns:a16="http://schemas.microsoft.com/office/drawing/2014/main" id="{1E712D1C-9400-7701-46B0-D9D772AE4581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0" name="TextBox 2779">
            <a:extLst>
              <a:ext uri="{FF2B5EF4-FFF2-40B4-BE49-F238E27FC236}">
                <a16:creationId xmlns:a16="http://schemas.microsoft.com/office/drawing/2014/main" id="{AEFB0D7A-A704-4407-9353-F90FC4D5CAB8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781" name="TextBox 2780">
            <a:extLst>
              <a:ext uri="{FF2B5EF4-FFF2-40B4-BE49-F238E27FC236}">
                <a16:creationId xmlns:a16="http://schemas.microsoft.com/office/drawing/2014/main" id="{CE265F53-632D-84AE-C132-909E60E2C8AF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782" name="TextBox 2781">
            <a:extLst>
              <a:ext uri="{FF2B5EF4-FFF2-40B4-BE49-F238E27FC236}">
                <a16:creationId xmlns:a16="http://schemas.microsoft.com/office/drawing/2014/main" id="{2BC78562-CA60-E6C9-94E9-E4FC5EC21C3E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783" name="TextBox 2782">
            <a:extLst>
              <a:ext uri="{FF2B5EF4-FFF2-40B4-BE49-F238E27FC236}">
                <a16:creationId xmlns:a16="http://schemas.microsoft.com/office/drawing/2014/main" id="{8C9B8942-1A83-3841-4EF6-940498ED68DA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784" name="Rectangle 2783">
            <a:extLst>
              <a:ext uri="{FF2B5EF4-FFF2-40B4-BE49-F238E27FC236}">
                <a16:creationId xmlns:a16="http://schemas.microsoft.com/office/drawing/2014/main" id="{29C395D1-A43B-B5A5-58B8-9EFA7CCD5A51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5" name="Rectangle 2784">
            <a:extLst>
              <a:ext uri="{FF2B5EF4-FFF2-40B4-BE49-F238E27FC236}">
                <a16:creationId xmlns:a16="http://schemas.microsoft.com/office/drawing/2014/main" id="{BAE5CA88-CC0A-A1D1-01B4-6E1F17617007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6" name="TextBox 2785">
            <a:extLst>
              <a:ext uri="{FF2B5EF4-FFF2-40B4-BE49-F238E27FC236}">
                <a16:creationId xmlns:a16="http://schemas.microsoft.com/office/drawing/2014/main" id="{314CFD76-30C7-01BC-8942-251E9176653F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87" name="Rectangle 2786">
            <a:extLst>
              <a:ext uri="{FF2B5EF4-FFF2-40B4-BE49-F238E27FC236}">
                <a16:creationId xmlns:a16="http://schemas.microsoft.com/office/drawing/2014/main" id="{12EE2E0E-0E46-7ECE-9877-51E2EA56D490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8" name="Rectangle 2787">
            <a:extLst>
              <a:ext uri="{FF2B5EF4-FFF2-40B4-BE49-F238E27FC236}">
                <a16:creationId xmlns:a16="http://schemas.microsoft.com/office/drawing/2014/main" id="{D2A1EC74-5A85-C937-EE93-B2EBF353DCC4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9" name="Rectangle 2788">
            <a:extLst>
              <a:ext uri="{FF2B5EF4-FFF2-40B4-BE49-F238E27FC236}">
                <a16:creationId xmlns:a16="http://schemas.microsoft.com/office/drawing/2014/main" id="{20C6B49C-7577-907F-D984-6F8851C23CC5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0" name="Rectangle 2789">
            <a:extLst>
              <a:ext uri="{FF2B5EF4-FFF2-40B4-BE49-F238E27FC236}">
                <a16:creationId xmlns:a16="http://schemas.microsoft.com/office/drawing/2014/main" id="{C26A1688-3710-6222-C700-6B3532F2E5F0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1" name="Rectangle 2790">
            <a:extLst>
              <a:ext uri="{FF2B5EF4-FFF2-40B4-BE49-F238E27FC236}">
                <a16:creationId xmlns:a16="http://schemas.microsoft.com/office/drawing/2014/main" id="{8E78B57A-2C00-2D38-0DA4-0813CE552BA8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2" name="Rectangle 2791">
            <a:extLst>
              <a:ext uri="{FF2B5EF4-FFF2-40B4-BE49-F238E27FC236}">
                <a16:creationId xmlns:a16="http://schemas.microsoft.com/office/drawing/2014/main" id="{6DFB7451-1FB5-3024-B41F-BFAD493677C4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3" name="TextBox 2792">
            <a:extLst>
              <a:ext uri="{FF2B5EF4-FFF2-40B4-BE49-F238E27FC236}">
                <a16:creationId xmlns:a16="http://schemas.microsoft.com/office/drawing/2014/main" id="{CCE860A5-BBE0-DEB6-80CA-8E1B23660DEA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794" name="TextBox 2793">
            <a:extLst>
              <a:ext uri="{FF2B5EF4-FFF2-40B4-BE49-F238E27FC236}">
                <a16:creationId xmlns:a16="http://schemas.microsoft.com/office/drawing/2014/main" id="{FB75E111-BC24-1C17-80B2-3C9299D8ADD2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795" name="TextBox 2794">
            <a:extLst>
              <a:ext uri="{FF2B5EF4-FFF2-40B4-BE49-F238E27FC236}">
                <a16:creationId xmlns:a16="http://schemas.microsoft.com/office/drawing/2014/main" id="{E1FF9067-770F-5A1E-5EA9-64C23944B0AE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796" name="TextBox 2795">
            <a:extLst>
              <a:ext uri="{FF2B5EF4-FFF2-40B4-BE49-F238E27FC236}">
                <a16:creationId xmlns:a16="http://schemas.microsoft.com/office/drawing/2014/main" id="{1F69A977-7F73-B1AA-4999-0D778221D644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797" name="Arrow: Down 2796">
            <a:extLst>
              <a:ext uri="{FF2B5EF4-FFF2-40B4-BE49-F238E27FC236}">
                <a16:creationId xmlns:a16="http://schemas.microsoft.com/office/drawing/2014/main" id="{15194311-EB59-F80E-9348-9581ECF67CFA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98" name="Arrow: Down 2797">
            <a:extLst>
              <a:ext uri="{FF2B5EF4-FFF2-40B4-BE49-F238E27FC236}">
                <a16:creationId xmlns:a16="http://schemas.microsoft.com/office/drawing/2014/main" id="{59172EF4-0FAA-871E-DD90-2AA7C0CC2303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99" name="TextBox 2798">
            <a:extLst>
              <a:ext uri="{FF2B5EF4-FFF2-40B4-BE49-F238E27FC236}">
                <a16:creationId xmlns:a16="http://schemas.microsoft.com/office/drawing/2014/main" id="{43CCAC00-BEFB-0FBA-22C8-EEC6B65A9C07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800" name="TextBox 2799">
            <a:extLst>
              <a:ext uri="{FF2B5EF4-FFF2-40B4-BE49-F238E27FC236}">
                <a16:creationId xmlns:a16="http://schemas.microsoft.com/office/drawing/2014/main" id="{0099B372-DFF1-3271-AD66-3729CCD83C8C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801" name="TextBox 2800">
            <a:extLst>
              <a:ext uri="{FF2B5EF4-FFF2-40B4-BE49-F238E27FC236}">
                <a16:creationId xmlns:a16="http://schemas.microsoft.com/office/drawing/2014/main" id="{9B240EAC-091E-4F94-A71D-0519548ED71D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802" name="Rectangle 2801">
            <a:extLst>
              <a:ext uri="{FF2B5EF4-FFF2-40B4-BE49-F238E27FC236}">
                <a16:creationId xmlns:a16="http://schemas.microsoft.com/office/drawing/2014/main" id="{93D905FE-994A-1FB7-84A2-0CB76E08BEF0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3" name="Rectangle 2802">
            <a:extLst>
              <a:ext uri="{FF2B5EF4-FFF2-40B4-BE49-F238E27FC236}">
                <a16:creationId xmlns:a16="http://schemas.microsoft.com/office/drawing/2014/main" id="{E43042EB-C41D-2576-957E-803AB37F62D2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4" name="Rectangle 2803">
            <a:extLst>
              <a:ext uri="{FF2B5EF4-FFF2-40B4-BE49-F238E27FC236}">
                <a16:creationId xmlns:a16="http://schemas.microsoft.com/office/drawing/2014/main" id="{2BCEBEB7-C3C5-D057-D385-A6DD9E449438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5" name="Rectangle 2804">
            <a:extLst>
              <a:ext uri="{FF2B5EF4-FFF2-40B4-BE49-F238E27FC236}">
                <a16:creationId xmlns:a16="http://schemas.microsoft.com/office/drawing/2014/main" id="{59B203B6-0F2F-B034-21D9-1351C56215C9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6" name="TextBox 2805">
            <a:extLst>
              <a:ext uri="{FF2B5EF4-FFF2-40B4-BE49-F238E27FC236}">
                <a16:creationId xmlns:a16="http://schemas.microsoft.com/office/drawing/2014/main" id="{9F3672C7-22AB-9E3A-0507-984ABCC3E154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07" name="Rectangle 2806">
            <a:extLst>
              <a:ext uri="{FF2B5EF4-FFF2-40B4-BE49-F238E27FC236}">
                <a16:creationId xmlns:a16="http://schemas.microsoft.com/office/drawing/2014/main" id="{654424B1-2AE6-0EEC-DF12-19533F7C743E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8" name="Rectangle 2807">
            <a:extLst>
              <a:ext uri="{FF2B5EF4-FFF2-40B4-BE49-F238E27FC236}">
                <a16:creationId xmlns:a16="http://schemas.microsoft.com/office/drawing/2014/main" id="{493CC99A-810F-014B-152F-DBB14AFFBDFD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9" name="Rectangle 2808">
            <a:extLst>
              <a:ext uri="{FF2B5EF4-FFF2-40B4-BE49-F238E27FC236}">
                <a16:creationId xmlns:a16="http://schemas.microsoft.com/office/drawing/2014/main" id="{96A37925-BDA9-ECED-03DC-E5BEE7FCB74B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810" name="Straight Connector 2809">
            <a:extLst>
              <a:ext uri="{FF2B5EF4-FFF2-40B4-BE49-F238E27FC236}">
                <a16:creationId xmlns:a16="http://schemas.microsoft.com/office/drawing/2014/main" id="{F9AA5C46-F4BB-D154-3635-198B5AE3EF58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1" name="Straight Connector 2810">
            <a:extLst>
              <a:ext uri="{FF2B5EF4-FFF2-40B4-BE49-F238E27FC236}">
                <a16:creationId xmlns:a16="http://schemas.microsoft.com/office/drawing/2014/main" id="{AB1330C4-00BA-F700-795A-C07D8EC02F41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2" name="Straight Connector 2811">
            <a:extLst>
              <a:ext uri="{FF2B5EF4-FFF2-40B4-BE49-F238E27FC236}">
                <a16:creationId xmlns:a16="http://schemas.microsoft.com/office/drawing/2014/main" id="{B47EC2EC-6C9C-D612-BD65-CB28F97AE87E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3" name="Straight Connector 2812">
            <a:extLst>
              <a:ext uri="{FF2B5EF4-FFF2-40B4-BE49-F238E27FC236}">
                <a16:creationId xmlns:a16="http://schemas.microsoft.com/office/drawing/2014/main" id="{620840B7-28E8-F716-F3BB-14B742BF5FC1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4" name="TextBox 2813">
            <a:extLst>
              <a:ext uri="{FF2B5EF4-FFF2-40B4-BE49-F238E27FC236}">
                <a16:creationId xmlns:a16="http://schemas.microsoft.com/office/drawing/2014/main" id="{830FB6B7-B18C-3A73-3EBE-273AF23CEA04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815" name="TextBox 2814">
            <a:extLst>
              <a:ext uri="{FF2B5EF4-FFF2-40B4-BE49-F238E27FC236}">
                <a16:creationId xmlns:a16="http://schemas.microsoft.com/office/drawing/2014/main" id="{6978A514-ACE6-E455-768E-B4B0ECE7BD5B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816" name="Rectangle 2815">
            <a:extLst>
              <a:ext uri="{FF2B5EF4-FFF2-40B4-BE49-F238E27FC236}">
                <a16:creationId xmlns:a16="http://schemas.microsoft.com/office/drawing/2014/main" id="{05614B05-FF1B-92CD-5206-2B28CBFD6A6D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7" name="Rectangle 2816">
            <a:extLst>
              <a:ext uri="{FF2B5EF4-FFF2-40B4-BE49-F238E27FC236}">
                <a16:creationId xmlns:a16="http://schemas.microsoft.com/office/drawing/2014/main" id="{DDAC819F-6255-9C64-52E4-F0799BDB2ADB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8" name="Rectangle 2817">
            <a:extLst>
              <a:ext uri="{FF2B5EF4-FFF2-40B4-BE49-F238E27FC236}">
                <a16:creationId xmlns:a16="http://schemas.microsoft.com/office/drawing/2014/main" id="{D5A12571-481F-234B-3B64-4285D3041380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19" name="Rectangle 2818">
            <a:extLst>
              <a:ext uri="{FF2B5EF4-FFF2-40B4-BE49-F238E27FC236}">
                <a16:creationId xmlns:a16="http://schemas.microsoft.com/office/drawing/2014/main" id="{76AA5521-E37F-0F52-62A1-8780F2E267E7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0" name="Rectangle 2819">
            <a:extLst>
              <a:ext uri="{FF2B5EF4-FFF2-40B4-BE49-F238E27FC236}">
                <a16:creationId xmlns:a16="http://schemas.microsoft.com/office/drawing/2014/main" id="{7014CE02-B89F-2645-E056-3DF0D0F123A9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1" name="TextBox 2820">
            <a:extLst>
              <a:ext uri="{FF2B5EF4-FFF2-40B4-BE49-F238E27FC236}">
                <a16:creationId xmlns:a16="http://schemas.microsoft.com/office/drawing/2014/main" id="{E7919317-BBD9-8A1A-3C9F-9ACFB2C33207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822" name="TextBox 2821">
            <a:extLst>
              <a:ext uri="{FF2B5EF4-FFF2-40B4-BE49-F238E27FC236}">
                <a16:creationId xmlns:a16="http://schemas.microsoft.com/office/drawing/2014/main" id="{EE3B12B7-EF4D-AD25-AA04-84BD54AC6A0F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823" name="TextBox 2822">
            <a:extLst>
              <a:ext uri="{FF2B5EF4-FFF2-40B4-BE49-F238E27FC236}">
                <a16:creationId xmlns:a16="http://schemas.microsoft.com/office/drawing/2014/main" id="{B72AAF08-465E-56D6-1469-6855B9D365FD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824" name="TextBox 2823">
            <a:extLst>
              <a:ext uri="{FF2B5EF4-FFF2-40B4-BE49-F238E27FC236}">
                <a16:creationId xmlns:a16="http://schemas.microsoft.com/office/drawing/2014/main" id="{1F3E781D-E118-EE58-4810-966681C4328C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825" name="Rectangle 2824">
            <a:extLst>
              <a:ext uri="{FF2B5EF4-FFF2-40B4-BE49-F238E27FC236}">
                <a16:creationId xmlns:a16="http://schemas.microsoft.com/office/drawing/2014/main" id="{ED2E8488-B2A8-796A-8A3D-25554E0717AF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6" name="Rectangle 2825">
            <a:extLst>
              <a:ext uri="{FF2B5EF4-FFF2-40B4-BE49-F238E27FC236}">
                <a16:creationId xmlns:a16="http://schemas.microsoft.com/office/drawing/2014/main" id="{9E89B3D2-EC3B-7C5C-7B9E-A3CA9D724471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7" name="TextBox 2826">
            <a:extLst>
              <a:ext uri="{FF2B5EF4-FFF2-40B4-BE49-F238E27FC236}">
                <a16:creationId xmlns:a16="http://schemas.microsoft.com/office/drawing/2014/main" id="{F4A626C7-7A8D-BE74-7354-4A73938BF260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28" name="Rectangle 2827">
            <a:extLst>
              <a:ext uri="{FF2B5EF4-FFF2-40B4-BE49-F238E27FC236}">
                <a16:creationId xmlns:a16="http://schemas.microsoft.com/office/drawing/2014/main" id="{F862E937-19BB-76D8-6873-93B7A167A151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29" name="Rectangle 2828">
            <a:extLst>
              <a:ext uri="{FF2B5EF4-FFF2-40B4-BE49-F238E27FC236}">
                <a16:creationId xmlns:a16="http://schemas.microsoft.com/office/drawing/2014/main" id="{CC178244-79A3-410E-B96F-80B12C9E3BAC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30" name="Rectangle 2829">
            <a:extLst>
              <a:ext uri="{FF2B5EF4-FFF2-40B4-BE49-F238E27FC236}">
                <a16:creationId xmlns:a16="http://schemas.microsoft.com/office/drawing/2014/main" id="{2B5B86ED-C48D-1866-E865-10CA9FC306EE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31" name="Rectangle 2830">
            <a:extLst>
              <a:ext uri="{FF2B5EF4-FFF2-40B4-BE49-F238E27FC236}">
                <a16:creationId xmlns:a16="http://schemas.microsoft.com/office/drawing/2014/main" id="{132A86E8-2944-ACB6-F16A-46D79736CBC3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32" name="Rectangle 2831">
            <a:extLst>
              <a:ext uri="{FF2B5EF4-FFF2-40B4-BE49-F238E27FC236}">
                <a16:creationId xmlns:a16="http://schemas.microsoft.com/office/drawing/2014/main" id="{09FD8F72-2D93-596E-4154-411912CB3114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33" name="Rectangle 2832">
            <a:extLst>
              <a:ext uri="{FF2B5EF4-FFF2-40B4-BE49-F238E27FC236}">
                <a16:creationId xmlns:a16="http://schemas.microsoft.com/office/drawing/2014/main" id="{C282E5E1-9A8D-88AA-5FB5-01C666F9676D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34" name="TextBox 2833">
            <a:extLst>
              <a:ext uri="{FF2B5EF4-FFF2-40B4-BE49-F238E27FC236}">
                <a16:creationId xmlns:a16="http://schemas.microsoft.com/office/drawing/2014/main" id="{2BCB3311-F617-A3D4-C555-F1CB8F7596E8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835" name="TextBox 2834">
            <a:extLst>
              <a:ext uri="{FF2B5EF4-FFF2-40B4-BE49-F238E27FC236}">
                <a16:creationId xmlns:a16="http://schemas.microsoft.com/office/drawing/2014/main" id="{DA8040E9-FA8B-77AB-5471-050E01CD7C2D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836" name="TextBox 2835">
            <a:extLst>
              <a:ext uri="{FF2B5EF4-FFF2-40B4-BE49-F238E27FC236}">
                <a16:creationId xmlns:a16="http://schemas.microsoft.com/office/drawing/2014/main" id="{5BD94CC5-F37E-CC6C-4668-6A33DFAAD783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837" name="TextBox 2836">
            <a:extLst>
              <a:ext uri="{FF2B5EF4-FFF2-40B4-BE49-F238E27FC236}">
                <a16:creationId xmlns:a16="http://schemas.microsoft.com/office/drawing/2014/main" id="{68838C0F-8D57-DF6E-F185-B83F2902FD65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38" name="Arrow: Down 2837">
            <a:extLst>
              <a:ext uri="{FF2B5EF4-FFF2-40B4-BE49-F238E27FC236}">
                <a16:creationId xmlns:a16="http://schemas.microsoft.com/office/drawing/2014/main" id="{8EF8B66F-AFCB-93B7-439C-BC743E4CF7CC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39" name="Arrow: Down 2838">
            <a:extLst>
              <a:ext uri="{FF2B5EF4-FFF2-40B4-BE49-F238E27FC236}">
                <a16:creationId xmlns:a16="http://schemas.microsoft.com/office/drawing/2014/main" id="{30B8C91B-5735-ED66-518F-1B19BB0CC384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40" name="TextBox 2839">
            <a:extLst>
              <a:ext uri="{FF2B5EF4-FFF2-40B4-BE49-F238E27FC236}">
                <a16:creationId xmlns:a16="http://schemas.microsoft.com/office/drawing/2014/main" id="{670BB91C-4410-EAFD-B974-5FCF8B4EAFF0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841" name="Rectangle 2840">
            <a:extLst>
              <a:ext uri="{FF2B5EF4-FFF2-40B4-BE49-F238E27FC236}">
                <a16:creationId xmlns:a16="http://schemas.microsoft.com/office/drawing/2014/main" id="{35E0999A-7440-A172-2D4B-BACF69535F3C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2" name="Rectangle 2841">
            <a:extLst>
              <a:ext uri="{FF2B5EF4-FFF2-40B4-BE49-F238E27FC236}">
                <a16:creationId xmlns:a16="http://schemas.microsoft.com/office/drawing/2014/main" id="{5729246E-B3D3-1223-1BAF-95CF5DAD644F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3" name="Rectangle 2842">
            <a:extLst>
              <a:ext uri="{FF2B5EF4-FFF2-40B4-BE49-F238E27FC236}">
                <a16:creationId xmlns:a16="http://schemas.microsoft.com/office/drawing/2014/main" id="{F52CB0E5-B007-18E2-4FF9-4FBFC1080CDC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4" name="Rectangle 2843">
            <a:extLst>
              <a:ext uri="{FF2B5EF4-FFF2-40B4-BE49-F238E27FC236}">
                <a16:creationId xmlns:a16="http://schemas.microsoft.com/office/drawing/2014/main" id="{628987A0-7C55-8C36-9AFE-C9FF02EF9927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5" name="Rectangle 2844">
            <a:extLst>
              <a:ext uri="{FF2B5EF4-FFF2-40B4-BE49-F238E27FC236}">
                <a16:creationId xmlns:a16="http://schemas.microsoft.com/office/drawing/2014/main" id="{C15F793C-68A4-C566-341F-818A153419CD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6" name="TextBox 2845">
            <a:extLst>
              <a:ext uri="{FF2B5EF4-FFF2-40B4-BE49-F238E27FC236}">
                <a16:creationId xmlns:a16="http://schemas.microsoft.com/office/drawing/2014/main" id="{B745D4CD-C856-A137-A107-56D47B503172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847" name="TextBox 2846">
            <a:extLst>
              <a:ext uri="{FF2B5EF4-FFF2-40B4-BE49-F238E27FC236}">
                <a16:creationId xmlns:a16="http://schemas.microsoft.com/office/drawing/2014/main" id="{4E480AB0-ED9A-9C4C-9F92-265F01144FB1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848" name="Rectangle 2847">
            <a:extLst>
              <a:ext uri="{FF2B5EF4-FFF2-40B4-BE49-F238E27FC236}">
                <a16:creationId xmlns:a16="http://schemas.microsoft.com/office/drawing/2014/main" id="{29BFF739-11BD-403C-9AE9-8EAC4CCABC34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9" name="TextBox 2848">
            <a:extLst>
              <a:ext uri="{FF2B5EF4-FFF2-40B4-BE49-F238E27FC236}">
                <a16:creationId xmlns:a16="http://schemas.microsoft.com/office/drawing/2014/main" id="{BD011B6E-6090-A7A8-67A6-25E5D59DB5D0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850" name="TextBox 2849">
            <a:extLst>
              <a:ext uri="{FF2B5EF4-FFF2-40B4-BE49-F238E27FC236}">
                <a16:creationId xmlns:a16="http://schemas.microsoft.com/office/drawing/2014/main" id="{C65509AD-97A7-BC79-B837-820BFBEA5232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851" name="Rectangle 2850">
            <a:extLst>
              <a:ext uri="{FF2B5EF4-FFF2-40B4-BE49-F238E27FC236}">
                <a16:creationId xmlns:a16="http://schemas.microsoft.com/office/drawing/2014/main" id="{525F2094-04E1-F60C-4393-B9F4CC0B10A5}"/>
              </a:ext>
            </a:extLst>
          </p:cNvPr>
          <p:cNvSpPr/>
          <p:nvPr/>
        </p:nvSpPr>
        <p:spPr>
          <a:xfrm>
            <a:off x="632878" y="2942653"/>
            <a:ext cx="1554610" cy="18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2" name="Rectangle 2851">
            <a:extLst>
              <a:ext uri="{FF2B5EF4-FFF2-40B4-BE49-F238E27FC236}">
                <a16:creationId xmlns:a16="http://schemas.microsoft.com/office/drawing/2014/main" id="{EE3C1D1B-1DAF-50DE-2493-41F0B5513172}"/>
              </a:ext>
            </a:extLst>
          </p:cNvPr>
          <p:cNvSpPr/>
          <p:nvPr/>
        </p:nvSpPr>
        <p:spPr>
          <a:xfrm>
            <a:off x="630420" y="2943125"/>
            <a:ext cx="88829" cy="180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3" name="Rectangle 2852">
            <a:extLst>
              <a:ext uri="{FF2B5EF4-FFF2-40B4-BE49-F238E27FC236}">
                <a16:creationId xmlns:a16="http://schemas.microsoft.com/office/drawing/2014/main" id="{3021F7C8-7732-2043-CD90-0852EAF49799}"/>
              </a:ext>
            </a:extLst>
          </p:cNvPr>
          <p:cNvSpPr/>
          <p:nvPr/>
        </p:nvSpPr>
        <p:spPr>
          <a:xfrm>
            <a:off x="2097841" y="2942652"/>
            <a:ext cx="89648" cy="1807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4" name="Isosceles Triangle 2853">
            <a:extLst>
              <a:ext uri="{FF2B5EF4-FFF2-40B4-BE49-F238E27FC236}">
                <a16:creationId xmlns:a16="http://schemas.microsoft.com/office/drawing/2014/main" id="{DA2F1FFD-48C3-AC3A-91C4-3FAAC8CC5E62}"/>
              </a:ext>
            </a:extLst>
          </p:cNvPr>
          <p:cNvSpPr/>
          <p:nvPr/>
        </p:nvSpPr>
        <p:spPr>
          <a:xfrm rot="16200000">
            <a:off x="631518" y="3010012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5" name="Isosceles Triangle 2854">
            <a:extLst>
              <a:ext uri="{FF2B5EF4-FFF2-40B4-BE49-F238E27FC236}">
                <a16:creationId xmlns:a16="http://schemas.microsoft.com/office/drawing/2014/main" id="{FCF6B212-3B73-8FC4-BF55-801482BE1E0D}"/>
              </a:ext>
            </a:extLst>
          </p:cNvPr>
          <p:cNvSpPr/>
          <p:nvPr/>
        </p:nvSpPr>
        <p:spPr>
          <a:xfrm rot="5400000">
            <a:off x="2107741" y="3005249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6" name="Rectangle 2855">
            <a:extLst>
              <a:ext uri="{FF2B5EF4-FFF2-40B4-BE49-F238E27FC236}">
                <a16:creationId xmlns:a16="http://schemas.microsoft.com/office/drawing/2014/main" id="{BA3D634C-A84C-4E59-6BBB-CF061DB33256}"/>
              </a:ext>
            </a:extLst>
          </p:cNvPr>
          <p:cNvSpPr/>
          <p:nvPr/>
        </p:nvSpPr>
        <p:spPr>
          <a:xfrm>
            <a:off x="1390381" y="2942280"/>
            <a:ext cx="699565" cy="18070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7" name="TextBox 2856">
            <a:extLst>
              <a:ext uri="{FF2B5EF4-FFF2-40B4-BE49-F238E27FC236}">
                <a16:creationId xmlns:a16="http://schemas.microsoft.com/office/drawing/2014/main" id="{A3FE117D-84AF-86E3-1FF8-9B3099455616}"/>
              </a:ext>
            </a:extLst>
          </p:cNvPr>
          <p:cNvSpPr txBox="1"/>
          <p:nvPr/>
        </p:nvSpPr>
        <p:spPr>
          <a:xfrm>
            <a:off x="819293" y="2937128"/>
            <a:ext cx="4655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Planned</a:t>
            </a:r>
          </a:p>
        </p:txBody>
      </p:sp>
      <p:sp>
        <p:nvSpPr>
          <p:cNvPr id="2858" name="TextBox 2857">
            <a:extLst>
              <a:ext uri="{FF2B5EF4-FFF2-40B4-BE49-F238E27FC236}">
                <a16:creationId xmlns:a16="http://schemas.microsoft.com/office/drawing/2014/main" id="{CDB5CC9C-726D-D8B2-F0E8-E198936D1BA0}"/>
              </a:ext>
            </a:extLst>
          </p:cNvPr>
          <p:cNvSpPr txBox="1"/>
          <p:nvPr/>
        </p:nvSpPr>
        <p:spPr>
          <a:xfrm>
            <a:off x="1440929" y="2939025"/>
            <a:ext cx="6485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Implemented</a:t>
            </a:r>
          </a:p>
        </p:txBody>
      </p:sp>
      <p:sp>
        <p:nvSpPr>
          <p:cNvPr id="2859" name="TextBox 2858">
            <a:extLst>
              <a:ext uri="{FF2B5EF4-FFF2-40B4-BE49-F238E27FC236}">
                <a16:creationId xmlns:a16="http://schemas.microsoft.com/office/drawing/2014/main" id="{BC8C5187-97BE-BC04-3527-B812B3EB0021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860" name="Rectangle 2859">
            <a:extLst>
              <a:ext uri="{FF2B5EF4-FFF2-40B4-BE49-F238E27FC236}">
                <a16:creationId xmlns:a16="http://schemas.microsoft.com/office/drawing/2014/main" id="{EFDDCF58-F91E-A60E-409B-44DCFB828B92}"/>
              </a:ext>
            </a:extLst>
          </p:cNvPr>
          <p:cNvSpPr/>
          <p:nvPr/>
        </p:nvSpPr>
        <p:spPr>
          <a:xfrm>
            <a:off x="802397" y="4220312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61" name="TextBox 2860">
            <a:extLst>
              <a:ext uri="{FF2B5EF4-FFF2-40B4-BE49-F238E27FC236}">
                <a16:creationId xmlns:a16="http://schemas.microsoft.com/office/drawing/2014/main" id="{9FCAAE41-8108-1B61-5AE0-13ECB853ADFC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862" name="Rectangle 2861">
            <a:extLst>
              <a:ext uri="{FF2B5EF4-FFF2-40B4-BE49-F238E27FC236}">
                <a16:creationId xmlns:a16="http://schemas.microsoft.com/office/drawing/2014/main" id="{3403BA90-818D-FFC5-0640-E29ACDBA3A07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63" name="TextBox 2862">
            <a:extLst>
              <a:ext uri="{FF2B5EF4-FFF2-40B4-BE49-F238E27FC236}">
                <a16:creationId xmlns:a16="http://schemas.microsoft.com/office/drawing/2014/main" id="{8A2F8DB1-2A2F-3D37-0A9B-2208BEF4D7D4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864" name="TextBox 2863">
            <a:extLst>
              <a:ext uri="{FF2B5EF4-FFF2-40B4-BE49-F238E27FC236}">
                <a16:creationId xmlns:a16="http://schemas.microsoft.com/office/drawing/2014/main" id="{947C63F4-68E5-653B-9179-48F465871518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865" name="Straight Connector 2864">
            <a:extLst>
              <a:ext uri="{FF2B5EF4-FFF2-40B4-BE49-F238E27FC236}">
                <a16:creationId xmlns:a16="http://schemas.microsoft.com/office/drawing/2014/main" id="{2E0A9443-37E2-81CB-5816-3D55C30F9EC3}"/>
              </a:ext>
            </a:extLst>
          </p:cNvPr>
          <p:cNvCxnSpPr>
            <a:cxnSpLocks/>
          </p:cNvCxnSpPr>
          <p:nvPr/>
        </p:nvCxnSpPr>
        <p:spPr>
          <a:xfrm flipH="1">
            <a:off x="804994" y="4345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6" name="Straight Connector 2865">
            <a:extLst>
              <a:ext uri="{FF2B5EF4-FFF2-40B4-BE49-F238E27FC236}">
                <a16:creationId xmlns:a16="http://schemas.microsoft.com/office/drawing/2014/main" id="{47C678CB-C3F6-EEC3-BC76-1D87FB3209B1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7" name="Straight Connector 2866">
            <a:extLst>
              <a:ext uri="{FF2B5EF4-FFF2-40B4-BE49-F238E27FC236}">
                <a16:creationId xmlns:a16="http://schemas.microsoft.com/office/drawing/2014/main" id="{E1E6D492-0A9C-1A22-8B06-0E54F085CAE8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" name="Straight Connector 2867">
            <a:extLst>
              <a:ext uri="{FF2B5EF4-FFF2-40B4-BE49-F238E27FC236}">
                <a16:creationId xmlns:a16="http://schemas.microsoft.com/office/drawing/2014/main" id="{3B3675DD-2736-3528-CD01-0E469A0CFD25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" name="Straight Connector 2868">
            <a:extLst>
              <a:ext uri="{FF2B5EF4-FFF2-40B4-BE49-F238E27FC236}">
                <a16:creationId xmlns:a16="http://schemas.microsoft.com/office/drawing/2014/main" id="{BD39CEAE-4BE4-7A02-B1B8-7DCD86DA3389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0" name="Straight Connector 2869">
            <a:extLst>
              <a:ext uri="{FF2B5EF4-FFF2-40B4-BE49-F238E27FC236}">
                <a16:creationId xmlns:a16="http://schemas.microsoft.com/office/drawing/2014/main" id="{64535A00-3B3A-389D-6518-2267A4ADE3D8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1" name="Straight Connector 2870">
            <a:extLst>
              <a:ext uri="{FF2B5EF4-FFF2-40B4-BE49-F238E27FC236}">
                <a16:creationId xmlns:a16="http://schemas.microsoft.com/office/drawing/2014/main" id="{387F937D-B9FE-DE1D-52C9-4E238A44E81E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2" name="Straight Connector 2871">
            <a:extLst>
              <a:ext uri="{FF2B5EF4-FFF2-40B4-BE49-F238E27FC236}">
                <a16:creationId xmlns:a16="http://schemas.microsoft.com/office/drawing/2014/main" id="{91BF3C4E-8612-0676-F9F6-47B42C6A9769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3" name="TextBox 2872">
            <a:extLst>
              <a:ext uri="{FF2B5EF4-FFF2-40B4-BE49-F238E27FC236}">
                <a16:creationId xmlns:a16="http://schemas.microsoft.com/office/drawing/2014/main" id="{46F8CB82-B629-519C-3374-51146C680697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874" name="TextBox 2873">
            <a:extLst>
              <a:ext uri="{FF2B5EF4-FFF2-40B4-BE49-F238E27FC236}">
                <a16:creationId xmlns:a16="http://schemas.microsoft.com/office/drawing/2014/main" id="{EA5F49D3-4C09-7CE0-46A0-466C2BB885D7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2875" name="TextBox 2874">
            <a:extLst>
              <a:ext uri="{FF2B5EF4-FFF2-40B4-BE49-F238E27FC236}">
                <a16:creationId xmlns:a16="http://schemas.microsoft.com/office/drawing/2014/main" id="{E98F36AB-CE28-2B71-3611-616E60ACA2F1}"/>
              </a:ext>
            </a:extLst>
          </p:cNvPr>
          <p:cNvSpPr txBox="1"/>
          <p:nvPr/>
        </p:nvSpPr>
        <p:spPr>
          <a:xfrm>
            <a:off x="1786866" y="4786717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2876" name="Straight Connector 2875">
            <a:extLst>
              <a:ext uri="{FF2B5EF4-FFF2-40B4-BE49-F238E27FC236}">
                <a16:creationId xmlns:a16="http://schemas.microsoft.com/office/drawing/2014/main" id="{BF3DE687-3B33-4596-7AF4-F1BD3B172C7D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7" name="Straight Connector 2876">
            <a:extLst>
              <a:ext uri="{FF2B5EF4-FFF2-40B4-BE49-F238E27FC236}">
                <a16:creationId xmlns:a16="http://schemas.microsoft.com/office/drawing/2014/main" id="{D41C9FB3-93AD-C504-C697-3D0AF7B0BB76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8" name="Straight Connector 2877">
            <a:extLst>
              <a:ext uri="{FF2B5EF4-FFF2-40B4-BE49-F238E27FC236}">
                <a16:creationId xmlns:a16="http://schemas.microsoft.com/office/drawing/2014/main" id="{8C1602D1-39CB-CB2C-8126-2D1B4083233F}"/>
              </a:ext>
            </a:extLst>
          </p:cNvPr>
          <p:cNvCxnSpPr>
            <a:cxnSpLocks/>
          </p:cNvCxnSpPr>
          <p:nvPr/>
        </p:nvCxnSpPr>
        <p:spPr>
          <a:xfrm>
            <a:off x="803874" y="452768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9" name="Straight Connector 2878">
            <a:extLst>
              <a:ext uri="{FF2B5EF4-FFF2-40B4-BE49-F238E27FC236}">
                <a16:creationId xmlns:a16="http://schemas.microsoft.com/office/drawing/2014/main" id="{FA92433A-2200-AEC8-6D28-0FCBD1F6D9DF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0" name="Straight Connector 2879">
            <a:extLst>
              <a:ext uri="{FF2B5EF4-FFF2-40B4-BE49-F238E27FC236}">
                <a16:creationId xmlns:a16="http://schemas.microsoft.com/office/drawing/2014/main" id="{4502ECC5-60B7-D776-F39E-F7B3626FE9FE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1" name="Straight Connector 2880">
            <a:extLst>
              <a:ext uri="{FF2B5EF4-FFF2-40B4-BE49-F238E27FC236}">
                <a16:creationId xmlns:a16="http://schemas.microsoft.com/office/drawing/2014/main" id="{E55F066F-67D1-E281-A3EF-D9964907DDF2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2" name="Rectangle 2881">
            <a:extLst>
              <a:ext uri="{FF2B5EF4-FFF2-40B4-BE49-F238E27FC236}">
                <a16:creationId xmlns:a16="http://schemas.microsoft.com/office/drawing/2014/main" id="{D8165654-1310-068C-627C-AE7608852EF2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83" name="TextBox 2882">
            <a:extLst>
              <a:ext uri="{FF2B5EF4-FFF2-40B4-BE49-F238E27FC236}">
                <a16:creationId xmlns:a16="http://schemas.microsoft.com/office/drawing/2014/main" id="{C77C471D-FC54-304A-53D7-6FF65037E2DC}"/>
              </a:ext>
            </a:extLst>
          </p:cNvPr>
          <p:cNvSpPr txBox="1"/>
          <p:nvPr/>
        </p:nvSpPr>
        <p:spPr>
          <a:xfrm>
            <a:off x="1783676" y="5309678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884" name="Rectangle 2883">
            <a:extLst>
              <a:ext uri="{FF2B5EF4-FFF2-40B4-BE49-F238E27FC236}">
                <a16:creationId xmlns:a16="http://schemas.microsoft.com/office/drawing/2014/main" id="{733021BF-7ADF-095D-951A-8E5E20B6102E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85" name="TextBox 2884">
            <a:extLst>
              <a:ext uri="{FF2B5EF4-FFF2-40B4-BE49-F238E27FC236}">
                <a16:creationId xmlns:a16="http://schemas.microsoft.com/office/drawing/2014/main" id="{EE36658B-940A-CFFA-1B71-D80AEDA7B0B1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86" name="TextBox 2885">
            <a:extLst>
              <a:ext uri="{FF2B5EF4-FFF2-40B4-BE49-F238E27FC236}">
                <a16:creationId xmlns:a16="http://schemas.microsoft.com/office/drawing/2014/main" id="{71684B7E-3F9D-AE63-80CD-B30A4F16143E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887" name="TextBox 2886">
            <a:extLst>
              <a:ext uri="{FF2B5EF4-FFF2-40B4-BE49-F238E27FC236}">
                <a16:creationId xmlns:a16="http://schemas.microsoft.com/office/drawing/2014/main" id="{7477F7C5-56CD-1B7A-66F9-52BE20096506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88" name="TextBox 2887">
            <a:extLst>
              <a:ext uri="{FF2B5EF4-FFF2-40B4-BE49-F238E27FC236}">
                <a16:creationId xmlns:a16="http://schemas.microsoft.com/office/drawing/2014/main" id="{A41B0742-BF0C-218A-9626-FBC7686405EE}"/>
              </a:ext>
            </a:extLst>
          </p:cNvPr>
          <p:cNvSpPr txBox="1"/>
          <p:nvPr/>
        </p:nvSpPr>
        <p:spPr>
          <a:xfrm>
            <a:off x="1782162" y="5196185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889" name="TextBox 2888">
            <a:extLst>
              <a:ext uri="{FF2B5EF4-FFF2-40B4-BE49-F238E27FC236}">
                <a16:creationId xmlns:a16="http://schemas.microsoft.com/office/drawing/2014/main" id="{3429DA7F-B488-AC02-B4DB-089DD3D8BA4B}"/>
              </a:ext>
            </a:extLst>
          </p:cNvPr>
          <p:cNvSpPr txBox="1"/>
          <p:nvPr/>
        </p:nvSpPr>
        <p:spPr>
          <a:xfrm>
            <a:off x="1502016" y="5173376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90" name="TextBox 2889">
            <a:extLst>
              <a:ext uri="{FF2B5EF4-FFF2-40B4-BE49-F238E27FC236}">
                <a16:creationId xmlns:a16="http://schemas.microsoft.com/office/drawing/2014/main" id="{D954377B-C18E-E3A4-4BE3-1788562C773E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91" name="TextBox 2890">
            <a:extLst>
              <a:ext uri="{FF2B5EF4-FFF2-40B4-BE49-F238E27FC236}">
                <a16:creationId xmlns:a16="http://schemas.microsoft.com/office/drawing/2014/main" id="{3908D083-C845-248C-4834-4F9593E1E82C}"/>
              </a:ext>
            </a:extLst>
          </p:cNvPr>
          <p:cNvSpPr txBox="1"/>
          <p:nvPr/>
        </p:nvSpPr>
        <p:spPr>
          <a:xfrm>
            <a:off x="767466" y="4342320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92" name="TextBox 2891">
            <a:extLst>
              <a:ext uri="{FF2B5EF4-FFF2-40B4-BE49-F238E27FC236}">
                <a16:creationId xmlns:a16="http://schemas.microsoft.com/office/drawing/2014/main" id="{41B2DCC2-5321-9F32-1A9F-41388D6F1E60}"/>
              </a:ext>
            </a:extLst>
          </p:cNvPr>
          <p:cNvSpPr txBox="1"/>
          <p:nvPr/>
        </p:nvSpPr>
        <p:spPr>
          <a:xfrm>
            <a:off x="773775" y="4926903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893" name="TextBox 2892">
            <a:extLst>
              <a:ext uri="{FF2B5EF4-FFF2-40B4-BE49-F238E27FC236}">
                <a16:creationId xmlns:a16="http://schemas.microsoft.com/office/drawing/2014/main" id="{28EEFB46-96AC-D8E0-9D01-2FC89A87BD19}"/>
              </a:ext>
            </a:extLst>
          </p:cNvPr>
          <p:cNvSpPr txBox="1"/>
          <p:nvPr/>
        </p:nvSpPr>
        <p:spPr>
          <a:xfrm>
            <a:off x="765880" y="5069606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2894" name="Rectangle 2893">
            <a:extLst>
              <a:ext uri="{FF2B5EF4-FFF2-40B4-BE49-F238E27FC236}">
                <a16:creationId xmlns:a16="http://schemas.microsoft.com/office/drawing/2014/main" id="{3127D8D2-22CC-4773-4BE8-43EDC0BABE49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5" name="Rectangle 2894">
            <a:extLst>
              <a:ext uri="{FF2B5EF4-FFF2-40B4-BE49-F238E27FC236}">
                <a16:creationId xmlns:a16="http://schemas.microsoft.com/office/drawing/2014/main" id="{0B2FF43B-3E65-7F5E-4B28-A5151A6072C2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6" name="Rectangle 2895">
            <a:extLst>
              <a:ext uri="{FF2B5EF4-FFF2-40B4-BE49-F238E27FC236}">
                <a16:creationId xmlns:a16="http://schemas.microsoft.com/office/drawing/2014/main" id="{BC86366E-1CD6-8039-B601-389A624F423A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7" name="TextBox 2896">
            <a:extLst>
              <a:ext uri="{FF2B5EF4-FFF2-40B4-BE49-F238E27FC236}">
                <a16:creationId xmlns:a16="http://schemas.microsoft.com/office/drawing/2014/main" id="{246E9EB5-7D25-2A31-DD94-E4798D1C3B58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898" name="Rectangle 2897">
            <a:extLst>
              <a:ext uri="{FF2B5EF4-FFF2-40B4-BE49-F238E27FC236}">
                <a16:creationId xmlns:a16="http://schemas.microsoft.com/office/drawing/2014/main" id="{8186AF25-4350-B233-395A-36C3027215AE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9" name="Rectangle 2898">
            <a:extLst>
              <a:ext uri="{FF2B5EF4-FFF2-40B4-BE49-F238E27FC236}">
                <a16:creationId xmlns:a16="http://schemas.microsoft.com/office/drawing/2014/main" id="{ED26D522-ECF2-2C13-FB0A-06A1AB411D97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00" name="Rectangle 2899">
            <a:extLst>
              <a:ext uri="{FF2B5EF4-FFF2-40B4-BE49-F238E27FC236}">
                <a16:creationId xmlns:a16="http://schemas.microsoft.com/office/drawing/2014/main" id="{F13E1C13-7275-FAB7-E88B-29BA8456D150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901" name="Straight Connector 2900">
            <a:extLst>
              <a:ext uri="{FF2B5EF4-FFF2-40B4-BE49-F238E27FC236}">
                <a16:creationId xmlns:a16="http://schemas.microsoft.com/office/drawing/2014/main" id="{E13350C4-165A-B1B2-68DC-6037C0326BC4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2" name="Straight Connector 2901">
            <a:extLst>
              <a:ext uri="{FF2B5EF4-FFF2-40B4-BE49-F238E27FC236}">
                <a16:creationId xmlns:a16="http://schemas.microsoft.com/office/drawing/2014/main" id="{1BECB8A1-85CD-ACB6-D143-1C5D0EA1A72F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3" name="Straight Connector 2902">
            <a:extLst>
              <a:ext uri="{FF2B5EF4-FFF2-40B4-BE49-F238E27FC236}">
                <a16:creationId xmlns:a16="http://schemas.microsoft.com/office/drawing/2014/main" id="{62C99DA0-2EC0-EA9E-227B-F1A6361B161B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4" name="Straight Connector 2903">
            <a:extLst>
              <a:ext uri="{FF2B5EF4-FFF2-40B4-BE49-F238E27FC236}">
                <a16:creationId xmlns:a16="http://schemas.microsoft.com/office/drawing/2014/main" id="{ADB45AF3-6128-AA21-168E-E600F2CF2BBC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5" name="TextBox 2904">
            <a:extLst>
              <a:ext uri="{FF2B5EF4-FFF2-40B4-BE49-F238E27FC236}">
                <a16:creationId xmlns:a16="http://schemas.microsoft.com/office/drawing/2014/main" id="{A7ABE49C-28A3-CF79-427A-FF77DCE12902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906" name="TextBox 2905">
            <a:extLst>
              <a:ext uri="{FF2B5EF4-FFF2-40B4-BE49-F238E27FC236}">
                <a16:creationId xmlns:a16="http://schemas.microsoft.com/office/drawing/2014/main" id="{EC015BEF-0969-E901-F096-129973F39B21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907" name="Rectangle 2906">
            <a:extLst>
              <a:ext uri="{FF2B5EF4-FFF2-40B4-BE49-F238E27FC236}">
                <a16:creationId xmlns:a16="http://schemas.microsoft.com/office/drawing/2014/main" id="{2D5BEE65-FA36-8700-6180-84805B2C8EC9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08" name="Rectangle 2907">
            <a:extLst>
              <a:ext uri="{FF2B5EF4-FFF2-40B4-BE49-F238E27FC236}">
                <a16:creationId xmlns:a16="http://schemas.microsoft.com/office/drawing/2014/main" id="{29E20A52-AD80-912E-9C2B-866F7D683B7B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09" name="Rectangle 2908">
            <a:extLst>
              <a:ext uri="{FF2B5EF4-FFF2-40B4-BE49-F238E27FC236}">
                <a16:creationId xmlns:a16="http://schemas.microsoft.com/office/drawing/2014/main" id="{8FDB91A7-B216-937D-B033-5D8FCABB15F6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0" name="Rectangle 2909">
            <a:extLst>
              <a:ext uri="{FF2B5EF4-FFF2-40B4-BE49-F238E27FC236}">
                <a16:creationId xmlns:a16="http://schemas.microsoft.com/office/drawing/2014/main" id="{FEBCB73A-02B6-6939-9627-5EAC0F4931CF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11" name="Rectangle 2910">
            <a:extLst>
              <a:ext uri="{FF2B5EF4-FFF2-40B4-BE49-F238E27FC236}">
                <a16:creationId xmlns:a16="http://schemas.microsoft.com/office/drawing/2014/main" id="{62AFEB8D-01EB-7316-CAB4-294145A01AD9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12" name="TextBox 2911">
            <a:extLst>
              <a:ext uri="{FF2B5EF4-FFF2-40B4-BE49-F238E27FC236}">
                <a16:creationId xmlns:a16="http://schemas.microsoft.com/office/drawing/2014/main" id="{BBE13EFE-5CDE-45EE-AEA1-1EBC0BC0F2C0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913" name="TextBox 2912">
            <a:extLst>
              <a:ext uri="{FF2B5EF4-FFF2-40B4-BE49-F238E27FC236}">
                <a16:creationId xmlns:a16="http://schemas.microsoft.com/office/drawing/2014/main" id="{A620CDBE-FEF9-AC8F-BE5C-8D639F1C63D9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914" name="TextBox 2913">
            <a:extLst>
              <a:ext uri="{FF2B5EF4-FFF2-40B4-BE49-F238E27FC236}">
                <a16:creationId xmlns:a16="http://schemas.microsoft.com/office/drawing/2014/main" id="{4A99D4D3-9508-92CA-191B-BAA5255AD74D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915" name="TextBox 2914">
            <a:extLst>
              <a:ext uri="{FF2B5EF4-FFF2-40B4-BE49-F238E27FC236}">
                <a16:creationId xmlns:a16="http://schemas.microsoft.com/office/drawing/2014/main" id="{D7C6DF76-804D-D21A-0D56-4ABFD30A179E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916" name="Rectangle 2915">
            <a:extLst>
              <a:ext uri="{FF2B5EF4-FFF2-40B4-BE49-F238E27FC236}">
                <a16:creationId xmlns:a16="http://schemas.microsoft.com/office/drawing/2014/main" id="{9D0C2C9E-AF19-4B68-EDAB-84E888957481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17" name="Rectangle 2916">
            <a:extLst>
              <a:ext uri="{FF2B5EF4-FFF2-40B4-BE49-F238E27FC236}">
                <a16:creationId xmlns:a16="http://schemas.microsoft.com/office/drawing/2014/main" id="{5FB5BFCB-B9E7-0487-0666-411E44106B0F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18" name="TextBox 2917">
            <a:extLst>
              <a:ext uri="{FF2B5EF4-FFF2-40B4-BE49-F238E27FC236}">
                <a16:creationId xmlns:a16="http://schemas.microsoft.com/office/drawing/2014/main" id="{EDD73ADC-DF29-1776-4250-5A5096A5AAC3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19" name="Rectangle 2918">
            <a:extLst>
              <a:ext uri="{FF2B5EF4-FFF2-40B4-BE49-F238E27FC236}">
                <a16:creationId xmlns:a16="http://schemas.microsoft.com/office/drawing/2014/main" id="{AF37CAAF-37F8-5C05-1592-B751E9D473CF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0" name="Rectangle 2919">
            <a:extLst>
              <a:ext uri="{FF2B5EF4-FFF2-40B4-BE49-F238E27FC236}">
                <a16:creationId xmlns:a16="http://schemas.microsoft.com/office/drawing/2014/main" id="{A23775E1-018E-D6E1-321E-E046EB54973E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1" name="Rectangle 2920">
            <a:extLst>
              <a:ext uri="{FF2B5EF4-FFF2-40B4-BE49-F238E27FC236}">
                <a16:creationId xmlns:a16="http://schemas.microsoft.com/office/drawing/2014/main" id="{AD1AE117-BA40-BC63-061E-1D811A6D8CEC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2" name="Rectangle 2921">
            <a:extLst>
              <a:ext uri="{FF2B5EF4-FFF2-40B4-BE49-F238E27FC236}">
                <a16:creationId xmlns:a16="http://schemas.microsoft.com/office/drawing/2014/main" id="{E859358B-6425-4DF1-2478-D0A9AF67A4BD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3" name="Rectangle 2922">
            <a:extLst>
              <a:ext uri="{FF2B5EF4-FFF2-40B4-BE49-F238E27FC236}">
                <a16:creationId xmlns:a16="http://schemas.microsoft.com/office/drawing/2014/main" id="{00C8FDC6-528A-82FD-3891-A3A7D2E06326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4" name="Rectangle 2923">
            <a:extLst>
              <a:ext uri="{FF2B5EF4-FFF2-40B4-BE49-F238E27FC236}">
                <a16:creationId xmlns:a16="http://schemas.microsoft.com/office/drawing/2014/main" id="{05574F1B-785D-9ADF-91E9-A2FDA1751797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5" name="TextBox 2924">
            <a:extLst>
              <a:ext uri="{FF2B5EF4-FFF2-40B4-BE49-F238E27FC236}">
                <a16:creationId xmlns:a16="http://schemas.microsoft.com/office/drawing/2014/main" id="{29721855-AC39-A589-C08B-6132910840C6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926" name="TextBox 2925">
            <a:extLst>
              <a:ext uri="{FF2B5EF4-FFF2-40B4-BE49-F238E27FC236}">
                <a16:creationId xmlns:a16="http://schemas.microsoft.com/office/drawing/2014/main" id="{79075F1E-EBD0-98C4-3575-069500E6F209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927" name="TextBox 2926">
            <a:extLst>
              <a:ext uri="{FF2B5EF4-FFF2-40B4-BE49-F238E27FC236}">
                <a16:creationId xmlns:a16="http://schemas.microsoft.com/office/drawing/2014/main" id="{4B51BDD9-C461-A0FD-8238-30E46CA9E4A7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928" name="TextBox 2927">
            <a:extLst>
              <a:ext uri="{FF2B5EF4-FFF2-40B4-BE49-F238E27FC236}">
                <a16:creationId xmlns:a16="http://schemas.microsoft.com/office/drawing/2014/main" id="{9595CDBA-EA6B-4204-1367-F369B7944B4E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29" name="Arrow: Down 2928">
            <a:extLst>
              <a:ext uri="{FF2B5EF4-FFF2-40B4-BE49-F238E27FC236}">
                <a16:creationId xmlns:a16="http://schemas.microsoft.com/office/drawing/2014/main" id="{B6E741F6-2915-E81E-94FE-2E54680AB268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30" name="Arrow: Down 2929">
            <a:extLst>
              <a:ext uri="{FF2B5EF4-FFF2-40B4-BE49-F238E27FC236}">
                <a16:creationId xmlns:a16="http://schemas.microsoft.com/office/drawing/2014/main" id="{2A8A6FDC-01D0-DF06-75E1-9606D7D730B6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31" name="TextBox 2930">
            <a:extLst>
              <a:ext uri="{FF2B5EF4-FFF2-40B4-BE49-F238E27FC236}">
                <a16:creationId xmlns:a16="http://schemas.microsoft.com/office/drawing/2014/main" id="{D4960F92-61E5-E178-3554-471FC303F78D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932" name="Rectangle 2931">
            <a:extLst>
              <a:ext uri="{FF2B5EF4-FFF2-40B4-BE49-F238E27FC236}">
                <a16:creationId xmlns:a16="http://schemas.microsoft.com/office/drawing/2014/main" id="{D6D66D6F-ADDB-8CBC-4863-D98485560CFF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3" name="Rectangle 2932">
            <a:extLst>
              <a:ext uri="{FF2B5EF4-FFF2-40B4-BE49-F238E27FC236}">
                <a16:creationId xmlns:a16="http://schemas.microsoft.com/office/drawing/2014/main" id="{E765DA4E-8FEE-0F27-BDD4-69B5FB600D28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4" name="Rectangle 2933">
            <a:extLst>
              <a:ext uri="{FF2B5EF4-FFF2-40B4-BE49-F238E27FC236}">
                <a16:creationId xmlns:a16="http://schemas.microsoft.com/office/drawing/2014/main" id="{2F632E41-D24A-1D27-84A9-9560B220643E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5" name="Rectangle 2934">
            <a:extLst>
              <a:ext uri="{FF2B5EF4-FFF2-40B4-BE49-F238E27FC236}">
                <a16:creationId xmlns:a16="http://schemas.microsoft.com/office/drawing/2014/main" id="{7566EBBA-9852-89CD-CA18-E3792167C419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6" name="Rectangle 2935">
            <a:extLst>
              <a:ext uri="{FF2B5EF4-FFF2-40B4-BE49-F238E27FC236}">
                <a16:creationId xmlns:a16="http://schemas.microsoft.com/office/drawing/2014/main" id="{AAF8B1CD-8A5D-D8C4-7906-ED90EAD06F3D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7" name="TextBox 2936">
            <a:extLst>
              <a:ext uri="{FF2B5EF4-FFF2-40B4-BE49-F238E27FC236}">
                <a16:creationId xmlns:a16="http://schemas.microsoft.com/office/drawing/2014/main" id="{3551562B-E736-B313-82AB-BC946E1EE601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938" name="TextBox 2937">
            <a:extLst>
              <a:ext uri="{FF2B5EF4-FFF2-40B4-BE49-F238E27FC236}">
                <a16:creationId xmlns:a16="http://schemas.microsoft.com/office/drawing/2014/main" id="{CA54E2A9-9B41-E3DC-F627-496EED431FEE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939" name="Rectangle 2938">
            <a:extLst>
              <a:ext uri="{FF2B5EF4-FFF2-40B4-BE49-F238E27FC236}">
                <a16:creationId xmlns:a16="http://schemas.microsoft.com/office/drawing/2014/main" id="{D3C9DA7E-0944-E103-9DFF-EBC54709E26A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40" name="TextBox 2939">
            <a:extLst>
              <a:ext uri="{FF2B5EF4-FFF2-40B4-BE49-F238E27FC236}">
                <a16:creationId xmlns:a16="http://schemas.microsoft.com/office/drawing/2014/main" id="{51DF0268-DE95-A07A-70A2-05D14A91AFC5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941" name="TextBox 2940">
            <a:extLst>
              <a:ext uri="{FF2B5EF4-FFF2-40B4-BE49-F238E27FC236}">
                <a16:creationId xmlns:a16="http://schemas.microsoft.com/office/drawing/2014/main" id="{18C7B832-6408-5807-3E74-0C2ECB849FC4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942" name="TextBox 2941">
            <a:extLst>
              <a:ext uri="{FF2B5EF4-FFF2-40B4-BE49-F238E27FC236}">
                <a16:creationId xmlns:a16="http://schemas.microsoft.com/office/drawing/2014/main" id="{A0BC37FD-B599-F30A-E596-D1D2234367AA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943" name="Rectangle 2942">
            <a:extLst>
              <a:ext uri="{FF2B5EF4-FFF2-40B4-BE49-F238E27FC236}">
                <a16:creationId xmlns:a16="http://schemas.microsoft.com/office/drawing/2014/main" id="{E0E60AC6-DA92-A24B-8265-B60E6AA416E5}"/>
              </a:ext>
            </a:extLst>
          </p:cNvPr>
          <p:cNvSpPr/>
          <p:nvPr/>
        </p:nvSpPr>
        <p:spPr>
          <a:xfrm>
            <a:off x="807546" y="3591619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44" name="TextBox 2943">
            <a:extLst>
              <a:ext uri="{FF2B5EF4-FFF2-40B4-BE49-F238E27FC236}">
                <a16:creationId xmlns:a16="http://schemas.microsoft.com/office/drawing/2014/main" id="{FC4E2DEB-F672-CE65-6E4F-E2CAF8023AE5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945" name="Rectangle 2944">
            <a:extLst>
              <a:ext uri="{FF2B5EF4-FFF2-40B4-BE49-F238E27FC236}">
                <a16:creationId xmlns:a16="http://schemas.microsoft.com/office/drawing/2014/main" id="{6EDA0B2D-5D37-9C67-B8C0-F0042BFDAADA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46" name="TextBox 2945">
            <a:extLst>
              <a:ext uri="{FF2B5EF4-FFF2-40B4-BE49-F238E27FC236}">
                <a16:creationId xmlns:a16="http://schemas.microsoft.com/office/drawing/2014/main" id="{DD5D1CD3-8297-807A-08B3-665DF381C50B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947" name="TextBox 2946">
            <a:extLst>
              <a:ext uri="{FF2B5EF4-FFF2-40B4-BE49-F238E27FC236}">
                <a16:creationId xmlns:a16="http://schemas.microsoft.com/office/drawing/2014/main" id="{EB85EA1C-CAEF-EF15-A761-C960FC47E7AC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948" name="Straight Connector 2947">
            <a:extLst>
              <a:ext uri="{FF2B5EF4-FFF2-40B4-BE49-F238E27FC236}">
                <a16:creationId xmlns:a16="http://schemas.microsoft.com/office/drawing/2014/main" id="{7D0CAED8-6E13-5915-174D-EEB8D58BB0C4}"/>
              </a:ext>
            </a:extLst>
          </p:cNvPr>
          <p:cNvCxnSpPr>
            <a:cxnSpLocks/>
          </p:cNvCxnSpPr>
          <p:nvPr/>
        </p:nvCxnSpPr>
        <p:spPr>
          <a:xfrm flipH="1">
            <a:off x="804994" y="4340238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9" name="Straight Connector 2948">
            <a:extLst>
              <a:ext uri="{FF2B5EF4-FFF2-40B4-BE49-F238E27FC236}">
                <a16:creationId xmlns:a16="http://schemas.microsoft.com/office/drawing/2014/main" id="{E5B4B767-A7EB-3CC7-CB75-53ECC62D7DAA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0" name="Straight Connector 2949">
            <a:extLst>
              <a:ext uri="{FF2B5EF4-FFF2-40B4-BE49-F238E27FC236}">
                <a16:creationId xmlns:a16="http://schemas.microsoft.com/office/drawing/2014/main" id="{4B0DAC16-1789-1AF5-AE5C-8160FF051811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1" name="Straight Connector 2950">
            <a:extLst>
              <a:ext uri="{FF2B5EF4-FFF2-40B4-BE49-F238E27FC236}">
                <a16:creationId xmlns:a16="http://schemas.microsoft.com/office/drawing/2014/main" id="{6C58FEE4-4358-87D1-7786-6A7D1E3DD1BC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2" name="Straight Connector 2951">
            <a:extLst>
              <a:ext uri="{FF2B5EF4-FFF2-40B4-BE49-F238E27FC236}">
                <a16:creationId xmlns:a16="http://schemas.microsoft.com/office/drawing/2014/main" id="{0E97DBFD-26FB-0954-DC04-64096E605B67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3" name="Straight Connector 2952">
            <a:extLst>
              <a:ext uri="{FF2B5EF4-FFF2-40B4-BE49-F238E27FC236}">
                <a16:creationId xmlns:a16="http://schemas.microsoft.com/office/drawing/2014/main" id="{6F75D17C-07BE-10B3-3A3E-C7085F1787F4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4" name="Straight Connector 2953">
            <a:extLst>
              <a:ext uri="{FF2B5EF4-FFF2-40B4-BE49-F238E27FC236}">
                <a16:creationId xmlns:a16="http://schemas.microsoft.com/office/drawing/2014/main" id="{59579057-F349-0136-3267-2C2A44B3268E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5" name="Straight Connector 2954">
            <a:extLst>
              <a:ext uri="{FF2B5EF4-FFF2-40B4-BE49-F238E27FC236}">
                <a16:creationId xmlns:a16="http://schemas.microsoft.com/office/drawing/2014/main" id="{E0EF16B3-EF02-72FD-64CE-F13EFA4300CB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6" name="TextBox 2955">
            <a:extLst>
              <a:ext uri="{FF2B5EF4-FFF2-40B4-BE49-F238E27FC236}">
                <a16:creationId xmlns:a16="http://schemas.microsoft.com/office/drawing/2014/main" id="{21D149B7-56CF-8163-F5C4-DEF381CFF839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957" name="TextBox 2956">
            <a:extLst>
              <a:ext uri="{FF2B5EF4-FFF2-40B4-BE49-F238E27FC236}">
                <a16:creationId xmlns:a16="http://schemas.microsoft.com/office/drawing/2014/main" id="{7947F171-6661-43A3-FCC9-CEF744E68B44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2958" name="Straight Connector 2957">
            <a:extLst>
              <a:ext uri="{FF2B5EF4-FFF2-40B4-BE49-F238E27FC236}">
                <a16:creationId xmlns:a16="http://schemas.microsoft.com/office/drawing/2014/main" id="{1D4916ED-B7F6-17C1-5D23-461239AB2BF6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9" name="Straight Connector 2958">
            <a:extLst>
              <a:ext uri="{FF2B5EF4-FFF2-40B4-BE49-F238E27FC236}">
                <a16:creationId xmlns:a16="http://schemas.microsoft.com/office/drawing/2014/main" id="{0C131808-3FF7-4C15-B493-C8F7BBEFD64F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0" name="Straight Connector 2959">
            <a:extLst>
              <a:ext uri="{FF2B5EF4-FFF2-40B4-BE49-F238E27FC236}">
                <a16:creationId xmlns:a16="http://schemas.microsoft.com/office/drawing/2014/main" id="{52B927D6-0880-206F-5996-627AAB4209EA}"/>
              </a:ext>
            </a:extLst>
          </p:cNvPr>
          <p:cNvCxnSpPr>
            <a:cxnSpLocks/>
            <a:endCxn id="2971" idx="3"/>
          </p:cNvCxnSpPr>
          <p:nvPr/>
        </p:nvCxnSpPr>
        <p:spPr>
          <a:xfrm>
            <a:off x="803874" y="4527689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1" name="Straight Connector 2960">
            <a:extLst>
              <a:ext uri="{FF2B5EF4-FFF2-40B4-BE49-F238E27FC236}">
                <a16:creationId xmlns:a16="http://schemas.microsoft.com/office/drawing/2014/main" id="{287E3BD1-145D-DF72-FBB1-0369C01BA2F5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2" name="Straight Connector 2961">
            <a:extLst>
              <a:ext uri="{FF2B5EF4-FFF2-40B4-BE49-F238E27FC236}">
                <a16:creationId xmlns:a16="http://schemas.microsoft.com/office/drawing/2014/main" id="{EF67226F-2196-1EC4-65EE-7364DA5486BD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3" name="Straight Connector 2962">
            <a:extLst>
              <a:ext uri="{FF2B5EF4-FFF2-40B4-BE49-F238E27FC236}">
                <a16:creationId xmlns:a16="http://schemas.microsoft.com/office/drawing/2014/main" id="{D5B9E110-13CC-2CFC-6658-766ADC5F4A99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4" name="Rectangle 2963">
            <a:extLst>
              <a:ext uri="{FF2B5EF4-FFF2-40B4-BE49-F238E27FC236}">
                <a16:creationId xmlns:a16="http://schemas.microsoft.com/office/drawing/2014/main" id="{C8B80948-9806-6A08-8F74-CCC2D886DDA2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5" name="TextBox 2964">
            <a:extLst>
              <a:ext uri="{FF2B5EF4-FFF2-40B4-BE49-F238E27FC236}">
                <a16:creationId xmlns:a16="http://schemas.microsoft.com/office/drawing/2014/main" id="{5D3847DD-7BDE-BAC7-5123-8D59F876AEF9}"/>
              </a:ext>
            </a:extLst>
          </p:cNvPr>
          <p:cNvSpPr txBox="1"/>
          <p:nvPr/>
        </p:nvSpPr>
        <p:spPr>
          <a:xfrm>
            <a:off x="1769576" y="5310643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M</a:t>
            </a:r>
            <a:r>
              <a:rPr lang="nb-NO" sz="600" dirty="0"/>
              <a:t> </a:t>
            </a:r>
          </a:p>
        </p:txBody>
      </p:sp>
      <p:sp>
        <p:nvSpPr>
          <p:cNvPr id="2966" name="TextBox 2965">
            <a:extLst>
              <a:ext uri="{FF2B5EF4-FFF2-40B4-BE49-F238E27FC236}">
                <a16:creationId xmlns:a16="http://schemas.microsoft.com/office/drawing/2014/main" id="{09BC5C44-E31D-BAD9-4203-644676C502D0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67" name="TextBox 2966">
            <a:extLst>
              <a:ext uri="{FF2B5EF4-FFF2-40B4-BE49-F238E27FC236}">
                <a16:creationId xmlns:a16="http://schemas.microsoft.com/office/drawing/2014/main" id="{8AC0D2E6-D728-CF5F-B745-EC9C454DE544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968" name="TextBox 2967">
            <a:extLst>
              <a:ext uri="{FF2B5EF4-FFF2-40B4-BE49-F238E27FC236}">
                <a16:creationId xmlns:a16="http://schemas.microsoft.com/office/drawing/2014/main" id="{F3D32384-9FE3-6483-BC50-D216081A8EE3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69" name="TextBox 2968">
            <a:extLst>
              <a:ext uri="{FF2B5EF4-FFF2-40B4-BE49-F238E27FC236}">
                <a16:creationId xmlns:a16="http://schemas.microsoft.com/office/drawing/2014/main" id="{78AEF0E2-6240-3D30-F6F2-B9241410791D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70" name="TextBox 2969">
            <a:extLst>
              <a:ext uri="{FF2B5EF4-FFF2-40B4-BE49-F238E27FC236}">
                <a16:creationId xmlns:a16="http://schemas.microsoft.com/office/drawing/2014/main" id="{07BCA219-5C0F-27F2-EEE7-9CF41C16BF4E}"/>
              </a:ext>
            </a:extLst>
          </p:cNvPr>
          <p:cNvSpPr txBox="1"/>
          <p:nvPr/>
        </p:nvSpPr>
        <p:spPr>
          <a:xfrm>
            <a:off x="767467" y="4342320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Daily Kamishibai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71" name="Rectangle 2970">
            <a:extLst>
              <a:ext uri="{FF2B5EF4-FFF2-40B4-BE49-F238E27FC236}">
                <a16:creationId xmlns:a16="http://schemas.microsoft.com/office/drawing/2014/main" id="{503958BA-DA86-D034-E5A4-034BBBB3B6EE}"/>
              </a:ext>
            </a:extLst>
          </p:cNvPr>
          <p:cNvSpPr/>
          <p:nvPr/>
        </p:nvSpPr>
        <p:spPr>
          <a:xfrm>
            <a:off x="1985381" y="3596930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2" name="Rectangle 2971">
            <a:extLst>
              <a:ext uri="{FF2B5EF4-FFF2-40B4-BE49-F238E27FC236}">
                <a16:creationId xmlns:a16="http://schemas.microsoft.com/office/drawing/2014/main" id="{043DB29A-1965-7E90-47DD-8FA7AFC6085C}"/>
              </a:ext>
            </a:extLst>
          </p:cNvPr>
          <p:cNvSpPr/>
          <p:nvPr/>
        </p:nvSpPr>
        <p:spPr>
          <a:xfrm>
            <a:off x="1812912" y="3190101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3" name="Rectangle 2972">
            <a:extLst>
              <a:ext uri="{FF2B5EF4-FFF2-40B4-BE49-F238E27FC236}">
                <a16:creationId xmlns:a16="http://schemas.microsoft.com/office/drawing/2014/main" id="{C30F8AC4-2EB5-43E1-5CC5-09508ACBBC69}"/>
              </a:ext>
            </a:extLst>
          </p:cNvPr>
          <p:cNvSpPr/>
          <p:nvPr/>
        </p:nvSpPr>
        <p:spPr>
          <a:xfrm>
            <a:off x="1986674" y="3192390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4" name="TextBox 2973">
            <a:extLst>
              <a:ext uri="{FF2B5EF4-FFF2-40B4-BE49-F238E27FC236}">
                <a16:creationId xmlns:a16="http://schemas.microsoft.com/office/drawing/2014/main" id="{3DECABAD-F8C0-C35A-D102-26B58AA6683B}"/>
              </a:ext>
            </a:extLst>
          </p:cNvPr>
          <p:cNvSpPr txBox="1"/>
          <p:nvPr/>
        </p:nvSpPr>
        <p:spPr>
          <a:xfrm rot="16200000">
            <a:off x="1654504" y="3284600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2975" name="TextBox 2974">
            <a:extLst>
              <a:ext uri="{FF2B5EF4-FFF2-40B4-BE49-F238E27FC236}">
                <a16:creationId xmlns:a16="http://schemas.microsoft.com/office/drawing/2014/main" id="{A95A48B7-FCFB-A2F8-3D46-D368DEB5F306}"/>
              </a:ext>
            </a:extLst>
          </p:cNvPr>
          <p:cNvSpPr txBox="1"/>
          <p:nvPr/>
        </p:nvSpPr>
        <p:spPr>
          <a:xfrm rot="16200000">
            <a:off x="1747428" y="3288575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2976" name="Rectangle 2975">
            <a:extLst>
              <a:ext uri="{FF2B5EF4-FFF2-40B4-BE49-F238E27FC236}">
                <a16:creationId xmlns:a16="http://schemas.microsoft.com/office/drawing/2014/main" id="{88C41BAE-4336-F34A-6FCA-7B0216E0344F}"/>
              </a:ext>
            </a:extLst>
          </p:cNvPr>
          <p:cNvSpPr/>
          <p:nvPr/>
        </p:nvSpPr>
        <p:spPr>
          <a:xfrm>
            <a:off x="1982583" y="5360693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7" name="TextBox 2976">
            <a:extLst>
              <a:ext uri="{FF2B5EF4-FFF2-40B4-BE49-F238E27FC236}">
                <a16:creationId xmlns:a16="http://schemas.microsoft.com/office/drawing/2014/main" id="{73EF4B2E-EA91-D268-9808-0E2B420D42E1}"/>
              </a:ext>
            </a:extLst>
          </p:cNvPr>
          <p:cNvSpPr txBox="1"/>
          <p:nvPr/>
        </p:nvSpPr>
        <p:spPr>
          <a:xfrm>
            <a:off x="1927663" y="5312279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978" name="TextBox 2977">
            <a:extLst>
              <a:ext uri="{FF2B5EF4-FFF2-40B4-BE49-F238E27FC236}">
                <a16:creationId xmlns:a16="http://schemas.microsoft.com/office/drawing/2014/main" id="{505598A0-C553-8662-6F41-83F472F3FE3B}"/>
              </a:ext>
            </a:extLst>
          </p:cNvPr>
          <p:cNvSpPr txBox="1"/>
          <p:nvPr/>
        </p:nvSpPr>
        <p:spPr>
          <a:xfrm>
            <a:off x="1784396" y="4342199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979" name="TextBox 2978">
            <a:extLst>
              <a:ext uri="{FF2B5EF4-FFF2-40B4-BE49-F238E27FC236}">
                <a16:creationId xmlns:a16="http://schemas.microsoft.com/office/drawing/2014/main" id="{9409C2C5-3505-597F-F2DB-CB246CA851E2}"/>
              </a:ext>
            </a:extLst>
          </p:cNvPr>
          <p:cNvSpPr txBox="1"/>
          <p:nvPr/>
        </p:nvSpPr>
        <p:spPr>
          <a:xfrm>
            <a:off x="786344" y="3731714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Surface where clipped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80" name="TextBox 2979">
            <a:extLst>
              <a:ext uri="{FF2B5EF4-FFF2-40B4-BE49-F238E27FC236}">
                <a16:creationId xmlns:a16="http://schemas.microsoft.com/office/drawing/2014/main" id="{DA4241C9-8F03-51DA-2779-403893411D4A}"/>
              </a:ext>
            </a:extLst>
          </p:cNvPr>
          <p:cNvSpPr txBox="1"/>
          <p:nvPr/>
        </p:nvSpPr>
        <p:spPr>
          <a:xfrm>
            <a:off x="1784608" y="372521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81" name="TextBox 2980">
            <a:extLst>
              <a:ext uri="{FF2B5EF4-FFF2-40B4-BE49-F238E27FC236}">
                <a16:creationId xmlns:a16="http://schemas.microsoft.com/office/drawing/2014/main" id="{960A8231-D5F2-0B94-BD5E-63CE94DB8A9E}"/>
              </a:ext>
            </a:extLst>
          </p:cNvPr>
          <p:cNvSpPr txBox="1"/>
          <p:nvPr/>
        </p:nvSpPr>
        <p:spPr>
          <a:xfrm>
            <a:off x="787049" y="3893618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Global hole position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82" name="TextBox 2981">
            <a:extLst>
              <a:ext uri="{FF2B5EF4-FFF2-40B4-BE49-F238E27FC236}">
                <a16:creationId xmlns:a16="http://schemas.microsoft.com/office/drawing/2014/main" id="{3132D8AE-2FAB-7B4A-0E6A-1B649C465514}"/>
              </a:ext>
            </a:extLst>
          </p:cNvPr>
          <p:cNvSpPr txBox="1"/>
          <p:nvPr/>
        </p:nvSpPr>
        <p:spPr>
          <a:xfrm>
            <a:off x="1780198" y="3886493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83" name="TextBox 2982">
            <a:extLst>
              <a:ext uri="{FF2B5EF4-FFF2-40B4-BE49-F238E27FC236}">
                <a16:creationId xmlns:a16="http://schemas.microsoft.com/office/drawing/2014/main" id="{07879069-502E-8E1D-84C8-AE3BEF92C2BB}"/>
              </a:ext>
            </a:extLst>
          </p:cNvPr>
          <p:cNvSpPr txBox="1"/>
          <p:nvPr/>
        </p:nvSpPr>
        <p:spPr>
          <a:xfrm>
            <a:off x="1502719" y="5217454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984" name="TextBox 2983">
            <a:extLst>
              <a:ext uri="{FF2B5EF4-FFF2-40B4-BE49-F238E27FC236}">
                <a16:creationId xmlns:a16="http://schemas.microsoft.com/office/drawing/2014/main" id="{09FF55A3-626D-A70A-6619-F48FEB4A6805}"/>
              </a:ext>
            </a:extLst>
          </p:cNvPr>
          <p:cNvSpPr txBox="1"/>
          <p:nvPr/>
        </p:nvSpPr>
        <p:spPr>
          <a:xfrm>
            <a:off x="1785058" y="5210985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2985" name="Rectangle 2984">
            <a:extLst>
              <a:ext uri="{FF2B5EF4-FFF2-40B4-BE49-F238E27FC236}">
                <a16:creationId xmlns:a16="http://schemas.microsoft.com/office/drawing/2014/main" id="{B82F299C-7850-AE21-C86A-ACB4D2DDC6AD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6" name="Rectangle 2985">
            <a:extLst>
              <a:ext uri="{FF2B5EF4-FFF2-40B4-BE49-F238E27FC236}">
                <a16:creationId xmlns:a16="http://schemas.microsoft.com/office/drawing/2014/main" id="{B4180854-475F-EC28-B347-FB7C2EE4AD25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7" name="Rectangle 2986">
            <a:extLst>
              <a:ext uri="{FF2B5EF4-FFF2-40B4-BE49-F238E27FC236}">
                <a16:creationId xmlns:a16="http://schemas.microsoft.com/office/drawing/2014/main" id="{263139EA-CAFF-6068-8E14-BCF87346EC91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8" name="Rectangle 2987">
            <a:extLst>
              <a:ext uri="{FF2B5EF4-FFF2-40B4-BE49-F238E27FC236}">
                <a16:creationId xmlns:a16="http://schemas.microsoft.com/office/drawing/2014/main" id="{B26449D8-79E0-9AA8-758C-5C00AAE28F0E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9" name="Rectangle 2988">
            <a:extLst>
              <a:ext uri="{FF2B5EF4-FFF2-40B4-BE49-F238E27FC236}">
                <a16:creationId xmlns:a16="http://schemas.microsoft.com/office/drawing/2014/main" id="{3B43D920-A5F7-DC03-D3AC-A5028F5BB6DE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0" name="Rectangle 2989">
            <a:extLst>
              <a:ext uri="{FF2B5EF4-FFF2-40B4-BE49-F238E27FC236}">
                <a16:creationId xmlns:a16="http://schemas.microsoft.com/office/drawing/2014/main" id="{8959DC21-0C7C-8F7F-FC27-26314B9D8CA6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1" name="Rectangle 2990">
            <a:extLst>
              <a:ext uri="{FF2B5EF4-FFF2-40B4-BE49-F238E27FC236}">
                <a16:creationId xmlns:a16="http://schemas.microsoft.com/office/drawing/2014/main" id="{BC8A2FD6-0BB3-03C3-24B8-ECBE9CB5634D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2" name="TextBox 2991">
            <a:extLst>
              <a:ext uri="{FF2B5EF4-FFF2-40B4-BE49-F238E27FC236}">
                <a16:creationId xmlns:a16="http://schemas.microsoft.com/office/drawing/2014/main" id="{334A5D3A-04C2-7AE0-7FD1-AEA08E759859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993" name="Straight Connector 2992">
            <a:extLst>
              <a:ext uri="{FF2B5EF4-FFF2-40B4-BE49-F238E27FC236}">
                <a16:creationId xmlns:a16="http://schemas.microsoft.com/office/drawing/2014/main" id="{2E3DF883-BE16-1C83-9A05-27D7867D2E63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4" name="Straight Connector 2993">
            <a:extLst>
              <a:ext uri="{FF2B5EF4-FFF2-40B4-BE49-F238E27FC236}">
                <a16:creationId xmlns:a16="http://schemas.microsoft.com/office/drawing/2014/main" id="{D2E94B80-F35F-0565-169F-BA209B21C156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5" name="Straight Connector 2994">
            <a:extLst>
              <a:ext uri="{FF2B5EF4-FFF2-40B4-BE49-F238E27FC236}">
                <a16:creationId xmlns:a16="http://schemas.microsoft.com/office/drawing/2014/main" id="{2C6A6E54-0746-A51A-57CE-B9036CB2EF31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6" name="Straight Connector 2995">
            <a:extLst>
              <a:ext uri="{FF2B5EF4-FFF2-40B4-BE49-F238E27FC236}">
                <a16:creationId xmlns:a16="http://schemas.microsoft.com/office/drawing/2014/main" id="{2A1A7C80-D3C9-5B16-B1A0-9E2220653072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7" name="TextBox 2996">
            <a:extLst>
              <a:ext uri="{FF2B5EF4-FFF2-40B4-BE49-F238E27FC236}">
                <a16:creationId xmlns:a16="http://schemas.microsoft.com/office/drawing/2014/main" id="{123F5030-BFEA-6446-8F5B-3382A387E8C1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998" name="TextBox 2997">
            <a:extLst>
              <a:ext uri="{FF2B5EF4-FFF2-40B4-BE49-F238E27FC236}">
                <a16:creationId xmlns:a16="http://schemas.microsoft.com/office/drawing/2014/main" id="{F34B51F7-69BB-BF51-CC6A-2D82916EE826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999" name="TextBox 2998">
            <a:extLst>
              <a:ext uri="{FF2B5EF4-FFF2-40B4-BE49-F238E27FC236}">
                <a16:creationId xmlns:a16="http://schemas.microsoft.com/office/drawing/2014/main" id="{205FF63B-96DF-A575-5AE6-AC6A43B49F05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3000" name="TextBox 2999">
            <a:extLst>
              <a:ext uri="{FF2B5EF4-FFF2-40B4-BE49-F238E27FC236}">
                <a16:creationId xmlns:a16="http://schemas.microsoft.com/office/drawing/2014/main" id="{ECB1A3A3-537F-70B2-0CA8-1D2E8FB63D98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3001" name="Rectangle 3000">
            <a:extLst>
              <a:ext uri="{FF2B5EF4-FFF2-40B4-BE49-F238E27FC236}">
                <a16:creationId xmlns:a16="http://schemas.microsoft.com/office/drawing/2014/main" id="{9633F72E-FF17-FA25-8F50-D40E44C4011B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2" name="Rectangle 3001">
            <a:extLst>
              <a:ext uri="{FF2B5EF4-FFF2-40B4-BE49-F238E27FC236}">
                <a16:creationId xmlns:a16="http://schemas.microsoft.com/office/drawing/2014/main" id="{132C5B16-7DC4-CC43-5D50-97A51DB6CDD0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3" name="Rectangle 3002">
            <a:extLst>
              <a:ext uri="{FF2B5EF4-FFF2-40B4-BE49-F238E27FC236}">
                <a16:creationId xmlns:a16="http://schemas.microsoft.com/office/drawing/2014/main" id="{7EC1E471-AA0E-A067-C335-FA46D16709C6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4" name="TextBox 3003">
            <a:extLst>
              <a:ext uri="{FF2B5EF4-FFF2-40B4-BE49-F238E27FC236}">
                <a16:creationId xmlns:a16="http://schemas.microsoft.com/office/drawing/2014/main" id="{22B8E88A-63EE-E3F2-BB39-4C6BF8434D4D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3005" name="Rectangle 3004">
            <a:extLst>
              <a:ext uri="{FF2B5EF4-FFF2-40B4-BE49-F238E27FC236}">
                <a16:creationId xmlns:a16="http://schemas.microsoft.com/office/drawing/2014/main" id="{230B2FA2-37ED-1F4D-6C45-DD71C3ECB18F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6" name="Rectangle 3005">
            <a:extLst>
              <a:ext uri="{FF2B5EF4-FFF2-40B4-BE49-F238E27FC236}">
                <a16:creationId xmlns:a16="http://schemas.microsoft.com/office/drawing/2014/main" id="{121A4C10-0119-4E61-5E68-C9D88F6EDBB9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7" name="Rectangle 3006">
            <a:extLst>
              <a:ext uri="{FF2B5EF4-FFF2-40B4-BE49-F238E27FC236}">
                <a16:creationId xmlns:a16="http://schemas.microsoft.com/office/drawing/2014/main" id="{0C3809CA-DBEB-F10B-5A2E-89644D86A746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8" name="Rectangle 3007">
            <a:extLst>
              <a:ext uri="{FF2B5EF4-FFF2-40B4-BE49-F238E27FC236}">
                <a16:creationId xmlns:a16="http://schemas.microsoft.com/office/drawing/2014/main" id="{542293E0-DF49-FDA2-50DB-1E2B083BAE25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9" name="Rectangle 3008">
            <a:extLst>
              <a:ext uri="{FF2B5EF4-FFF2-40B4-BE49-F238E27FC236}">
                <a16:creationId xmlns:a16="http://schemas.microsoft.com/office/drawing/2014/main" id="{B17F536D-702A-3605-2868-B9E13FA70426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10" name="Rectangle 3009">
            <a:extLst>
              <a:ext uri="{FF2B5EF4-FFF2-40B4-BE49-F238E27FC236}">
                <a16:creationId xmlns:a16="http://schemas.microsoft.com/office/drawing/2014/main" id="{0E6633C5-CB02-9903-467E-B66C97AE6B3D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11" name="TextBox 3010">
            <a:extLst>
              <a:ext uri="{FF2B5EF4-FFF2-40B4-BE49-F238E27FC236}">
                <a16:creationId xmlns:a16="http://schemas.microsoft.com/office/drawing/2014/main" id="{02137FD5-2211-3962-D072-FE04E22EBEC6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3012" name="TextBox 3011">
            <a:extLst>
              <a:ext uri="{FF2B5EF4-FFF2-40B4-BE49-F238E27FC236}">
                <a16:creationId xmlns:a16="http://schemas.microsoft.com/office/drawing/2014/main" id="{693B2193-F9B2-44F2-3C39-779142C19FB8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3013" name="TextBox 3012">
            <a:extLst>
              <a:ext uri="{FF2B5EF4-FFF2-40B4-BE49-F238E27FC236}">
                <a16:creationId xmlns:a16="http://schemas.microsoft.com/office/drawing/2014/main" id="{646EC38B-E954-455A-42C3-8BF136C0FCA7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3014" name="TextBox 3013">
            <a:extLst>
              <a:ext uri="{FF2B5EF4-FFF2-40B4-BE49-F238E27FC236}">
                <a16:creationId xmlns:a16="http://schemas.microsoft.com/office/drawing/2014/main" id="{70A3A5A8-93B5-DFDB-BA8D-7D79FE3AD444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3015" name="TextBox 3014">
            <a:extLst>
              <a:ext uri="{FF2B5EF4-FFF2-40B4-BE49-F238E27FC236}">
                <a16:creationId xmlns:a16="http://schemas.microsoft.com/office/drawing/2014/main" id="{104231EC-A1D6-3EBF-3A35-81CBEDF7B58B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3016" name="Picture 3015">
            <a:extLst>
              <a:ext uri="{FF2B5EF4-FFF2-40B4-BE49-F238E27FC236}">
                <a16:creationId xmlns:a16="http://schemas.microsoft.com/office/drawing/2014/main" id="{44377B8F-A510-0E97-DCAF-9222A96751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3017" name="TextBox 3016">
            <a:extLst>
              <a:ext uri="{FF2B5EF4-FFF2-40B4-BE49-F238E27FC236}">
                <a16:creationId xmlns:a16="http://schemas.microsoft.com/office/drawing/2014/main" id="{B09A4CCF-D3A3-B9AC-4D94-D33833DACC9B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3018" name="TextBox 3017">
            <a:extLst>
              <a:ext uri="{FF2B5EF4-FFF2-40B4-BE49-F238E27FC236}">
                <a16:creationId xmlns:a16="http://schemas.microsoft.com/office/drawing/2014/main" id="{64135D91-47DC-96DF-A594-644814C17713}"/>
              </a:ext>
            </a:extLst>
          </p:cNvPr>
          <p:cNvSpPr txBox="1"/>
          <p:nvPr/>
        </p:nvSpPr>
        <p:spPr>
          <a:xfrm>
            <a:off x="2071346" y="486861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3019" name="TextBox 3018">
            <a:extLst>
              <a:ext uri="{FF2B5EF4-FFF2-40B4-BE49-F238E27FC236}">
                <a16:creationId xmlns:a16="http://schemas.microsoft.com/office/drawing/2014/main" id="{612AC669-A599-A0EF-60DC-79A2295C56E7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3020" name="TextBox 3019">
            <a:extLst>
              <a:ext uri="{FF2B5EF4-FFF2-40B4-BE49-F238E27FC236}">
                <a16:creationId xmlns:a16="http://schemas.microsoft.com/office/drawing/2014/main" id="{464272C5-654F-A6A2-D7CC-4AB140FE0C42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3021" name="TextBox 3020">
            <a:extLst>
              <a:ext uri="{FF2B5EF4-FFF2-40B4-BE49-F238E27FC236}">
                <a16:creationId xmlns:a16="http://schemas.microsoft.com/office/drawing/2014/main" id="{E38E38BF-FD83-B9C1-B920-85F152494742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3022" name="Rectangle 3021">
            <a:extLst>
              <a:ext uri="{FF2B5EF4-FFF2-40B4-BE49-F238E27FC236}">
                <a16:creationId xmlns:a16="http://schemas.microsoft.com/office/drawing/2014/main" id="{297A431E-9E3F-E30C-274A-B2A09912705E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3" name="Rectangle 3022">
            <a:extLst>
              <a:ext uri="{FF2B5EF4-FFF2-40B4-BE49-F238E27FC236}">
                <a16:creationId xmlns:a16="http://schemas.microsoft.com/office/drawing/2014/main" id="{6A651535-9236-6D6D-ADC1-02E96E20DED0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024" name="Rectangle 3023">
            <a:extLst>
              <a:ext uri="{FF2B5EF4-FFF2-40B4-BE49-F238E27FC236}">
                <a16:creationId xmlns:a16="http://schemas.microsoft.com/office/drawing/2014/main" id="{5D83B6D1-232A-1CB6-304B-24CCFACF45E1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5" name="Rectangle 3024">
            <a:extLst>
              <a:ext uri="{FF2B5EF4-FFF2-40B4-BE49-F238E27FC236}">
                <a16:creationId xmlns:a16="http://schemas.microsoft.com/office/drawing/2014/main" id="{1F338867-BFB5-CB47-87FD-99819AE032B4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6" name="Rectangle 3025">
            <a:extLst>
              <a:ext uri="{FF2B5EF4-FFF2-40B4-BE49-F238E27FC236}">
                <a16:creationId xmlns:a16="http://schemas.microsoft.com/office/drawing/2014/main" id="{995ED83E-026F-4420-8FB3-BCA40971BCDF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7" name="Rectangle 3026">
            <a:extLst>
              <a:ext uri="{FF2B5EF4-FFF2-40B4-BE49-F238E27FC236}">
                <a16:creationId xmlns:a16="http://schemas.microsoft.com/office/drawing/2014/main" id="{31C70678-AE87-265D-08EE-DE1C31C04A5F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8" name="Rectangle 3027">
            <a:extLst>
              <a:ext uri="{FF2B5EF4-FFF2-40B4-BE49-F238E27FC236}">
                <a16:creationId xmlns:a16="http://schemas.microsoft.com/office/drawing/2014/main" id="{20A03B50-BF79-758D-C383-A5222AA282B2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29" name="Rectangle 3028">
            <a:extLst>
              <a:ext uri="{FF2B5EF4-FFF2-40B4-BE49-F238E27FC236}">
                <a16:creationId xmlns:a16="http://schemas.microsoft.com/office/drawing/2014/main" id="{75E30FDC-64FA-54A2-8060-E2E4DF58A8F3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0" name="Rectangle 3029">
            <a:extLst>
              <a:ext uri="{FF2B5EF4-FFF2-40B4-BE49-F238E27FC236}">
                <a16:creationId xmlns:a16="http://schemas.microsoft.com/office/drawing/2014/main" id="{DD43175C-D6B9-C44D-2AB9-EB58E4A52F43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1" name="Rectangle 3030">
            <a:extLst>
              <a:ext uri="{FF2B5EF4-FFF2-40B4-BE49-F238E27FC236}">
                <a16:creationId xmlns:a16="http://schemas.microsoft.com/office/drawing/2014/main" id="{FDA45679-A37F-BEB4-52DA-D30169E9C2B5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2" name="Rectangle 3031">
            <a:extLst>
              <a:ext uri="{FF2B5EF4-FFF2-40B4-BE49-F238E27FC236}">
                <a16:creationId xmlns:a16="http://schemas.microsoft.com/office/drawing/2014/main" id="{3EC0B85C-8C6A-A1D1-1680-5F490CB4DA43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3" name="Rectangle 3032">
            <a:extLst>
              <a:ext uri="{FF2B5EF4-FFF2-40B4-BE49-F238E27FC236}">
                <a16:creationId xmlns:a16="http://schemas.microsoft.com/office/drawing/2014/main" id="{444D82D9-211A-3C08-AA92-B172A300E96B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4" name="Rectangle 3033">
            <a:extLst>
              <a:ext uri="{FF2B5EF4-FFF2-40B4-BE49-F238E27FC236}">
                <a16:creationId xmlns:a16="http://schemas.microsoft.com/office/drawing/2014/main" id="{6D810963-4E59-B7C7-385F-A533100705E7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5" name="Rectangle 3034">
            <a:extLst>
              <a:ext uri="{FF2B5EF4-FFF2-40B4-BE49-F238E27FC236}">
                <a16:creationId xmlns:a16="http://schemas.microsoft.com/office/drawing/2014/main" id="{D9B6F1D7-30BF-B911-4B10-EF950AD8A0A9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6" name="TextBox 3035">
            <a:extLst>
              <a:ext uri="{FF2B5EF4-FFF2-40B4-BE49-F238E27FC236}">
                <a16:creationId xmlns:a16="http://schemas.microsoft.com/office/drawing/2014/main" id="{16B72B26-6963-91CA-8BCA-F8FB7EEA9696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3037" name="TextBox 3036">
            <a:extLst>
              <a:ext uri="{FF2B5EF4-FFF2-40B4-BE49-F238E27FC236}">
                <a16:creationId xmlns:a16="http://schemas.microsoft.com/office/drawing/2014/main" id="{AA945047-958F-F0E8-2899-C886D3E5DFAF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3038" name="TextBox 3037">
            <a:extLst>
              <a:ext uri="{FF2B5EF4-FFF2-40B4-BE49-F238E27FC236}">
                <a16:creationId xmlns:a16="http://schemas.microsoft.com/office/drawing/2014/main" id="{FB25B9CA-AA16-1425-14D3-13802864B54C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3039" name="TextBox 3038">
            <a:extLst>
              <a:ext uri="{FF2B5EF4-FFF2-40B4-BE49-F238E27FC236}">
                <a16:creationId xmlns:a16="http://schemas.microsoft.com/office/drawing/2014/main" id="{683E5BED-2572-1B79-6358-905B96AECD77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3040" name="Rectangle 3039">
            <a:extLst>
              <a:ext uri="{FF2B5EF4-FFF2-40B4-BE49-F238E27FC236}">
                <a16:creationId xmlns:a16="http://schemas.microsoft.com/office/drawing/2014/main" id="{AF17A55B-1DC9-8CEF-4F95-AF421065CFBA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1" name="Rectangle 3040">
            <a:extLst>
              <a:ext uri="{FF2B5EF4-FFF2-40B4-BE49-F238E27FC236}">
                <a16:creationId xmlns:a16="http://schemas.microsoft.com/office/drawing/2014/main" id="{68AB8587-CAD0-E315-872B-0991E3136B49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2" name="Rectangle 3041">
            <a:extLst>
              <a:ext uri="{FF2B5EF4-FFF2-40B4-BE49-F238E27FC236}">
                <a16:creationId xmlns:a16="http://schemas.microsoft.com/office/drawing/2014/main" id="{D79004FA-4B8D-18F3-19C3-BFBF0BA6ED9A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3" name="Rectangle 3042">
            <a:extLst>
              <a:ext uri="{FF2B5EF4-FFF2-40B4-BE49-F238E27FC236}">
                <a16:creationId xmlns:a16="http://schemas.microsoft.com/office/drawing/2014/main" id="{D0628A79-4A5B-F673-D945-CFFBB34D2379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4" name="Rectangle 3043">
            <a:extLst>
              <a:ext uri="{FF2B5EF4-FFF2-40B4-BE49-F238E27FC236}">
                <a16:creationId xmlns:a16="http://schemas.microsoft.com/office/drawing/2014/main" id="{DFB09B1A-37F1-5ED9-60A0-96A6D36E2212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5" name="Rectangle 3044">
            <a:extLst>
              <a:ext uri="{FF2B5EF4-FFF2-40B4-BE49-F238E27FC236}">
                <a16:creationId xmlns:a16="http://schemas.microsoft.com/office/drawing/2014/main" id="{6FCE3A92-7A12-C9E9-088B-81C961C74EE5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6" name="Rectangle 3045">
            <a:extLst>
              <a:ext uri="{FF2B5EF4-FFF2-40B4-BE49-F238E27FC236}">
                <a16:creationId xmlns:a16="http://schemas.microsoft.com/office/drawing/2014/main" id="{2A32EA31-0A0E-90EE-B82E-140F6F493DEE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7" name="Rectangle 3046">
            <a:extLst>
              <a:ext uri="{FF2B5EF4-FFF2-40B4-BE49-F238E27FC236}">
                <a16:creationId xmlns:a16="http://schemas.microsoft.com/office/drawing/2014/main" id="{99AEA2FD-EE11-1598-AF1B-9962A937EC82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8" name="Rectangle 3047">
            <a:extLst>
              <a:ext uri="{FF2B5EF4-FFF2-40B4-BE49-F238E27FC236}">
                <a16:creationId xmlns:a16="http://schemas.microsoft.com/office/drawing/2014/main" id="{5E1B4BB9-E421-CDC9-B6D7-1D631A4F2F0A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9" name="Rectangle 3048">
            <a:extLst>
              <a:ext uri="{FF2B5EF4-FFF2-40B4-BE49-F238E27FC236}">
                <a16:creationId xmlns:a16="http://schemas.microsoft.com/office/drawing/2014/main" id="{75C1AEE1-0A1C-4FC9-F19B-62DC93F9960C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0" name="Rectangle 3049">
            <a:extLst>
              <a:ext uri="{FF2B5EF4-FFF2-40B4-BE49-F238E27FC236}">
                <a16:creationId xmlns:a16="http://schemas.microsoft.com/office/drawing/2014/main" id="{9712BB76-0E95-E221-C2FC-019550AA441C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1" name="Rectangle 3050">
            <a:extLst>
              <a:ext uri="{FF2B5EF4-FFF2-40B4-BE49-F238E27FC236}">
                <a16:creationId xmlns:a16="http://schemas.microsoft.com/office/drawing/2014/main" id="{6C440CAD-B020-144C-7A12-43B768F7B73D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2" name="TextBox 3051">
            <a:extLst>
              <a:ext uri="{FF2B5EF4-FFF2-40B4-BE49-F238E27FC236}">
                <a16:creationId xmlns:a16="http://schemas.microsoft.com/office/drawing/2014/main" id="{2FAE15C5-3045-C261-D017-80102AB3CB84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3053" name="TextBox 3052">
            <a:extLst>
              <a:ext uri="{FF2B5EF4-FFF2-40B4-BE49-F238E27FC236}">
                <a16:creationId xmlns:a16="http://schemas.microsoft.com/office/drawing/2014/main" id="{D9941B9C-ED78-6227-65EB-7FAC1673DEF7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3054" name="TextBox 3053">
            <a:extLst>
              <a:ext uri="{FF2B5EF4-FFF2-40B4-BE49-F238E27FC236}">
                <a16:creationId xmlns:a16="http://schemas.microsoft.com/office/drawing/2014/main" id="{F90404F5-4307-BF7B-B7DF-840CA324ACE2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3055" name="Rectangle 3054">
            <a:extLst>
              <a:ext uri="{FF2B5EF4-FFF2-40B4-BE49-F238E27FC236}">
                <a16:creationId xmlns:a16="http://schemas.microsoft.com/office/drawing/2014/main" id="{607400EC-AF71-982A-FC7F-BD4153F38238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6" name="Rectangle 3055">
            <a:extLst>
              <a:ext uri="{FF2B5EF4-FFF2-40B4-BE49-F238E27FC236}">
                <a16:creationId xmlns:a16="http://schemas.microsoft.com/office/drawing/2014/main" id="{20524847-870B-6861-8131-AB63B721EE0A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7" name="Rectangle 3056">
            <a:extLst>
              <a:ext uri="{FF2B5EF4-FFF2-40B4-BE49-F238E27FC236}">
                <a16:creationId xmlns:a16="http://schemas.microsoft.com/office/drawing/2014/main" id="{C4BCF4E5-2F9D-D636-0F6E-73AC94E8C4B7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8" name="Rectangle 3057">
            <a:extLst>
              <a:ext uri="{FF2B5EF4-FFF2-40B4-BE49-F238E27FC236}">
                <a16:creationId xmlns:a16="http://schemas.microsoft.com/office/drawing/2014/main" id="{90F71B40-22E0-D325-CC10-E9C3FEF789DD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9" name="Rectangle 3058">
            <a:extLst>
              <a:ext uri="{FF2B5EF4-FFF2-40B4-BE49-F238E27FC236}">
                <a16:creationId xmlns:a16="http://schemas.microsoft.com/office/drawing/2014/main" id="{77950710-A683-AE46-CA3C-8754E5EF5C51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0" name="Rectangle 3059">
            <a:extLst>
              <a:ext uri="{FF2B5EF4-FFF2-40B4-BE49-F238E27FC236}">
                <a16:creationId xmlns:a16="http://schemas.microsoft.com/office/drawing/2014/main" id="{B8DAD62E-9A1D-4985-64E9-DB6B78E59DCA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1" name="Rectangle 3060">
            <a:extLst>
              <a:ext uri="{FF2B5EF4-FFF2-40B4-BE49-F238E27FC236}">
                <a16:creationId xmlns:a16="http://schemas.microsoft.com/office/drawing/2014/main" id="{B9E2384A-9A38-E5AD-6BAD-AFF3F6E2B486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2" name="Rectangle 3061">
            <a:extLst>
              <a:ext uri="{FF2B5EF4-FFF2-40B4-BE49-F238E27FC236}">
                <a16:creationId xmlns:a16="http://schemas.microsoft.com/office/drawing/2014/main" id="{0B1662C6-2787-5A92-2C9B-C4695CE53E09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3" name="Rectangle 3062">
            <a:extLst>
              <a:ext uri="{FF2B5EF4-FFF2-40B4-BE49-F238E27FC236}">
                <a16:creationId xmlns:a16="http://schemas.microsoft.com/office/drawing/2014/main" id="{60F56FE5-7E8D-E5AE-E305-006169BF4E9F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4" name="Rectangle 3063">
            <a:extLst>
              <a:ext uri="{FF2B5EF4-FFF2-40B4-BE49-F238E27FC236}">
                <a16:creationId xmlns:a16="http://schemas.microsoft.com/office/drawing/2014/main" id="{EEE87F4A-5B5F-D2AA-F6EF-E8102FD748F1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5" name="Rectangle 3064">
            <a:extLst>
              <a:ext uri="{FF2B5EF4-FFF2-40B4-BE49-F238E27FC236}">
                <a16:creationId xmlns:a16="http://schemas.microsoft.com/office/drawing/2014/main" id="{B2A8AD65-B64E-1538-71F0-F94FA2F7BC6E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6" name="Rectangle 3065">
            <a:extLst>
              <a:ext uri="{FF2B5EF4-FFF2-40B4-BE49-F238E27FC236}">
                <a16:creationId xmlns:a16="http://schemas.microsoft.com/office/drawing/2014/main" id="{C5D2ECA1-05D1-5041-13BD-FF35D2404157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7" name="TextBox 3066">
            <a:extLst>
              <a:ext uri="{FF2B5EF4-FFF2-40B4-BE49-F238E27FC236}">
                <a16:creationId xmlns:a16="http://schemas.microsoft.com/office/drawing/2014/main" id="{CCC6CD8B-A444-993D-8BE0-EB0ABA0C3F22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3068" name="TextBox 3067">
            <a:extLst>
              <a:ext uri="{FF2B5EF4-FFF2-40B4-BE49-F238E27FC236}">
                <a16:creationId xmlns:a16="http://schemas.microsoft.com/office/drawing/2014/main" id="{ED71649F-60EB-4031-5D39-EFC457E5A4DF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3069" name="TextBox 3068">
            <a:extLst>
              <a:ext uri="{FF2B5EF4-FFF2-40B4-BE49-F238E27FC236}">
                <a16:creationId xmlns:a16="http://schemas.microsoft.com/office/drawing/2014/main" id="{76F38421-E483-2689-A82E-76821FBEF8F3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3070" name="TextBox 3069">
            <a:extLst>
              <a:ext uri="{FF2B5EF4-FFF2-40B4-BE49-F238E27FC236}">
                <a16:creationId xmlns:a16="http://schemas.microsoft.com/office/drawing/2014/main" id="{4761448C-090E-8814-E5F2-133A5C038E8E}"/>
              </a:ext>
            </a:extLst>
          </p:cNvPr>
          <p:cNvSpPr txBox="1"/>
          <p:nvPr/>
        </p:nvSpPr>
        <p:spPr>
          <a:xfrm>
            <a:off x="258570" y="37759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3071" name="TextBox 3070">
            <a:extLst>
              <a:ext uri="{FF2B5EF4-FFF2-40B4-BE49-F238E27FC236}">
                <a16:creationId xmlns:a16="http://schemas.microsoft.com/office/drawing/2014/main" id="{050C0BEA-4D26-AEE7-C516-904DF260835E}"/>
              </a:ext>
            </a:extLst>
          </p:cNvPr>
          <p:cNvSpPr txBox="1"/>
          <p:nvPr/>
        </p:nvSpPr>
        <p:spPr>
          <a:xfrm>
            <a:off x="427424" y="37765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3072" name="Arrow: Down 3071">
            <a:extLst>
              <a:ext uri="{FF2B5EF4-FFF2-40B4-BE49-F238E27FC236}">
                <a16:creationId xmlns:a16="http://schemas.microsoft.com/office/drawing/2014/main" id="{046DD97F-F2DC-560E-B4C2-42B32F3B2011}"/>
              </a:ext>
            </a:extLst>
          </p:cNvPr>
          <p:cNvSpPr/>
          <p:nvPr/>
        </p:nvSpPr>
        <p:spPr>
          <a:xfrm>
            <a:off x="2156501" y="5112003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073" name="Rectangle 3072">
            <a:extLst>
              <a:ext uri="{FF2B5EF4-FFF2-40B4-BE49-F238E27FC236}">
                <a16:creationId xmlns:a16="http://schemas.microsoft.com/office/drawing/2014/main" id="{2CB830D9-0377-3B54-121C-6D238BC8748C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74" name="Rectangle 3073">
            <a:extLst>
              <a:ext uri="{FF2B5EF4-FFF2-40B4-BE49-F238E27FC236}">
                <a16:creationId xmlns:a16="http://schemas.microsoft.com/office/drawing/2014/main" id="{B9519418-EB2D-0E46-E152-9136AF098239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75" name="Rectangle 3074">
            <a:extLst>
              <a:ext uri="{FF2B5EF4-FFF2-40B4-BE49-F238E27FC236}">
                <a16:creationId xmlns:a16="http://schemas.microsoft.com/office/drawing/2014/main" id="{5374A8F2-77F7-6CAA-8CA1-9BC771E164AA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76" name="Rectangle 3075">
            <a:extLst>
              <a:ext uri="{FF2B5EF4-FFF2-40B4-BE49-F238E27FC236}">
                <a16:creationId xmlns:a16="http://schemas.microsoft.com/office/drawing/2014/main" id="{B077B1DA-79F2-9585-497C-6A4DD11C6D6A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077" name="Straight Connector 3076">
            <a:extLst>
              <a:ext uri="{FF2B5EF4-FFF2-40B4-BE49-F238E27FC236}">
                <a16:creationId xmlns:a16="http://schemas.microsoft.com/office/drawing/2014/main" id="{59C2F525-D0EE-E690-F09F-D0A105FBBF7E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Straight Connector 3077">
            <a:extLst>
              <a:ext uri="{FF2B5EF4-FFF2-40B4-BE49-F238E27FC236}">
                <a16:creationId xmlns:a16="http://schemas.microsoft.com/office/drawing/2014/main" id="{ABAFAEF0-C49F-21A9-1253-A7E401BB269C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0256062F-6777-E2CD-7ECF-BF276336E633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0" name="TextBox 3079">
            <a:extLst>
              <a:ext uri="{FF2B5EF4-FFF2-40B4-BE49-F238E27FC236}">
                <a16:creationId xmlns:a16="http://schemas.microsoft.com/office/drawing/2014/main" id="{83019798-D603-2EF2-F803-A2DF584FE4F6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3081" name="TextBox 3080">
            <a:extLst>
              <a:ext uri="{FF2B5EF4-FFF2-40B4-BE49-F238E27FC236}">
                <a16:creationId xmlns:a16="http://schemas.microsoft.com/office/drawing/2014/main" id="{9A757C8E-033F-65F8-76DB-F068AF4861EE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3082" name="TextBox 3081">
            <a:extLst>
              <a:ext uri="{FF2B5EF4-FFF2-40B4-BE49-F238E27FC236}">
                <a16:creationId xmlns:a16="http://schemas.microsoft.com/office/drawing/2014/main" id="{A53B915A-71E5-A195-3E7D-BB13217B725D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3083" name="TextBox 3082">
            <a:extLst>
              <a:ext uri="{FF2B5EF4-FFF2-40B4-BE49-F238E27FC236}">
                <a16:creationId xmlns:a16="http://schemas.microsoft.com/office/drawing/2014/main" id="{3B16B1D2-0C33-F231-7D5D-F37EFCE92D60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5D399350-F7E4-ED67-1907-4E30F43B9FF7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1FD132FB-A737-47E5-5D19-3D24E33DF4D1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0C513525-F61B-834F-0F23-744E06D50234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7" name="TextBox 3086">
            <a:extLst>
              <a:ext uri="{FF2B5EF4-FFF2-40B4-BE49-F238E27FC236}">
                <a16:creationId xmlns:a16="http://schemas.microsoft.com/office/drawing/2014/main" id="{BB3D64A0-E108-5AB2-2483-FB62573DCB19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5BC9567A-C0A6-C35B-23DE-94E55358608B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E6D0CF7-2CFE-198F-EA20-336375D04F85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8B69852-8BA5-1D11-D72A-9049834084BF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4F39637F-8CAF-7BF7-FF11-A8F466F971C2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0D8C04E6-7585-2129-6141-D3F12DF58311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97A51701-A3E6-F087-B34C-B2033D3D4D90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4" name="TextBox 3093">
            <a:extLst>
              <a:ext uri="{FF2B5EF4-FFF2-40B4-BE49-F238E27FC236}">
                <a16:creationId xmlns:a16="http://schemas.microsoft.com/office/drawing/2014/main" id="{C92BF31B-3C72-A1A6-75BE-958A20D19F9D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3095" name="TextBox 3094">
            <a:extLst>
              <a:ext uri="{FF2B5EF4-FFF2-40B4-BE49-F238E27FC236}">
                <a16:creationId xmlns:a16="http://schemas.microsoft.com/office/drawing/2014/main" id="{3F4AC4C6-0515-98CD-F9E4-DB2B4D0E5043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3096" name="TextBox 3095">
            <a:extLst>
              <a:ext uri="{FF2B5EF4-FFF2-40B4-BE49-F238E27FC236}">
                <a16:creationId xmlns:a16="http://schemas.microsoft.com/office/drawing/2014/main" id="{F21D90D1-704C-D285-3D6B-6916D6C8A7CA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3097" name="TextBox 3096">
            <a:extLst>
              <a:ext uri="{FF2B5EF4-FFF2-40B4-BE49-F238E27FC236}">
                <a16:creationId xmlns:a16="http://schemas.microsoft.com/office/drawing/2014/main" id="{699D41F2-5A0B-B584-574E-A92DB31613D1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A871614C-BEDF-079D-894E-2AB1DC0E07DA}"/>
              </a:ext>
            </a:extLst>
          </p:cNvPr>
          <p:cNvSpPr/>
          <p:nvPr/>
        </p:nvSpPr>
        <p:spPr>
          <a:xfrm>
            <a:off x="160997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50A6E3B6-E0C9-DAE1-FC7F-A76785721E6E}"/>
              </a:ext>
            </a:extLst>
          </p:cNvPr>
          <p:cNvSpPr/>
          <p:nvPr/>
        </p:nvSpPr>
        <p:spPr>
          <a:xfrm>
            <a:off x="173026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00" name="Rectangle: Rounded Corners 3099">
            <a:extLst>
              <a:ext uri="{FF2B5EF4-FFF2-40B4-BE49-F238E27FC236}">
                <a16:creationId xmlns:a16="http://schemas.microsoft.com/office/drawing/2014/main" id="{9DBC0931-B29E-F93C-6F2D-D00ACA581B98}"/>
              </a:ext>
            </a:extLst>
          </p:cNvPr>
          <p:cNvSpPr/>
          <p:nvPr/>
        </p:nvSpPr>
        <p:spPr>
          <a:xfrm>
            <a:off x="807808" y="2486928"/>
            <a:ext cx="1518182" cy="915039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01" name="Rectangle: Rounded Corners 3100">
            <a:extLst>
              <a:ext uri="{FF2B5EF4-FFF2-40B4-BE49-F238E27FC236}">
                <a16:creationId xmlns:a16="http://schemas.microsoft.com/office/drawing/2014/main" id="{6A1B4974-6EE5-1C19-C88E-76240808DF7E}"/>
              </a:ext>
            </a:extLst>
          </p:cNvPr>
          <p:cNvSpPr/>
          <p:nvPr/>
        </p:nvSpPr>
        <p:spPr>
          <a:xfrm>
            <a:off x="732740" y="3259681"/>
            <a:ext cx="1709220" cy="192503"/>
          </a:xfrm>
          <a:prstGeom prst="roundRect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19D1521D-EE16-38C6-A06A-8225E072F3A3}"/>
              </a:ext>
            </a:extLst>
          </p:cNvPr>
          <p:cNvSpPr/>
          <p:nvPr/>
        </p:nvSpPr>
        <p:spPr>
          <a:xfrm>
            <a:off x="914476" y="2602837"/>
            <a:ext cx="1295400" cy="61484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C1AC8BC9-BB79-CB6E-0EDC-09CE0369AF4A}"/>
              </a:ext>
            </a:extLst>
          </p:cNvPr>
          <p:cNvSpPr/>
          <p:nvPr/>
        </p:nvSpPr>
        <p:spPr>
          <a:xfrm>
            <a:off x="905332" y="2589901"/>
            <a:ext cx="1295400" cy="61484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4" name="TextBox 3103">
            <a:extLst>
              <a:ext uri="{FF2B5EF4-FFF2-40B4-BE49-F238E27FC236}">
                <a16:creationId xmlns:a16="http://schemas.microsoft.com/office/drawing/2014/main" id="{F4D84817-E3A9-8B2A-E2A6-7B5A434406EC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9048AC3B-B71D-121F-BA58-BB7A51DB5772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D7CEE881-9128-5142-510B-281C5D5CA9B3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07" name="Rectangle 3106">
            <a:extLst>
              <a:ext uri="{FF2B5EF4-FFF2-40B4-BE49-F238E27FC236}">
                <a16:creationId xmlns:a16="http://schemas.microsoft.com/office/drawing/2014/main" id="{092936C1-7898-2102-4C8B-97D6B0FFB832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08" name="Rectangle 3107">
            <a:extLst>
              <a:ext uri="{FF2B5EF4-FFF2-40B4-BE49-F238E27FC236}">
                <a16:creationId xmlns:a16="http://schemas.microsoft.com/office/drawing/2014/main" id="{88D03E1A-8B3A-C4CA-AB7F-5830EAD56381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09" name="Rectangle 3108">
            <a:extLst>
              <a:ext uri="{FF2B5EF4-FFF2-40B4-BE49-F238E27FC236}">
                <a16:creationId xmlns:a16="http://schemas.microsoft.com/office/drawing/2014/main" id="{7DB31269-7C32-BB07-635F-3D0CE67CAEEB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458CF167-E517-3E46-D167-9DB5BA38879A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11" name="Rectangle 3110">
            <a:extLst>
              <a:ext uri="{FF2B5EF4-FFF2-40B4-BE49-F238E27FC236}">
                <a16:creationId xmlns:a16="http://schemas.microsoft.com/office/drawing/2014/main" id="{7567A523-4962-43D3-98E2-1071CDCBA2E2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112" name="Straight Connector 3111">
            <a:extLst>
              <a:ext uri="{FF2B5EF4-FFF2-40B4-BE49-F238E27FC236}">
                <a16:creationId xmlns:a16="http://schemas.microsoft.com/office/drawing/2014/main" id="{5CE78476-0FDF-BDA3-F65C-E26B47071146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3" name="Straight Connector 3112">
            <a:extLst>
              <a:ext uri="{FF2B5EF4-FFF2-40B4-BE49-F238E27FC236}">
                <a16:creationId xmlns:a16="http://schemas.microsoft.com/office/drawing/2014/main" id="{B56B77A4-BFC6-9DD4-AB7F-49552BFE17B8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4" name="Straight Connector 3113">
            <a:extLst>
              <a:ext uri="{FF2B5EF4-FFF2-40B4-BE49-F238E27FC236}">
                <a16:creationId xmlns:a16="http://schemas.microsoft.com/office/drawing/2014/main" id="{D9141DE8-BD06-8FF8-D6BC-8CF5A8AF5BB3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5" name="Straight Connector 3114">
            <a:extLst>
              <a:ext uri="{FF2B5EF4-FFF2-40B4-BE49-F238E27FC236}">
                <a16:creationId xmlns:a16="http://schemas.microsoft.com/office/drawing/2014/main" id="{03C827F0-ADD9-879D-7CFE-2ADC862EB13F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6" name="TextBox 3115">
            <a:extLst>
              <a:ext uri="{FF2B5EF4-FFF2-40B4-BE49-F238E27FC236}">
                <a16:creationId xmlns:a16="http://schemas.microsoft.com/office/drawing/2014/main" id="{4668124A-BEDD-7F75-DAF4-72218C8A81E9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3117" name="TextBox 3116">
            <a:extLst>
              <a:ext uri="{FF2B5EF4-FFF2-40B4-BE49-F238E27FC236}">
                <a16:creationId xmlns:a16="http://schemas.microsoft.com/office/drawing/2014/main" id="{2045D203-ED88-F3B5-10F7-315A9C1F5E4B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3118" name="TextBox 3117">
            <a:extLst>
              <a:ext uri="{FF2B5EF4-FFF2-40B4-BE49-F238E27FC236}">
                <a16:creationId xmlns:a16="http://schemas.microsoft.com/office/drawing/2014/main" id="{A7A95BDC-23F1-3184-225F-C88A84D96675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3119" name="TextBox 3118">
            <a:extLst>
              <a:ext uri="{FF2B5EF4-FFF2-40B4-BE49-F238E27FC236}">
                <a16:creationId xmlns:a16="http://schemas.microsoft.com/office/drawing/2014/main" id="{192BA887-F8E7-B5E3-BDFD-8C33E2E8D37D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3120" name="Rectangle 3119">
            <a:extLst>
              <a:ext uri="{FF2B5EF4-FFF2-40B4-BE49-F238E27FC236}">
                <a16:creationId xmlns:a16="http://schemas.microsoft.com/office/drawing/2014/main" id="{57AD3C4B-7032-5B71-1B00-20DF8B41ECCA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1" name="Rectangle 3120">
            <a:extLst>
              <a:ext uri="{FF2B5EF4-FFF2-40B4-BE49-F238E27FC236}">
                <a16:creationId xmlns:a16="http://schemas.microsoft.com/office/drawing/2014/main" id="{02B24A5A-6AC2-B336-B058-6688316F9CF2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2" name="Rectangle 3121">
            <a:extLst>
              <a:ext uri="{FF2B5EF4-FFF2-40B4-BE49-F238E27FC236}">
                <a16:creationId xmlns:a16="http://schemas.microsoft.com/office/drawing/2014/main" id="{9F612299-4998-17A1-359A-255EC1B1783F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3" name="TextBox 3122">
            <a:extLst>
              <a:ext uri="{FF2B5EF4-FFF2-40B4-BE49-F238E27FC236}">
                <a16:creationId xmlns:a16="http://schemas.microsoft.com/office/drawing/2014/main" id="{BABFED31-205C-D089-BC47-00510732C932}"/>
              </a:ext>
            </a:extLst>
          </p:cNvPr>
          <p:cNvSpPr txBox="1"/>
          <p:nvPr/>
        </p:nvSpPr>
        <p:spPr>
          <a:xfrm>
            <a:off x="1737218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3124" name="Rectangle 3123">
            <a:extLst>
              <a:ext uri="{FF2B5EF4-FFF2-40B4-BE49-F238E27FC236}">
                <a16:creationId xmlns:a16="http://schemas.microsoft.com/office/drawing/2014/main" id="{D63F9A9C-B4D0-9772-DE18-E6826AEA14AB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5" name="Rectangle 3124">
            <a:extLst>
              <a:ext uri="{FF2B5EF4-FFF2-40B4-BE49-F238E27FC236}">
                <a16:creationId xmlns:a16="http://schemas.microsoft.com/office/drawing/2014/main" id="{F62F0132-EDCB-2AA5-DEE1-D98479535145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6" name="Rectangle 3125">
            <a:extLst>
              <a:ext uri="{FF2B5EF4-FFF2-40B4-BE49-F238E27FC236}">
                <a16:creationId xmlns:a16="http://schemas.microsoft.com/office/drawing/2014/main" id="{84AC4D42-FE3A-B514-0976-FF08BB13F43C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A2917F38-4DB0-8B1F-3629-871CB1181F19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8" name="Rectangle 3127">
            <a:extLst>
              <a:ext uri="{FF2B5EF4-FFF2-40B4-BE49-F238E27FC236}">
                <a16:creationId xmlns:a16="http://schemas.microsoft.com/office/drawing/2014/main" id="{56DBDB0F-57D0-B9FC-6739-19F9DE035E23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9" name="Rectangle 3128">
            <a:extLst>
              <a:ext uri="{FF2B5EF4-FFF2-40B4-BE49-F238E27FC236}">
                <a16:creationId xmlns:a16="http://schemas.microsoft.com/office/drawing/2014/main" id="{0C42C96B-6742-B30C-F036-EC52113755ED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0" name="TextBox 3129">
            <a:extLst>
              <a:ext uri="{FF2B5EF4-FFF2-40B4-BE49-F238E27FC236}">
                <a16:creationId xmlns:a16="http://schemas.microsoft.com/office/drawing/2014/main" id="{4F6B4FF2-4C05-F1BC-F63B-8EC03D1D9EB6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3131" name="TextBox 3130">
            <a:extLst>
              <a:ext uri="{FF2B5EF4-FFF2-40B4-BE49-F238E27FC236}">
                <a16:creationId xmlns:a16="http://schemas.microsoft.com/office/drawing/2014/main" id="{86C45923-4B12-82C3-0051-75CA07193052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3132" name="TextBox 3131">
            <a:extLst>
              <a:ext uri="{FF2B5EF4-FFF2-40B4-BE49-F238E27FC236}">
                <a16:creationId xmlns:a16="http://schemas.microsoft.com/office/drawing/2014/main" id="{A4A7A667-1769-4482-4026-A3D741B33F98}"/>
              </a:ext>
            </a:extLst>
          </p:cNvPr>
          <p:cNvSpPr txBox="1"/>
          <p:nvPr/>
        </p:nvSpPr>
        <p:spPr>
          <a:xfrm>
            <a:off x="1551841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3133" name="TextBox 3132">
            <a:extLst>
              <a:ext uri="{FF2B5EF4-FFF2-40B4-BE49-F238E27FC236}">
                <a16:creationId xmlns:a16="http://schemas.microsoft.com/office/drawing/2014/main" id="{C30D5669-4920-A414-B00F-D1076DBB84EF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3134" name="Straight Connector 3133">
            <a:extLst>
              <a:ext uri="{FF2B5EF4-FFF2-40B4-BE49-F238E27FC236}">
                <a16:creationId xmlns:a16="http://schemas.microsoft.com/office/drawing/2014/main" id="{2012E1C1-67C2-8C4F-5BB9-5B2615AB8934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5" name="Straight Connector 3134">
            <a:extLst>
              <a:ext uri="{FF2B5EF4-FFF2-40B4-BE49-F238E27FC236}">
                <a16:creationId xmlns:a16="http://schemas.microsoft.com/office/drawing/2014/main" id="{89383B6A-C363-0221-B56B-C2DFC2B2B221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6" name="TextBox 3135">
            <a:extLst>
              <a:ext uri="{FF2B5EF4-FFF2-40B4-BE49-F238E27FC236}">
                <a16:creationId xmlns:a16="http://schemas.microsoft.com/office/drawing/2014/main" id="{29B59F34-77E3-14D2-AC36-BCA6D9F197A6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3137" name="TextBox 3136">
            <a:extLst>
              <a:ext uri="{FF2B5EF4-FFF2-40B4-BE49-F238E27FC236}">
                <a16:creationId xmlns:a16="http://schemas.microsoft.com/office/drawing/2014/main" id="{80D31CD9-5263-4681-3662-3D86358AAE93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3138" name="TextBox 3137">
            <a:extLst>
              <a:ext uri="{FF2B5EF4-FFF2-40B4-BE49-F238E27FC236}">
                <a16:creationId xmlns:a16="http://schemas.microsoft.com/office/drawing/2014/main" id="{8BC6C6C8-510D-C031-DA47-37D205C2FD43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3139" name="TextBox 3138">
            <a:extLst>
              <a:ext uri="{FF2B5EF4-FFF2-40B4-BE49-F238E27FC236}">
                <a16:creationId xmlns:a16="http://schemas.microsoft.com/office/drawing/2014/main" id="{6C0CB6E7-BC19-512E-8405-54EBC1B3EDFE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3140" name="TextBox 3139">
            <a:extLst>
              <a:ext uri="{FF2B5EF4-FFF2-40B4-BE49-F238E27FC236}">
                <a16:creationId xmlns:a16="http://schemas.microsoft.com/office/drawing/2014/main" id="{7AC15433-A458-8AC5-A4E9-3B9B8EEBF63F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3141" name="TextBox 3140">
            <a:extLst>
              <a:ext uri="{FF2B5EF4-FFF2-40B4-BE49-F238E27FC236}">
                <a16:creationId xmlns:a16="http://schemas.microsoft.com/office/drawing/2014/main" id="{34598A03-B5D1-B2CA-61F8-5697011D56FB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3142" name="TextBox 3141">
            <a:extLst>
              <a:ext uri="{FF2B5EF4-FFF2-40B4-BE49-F238E27FC236}">
                <a16:creationId xmlns:a16="http://schemas.microsoft.com/office/drawing/2014/main" id="{2B18F2FA-2C7E-4BBE-68E9-4B6F982908D0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3143" name="TextBox 3142">
            <a:extLst>
              <a:ext uri="{FF2B5EF4-FFF2-40B4-BE49-F238E27FC236}">
                <a16:creationId xmlns:a16="http://schemas.microsoft.com/office/drawing/2014/main" id="{34260AAE-8CEA-BEBB-290B-D9572BF21C0A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3144" name="TextBox 3143">
            <a:extLst>
              <a:ext uri="{FF2B5EF4-FFF2-40B4-BE49-F238E27FC236}">
                <a16:creationId xmlns:a16="http://schemas.microsoft.com/office/drawing/2014/main" id="{C2DC7AEE-0F58-670D-3F3B-55788DAC7DDC}"/>
              </a:ext>
            </a:extLst>
          </p:cNvPr>
          <p:cNvSpPr txBox="1"/>
          <p:nvPr/>
        </p:nvSpPr>
        <p:spPr>
          <a:xfrm>
            <a:off x="423658" y="428570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3145" name="TextBox 3144">
            <a:extLst>
              <a:ext uri="{FF2B5EF4-FFF2-40B4-BE49-F238E27FC236}">
                <a16:creationId xmlns:a16="http://schemas.microsoft.com/office/drawing/2014/main" id="{20508028-C141-C12C-2910-24C0B2F803FD}"/>
              </a:ext>
            </a:extLst>
          </p:cNvPr>
          <p:cNvSpPr txBox="1"/>
          <p:nvPr/>
        </p:nvSpPr>
        <p:spPr>
          <a:xfrm>
            <a:off x="258894" y="428273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3146" name="TextBox 3145">
            <a:extLst>
              <a:ext uri="{FF2B5EF4-FFF2-40B4-BE49-F238E27FC236}">
                <a16:creationId xmlns:a16="http://schemas.microsoft.com/office/drawing/2014/main" id="{DFD27E4D-DD43-7381-2C09-C98F163A9569}"/>
              </a:ext>
            </a:extLst>
          </p:cNvPr>
          <p:cNvSpPr txBox="1"/>
          <p:nvPr/>
        </p:nvSpPr>
        <p:spPr>
          <a:xfrm>
            <a:off x="1877678" y="2827042"/>
            <a:ext cx="1599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147" name="TextBox 3146">
            <a:extLst>
              <a:ext uri="{FF2B5EF4-FFF2-40B4-BE49-F238E27FC236}">
                <a16:creationId xmlns:a16="http://schemas.microsoft.com/office/drawing/2014/main" id="{4F22E2F2-FF88-7A9F-3210-4DDBCFABF616}"/>
              </a:ext>
            </a:extLst>
          </p:cNvPr>
          <p:cNvSpPr txBox="1"/>
          <p:nvPr/>
        </p:nvSpPr>
        <p:spPr>
          <a:xfrm>
            <a:off x="2011437" y="283134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3148" name="Arrow: Right 3147">
            <a:extLst>
              <a:ext uri="{FF2B5EF4-FFF2-40B4-BE49-F238E27FC236}">
                <a16:creationId xmlns:a16="http://schemas.microsoft.com/office/drawing/2014/main" id="{BC02F2A4-7154-A326-B05E-A5195E346A8E}"/>
              </a:ext>
            </a:extLst>
          </p:cNvPr>
          <p:cNvSpPr/>
          <p:nvPr/>
        </p:nvSpPr>
        <p:spPr>
          <a:xfrm rot="13586053">
            <a:off x="919403" y="3554010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49" name="Cross 3148">
            <a:extLst>
              <a:ext uri="{FF2B5EF4-FFF2-40B4-BE49-F238E27FC236}">
                <a16:creationId xmlns:a16="http://schemas.microsoft.com/office/drawing/2014/main" id="{88695C20-F7F0-4E48-A579-3A34EBF384C3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0" name="Cross 3149">
            <a:extLst>
              <a:ext uri="{FF2B5EF4-FFF2-40B4-BE49-F238E27FC236}">
                <a16:creationId xmlns:a16="http://schemas.microsoft.com/office/drawing/2014/main" id="{97EFFDB6-696A-AC54-E233-D83D144D5716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1" name="Cross 3150">
            <a:extLst>
              <a:ext uri="{FF2B5EF4-FFF2-40B4-BE49-F238E27FC236}">
                <a16:creationId xmlns:a16="http://schemas.microsoft.com/office/drawing/2014/main" id="{32D565C3-8379-9B1D-1F93-E61D44550892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2" name="Rectangle 3151">
            <a:extLst>
              <a:ext uri="{FF2B5EF4-FFF2-40B4-BE49-F238E27FC236}">
                <a16:creationId xmlns:a16="http://schemas.microsoft.com/office/drawing/2014/main" id="{5AED2281-FD5F-B822-61BC-633BA86E51C9}"/>
              </a:ext>
            </a:extLst>
          </p:cNvPr>
          <p:cNvSpPr/>
          <p:nvPr/>
        </p:nvSpPr>
        <p:spPr>
          <a:xfrm>
            <a:off x="1102802" y="328552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3" name="TextBox 3152">
            <a:extLst>
              <a:ext uri="{FF2B5EF4-FFF2-40B4-BE49-F238E27FC236}">
                <a16:creationId xmlns:a16="http://schemas.microsoft.com/office/drawing/2014/main" id="{68442D94-2F7F-F8C4-E97C-AC60461AEDDC}"/>
              </a:ext>
            </a:extLst>
          </p:cNvPr>
          <p:cNvSpPr txBox="1"/>
          <p:nvPr/>
        </p:nvSpPr>
        <p:spPr>
          <a:xfrm>
            <a:off x="1181840" y="3429649"/>
            <a:ext cx="1053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process</a:t>
            </a:r>
          </a:p>
        </p:txBody>
      </p:sp>
      <p:sp>
        <p:nvSpPr>
          <p:cNvPr id="3154" name="Cross 3153">
            <a:extLst>
              <a:ext uri="{FF2B5EF4-FFF2-40B4-BE49-F238E27FC236}">
                <a16:creationId xmlns:a16="http://schemas.microsoft.com/office/drawing/2014/main" id="{DF64F38E-2864-1E66-1AF0-86E369CB28EC}"/>
              </a:ext>
            </a:extLst>
          </p:cNvPr>
          <p:cNvSpPr/>
          <p:nvPr/>
        </p:nvSpPr>
        <p:spPr>
          <a:xfrm>
            <a:off x="1885485" y="342538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5" name="Arrow: Right 3154">
            <a:extLst>
              <a:ext uri="{FF2B5EF4-FFF2-40B4-BE49-F238E27FC236}">
                <a16:creationId xmlns:a16="http://schemas.microsoft.com/office/drawing/2014/main" id="{E6EB240A-4BC5-AFE5-188F-C18151FC4B68}"/>
              </a:ext>
            </a:extLst>
          </p:cNvPr>
          <p:cNvSpPr/>
          <p:nvPr/>
        </p:nvSpPr>
        <p:spPr>
          <a:xfrm rot="13586053">
            <a:off x="1645011" y="3540382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56" name="Rectangle 3155">
            <a:extLst>
              <a:ext uri="{FF2B5EF4-FFF2-40B4-BE49-F238E27FC236}">
                <a16:creationId xmlns:a16="http://schemas.microsoft.com/office/drawing/2014/main" id="{FF79896A-4EDD-470B-6B50-56E97E8BE88D}"/>
              </a:ext>
            </a:extLst>
          </p:cNvPr>
          <p:cNvSpPr/>
          <p:nvPr/>
        </p:nvSpPr>
        <p:spPr>
          <a:xfrm>
            <a:off x="229403" y="3513848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7" name="TextBox 3156">
            <a:extLst>
              <a:ext uri="{FF2B5EF4-FFF2-40B4-BE49-F238E27FC236}">
                <a16:creationId xmlns:a16="http://schemas.microsoft.com/office/drawing/2014/main" id="{E873F286-F365-C539-D958-AC567F1E030A}"/>
              </a:ext>
            </a:extLst>
          </p:cNvPr>
          <p:cNvSpPr txBox="1"/>
          <p:nvPr/>
        </p:nvSpPr>
        <p:spPr>
          <a:xfrm>
            <a:off x="341393" y="3657968"/>
            <a:ext cx="703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Model</a:t>
            </a:r>
          </a:p>
        </p:txBody>
      </p:sp>
      <p:sp>
        <p:nvSpPr>
          <p:cNvPr id="3158" name="Cross 3157">
            <a:extLst>
              <a:ext uri="{FF2B5EF4-FFF2-40B4-BE49-F238E27FC236}">
                <a16:creationId xmlns:a16="http://schemas.microsoft.com/office/drawing/2014/main" id="{B3A6C7A5-0646-5BA4-B102-C27BDC7828BF}"/>
              </a:ext>
            </a:extLst>
          </p:cNvPr>
          <p:cNvSpPr/>
          <p:nvPr/>
        </p:nvSpPr>
        <p:spPr>
          <a:xfrm>
            <a:off x="1012086" y="3653699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59" name="Rectangle 3158">
            <a:extLst>
              <a:ext uri="{FF2B5EF4-FFF2-40B4-BE49-F238E27FC236}">
                <a16:creationId xmlns:a16="http://schemas.microsoft.com/office/drawing/2014/main" id="{A450A77F-873E-0113-822D-1D2EDCAB61EB}"/>
              </a:ext>
            </a:extLst>
          </p:cNvPr>
          <p:cNvSpPr/>
          <p:nvPr/>
        </p:nvSpPr>
        <p:spPr>
          <a:xfrm>
            <a:off x="-10615" y="1968838"/>
            <a:ext cx="3800271" cy="3731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0" name="Rectangle 3159">
            <a:extLst>
              <a:ext uri="{FF2B5EF4-FFF2-40B4-BE49-F238E27FC236}">
                <a16:creationId xmlns:a16="http://schemas.microsoft.com/office/drawing/2014/main" id="{3E7A1424-BD00-FFBF-5537-8F2F3477A61D}"/>
              </a:ext>
            </a:extLst>
          </p:cNvPr>
          <p:cNvSpPr/>
          <p:nvPr/>
        </p:nvSpPr>
        <p:spPr>
          <a:xfrm>
            <a:off x="32646" y="2503511"/>
            <a:ext cx="3699751" cy="2884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1" name="Rectangle 3160">
            <a:extLst>
              <a:ext uri="{FF2B5EF4-FFF2-40B4-BE49-F238E27FC236}">
                <a16:creationId xmlns:a16="http://schemas.microsoft.com/office/drawing/2014/main" id="{065046F8-B5D4-AF9C-82D2-3592C6C94EE0}"/>
              </a:ext>
            </a:extLst>
          </p:cNvPr>
          <p:cNvSpPr/>
          <p:nvPr/>
        </p:nvSpPr>
        <p:spPr>
          <a:xfrm>
            <a:off x="1873703" y="3839391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2" name="Rectangle 3161">
            <a:extLst>
              <a:ext uri="{FF2B5EF4-FFF2-40B4-BE49-F238E27FC236}">
                <a16:creationId xmlns:a16="http://schemas.microsoft.com/office/drawing/2014/main" id="{06400D90-E95F-8E07-D1DD-51E86D2D7BD1}"/>
              </a:ext>
            </a:extLst>
          </p:cNvPr>
          <p:cNvSpPr/>
          <p:nvPr/>
        </p:nvSpPr>
        <p:spPr>
          <a:xfrm>
            <a:off x="32720" y="2505890"/>
            <a:ext cx="1838255" cy="422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3" name="Rectangle 3162">
            <a:extLst>
              <a:ext uri="{FF2B5EF4-FFF2-40B4-BE49-F238E27FC236}">
                <a16:creationId xmlns:a16="http://schemas.microsoft.com/office/drawing/2014/main" id="{A2925A8C-9DD4-D312-4889-78F1F582F3F1}"/>
              </a:ext>
            </a:extLst>
          </p:cNvPr>
          <p:cNvSpPr/>
          <p:nvPr/>
        </p:nvSpPr>
        <p:spPr>
          <a:xfrm>
            <a:off x="35647" y="2926137"/>
            <a:ext cx="1836299" cy="245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64" name="Rectangle 3163">
            <a:extLst>
              <a:ext uri="{FF2B5EF4-FFF2-40B4-BE49-F238E27FC236}">
                <a16:creationId xmlns:a16="http://schemas.microsoft.com/office/drawing/2014/main" id="{47EC3DD4-2AE1-EDDC-2968-8BA9DEB81D00}"/>
              </a:ext>
            </a:extLst>
          </p:cNvPr>
          <p:cNvSpPr/>
          <p:nvPr/>
        </p:nvSpPr>
        <p:spPr>
          <a:xfrm>
            <a:off x="407512" y="3265102"/>
            <a:ext cx="110295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65" name="Rectangle 3164">
            <a:extLst>
              <a:ext uri="{FF2B5EF4-FFF2-40B4-BE49-F238E27FC236}">
                <a16:creationId xmlns:a16="http://schemas.microsoft.com/office/drawing/2014/main" id="{0B959FC9-E68B-5F78-B1D7-1F8D4F054A7D}"/>
              </a:ext>
            </a:extLst>
          </p:cNvPr>
          <p:cNvSpPr/>
          <p:nvPr/>
        </p:nvSpPr>
        <p:spPr>
          <a:xfrm>
            <a:off x="1346812" y="3266092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66" name="Isosceles Triangle 3165">
            <a:extLst>
              <a:ext uri="{FF2B5EF4-FFF2-40B4-BE49-F238E27FC236}">
                <a16:creationId xmlns:a16="http://schemas.microsoft.com/office/drawing/2014/main" id="{BAA47D15-0888-96FC-CCA4-5B145CCCDA0E}"/>
              </a:ext>
            </a:extLst>
          </p:cNvPr>
          <p:cNvSpPr/>
          <p:nvPr/>
        </p:nvSpPr>
        <p:spPr>
          <a:xfrm rot="10800000">
            <a:off x="1376666" y="3298833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7" name="Rectangle 3166">
            <a:extLst>
              <a:ext uri="{FF2B5EF4-FFF2-40B4-BE49-F238E27FC236}">
                <a16:creationId xmlns:a16="http://schemas.microsoft.com/office/drawing/2014/main" id="{15CBEF0D-3291-F900-3A11-B51A14D42B6D}"/>
              </a:ext>
            </a:extLst>
          </p:cNvPr>
          <p:cNvSpPr/>
          <p:nvPr/>
        </p:nvSpPr>
        <p:spPr>
          <a:xfrm>
            <a:off x="2161304" y="456554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8" name="Cross 3167">
            <a:extLst>
              <a:ext uri="{FF2B5EF4-FFF2-40B4-BE49-F238E27FC236}">
                <a16:creationId xmlns:a16="http://schemas.microsoft.com/office/drawing/2014/main" id="{5850184D-508E-8731-1AAD-0CA3AF11D26F}"/>
              </a:ext>
            </a:extLst>
          </p:cNvPr>
          <p:cNvSpPr/>
          <p:nvPr/>
        </p:nvSpPr>
        <p:spPr>
          <a:xfrm>
            <a:off x="2943987" y="470540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9" name="Rectangle 3168">
            <a:extLst>
              <a:ext uri="{FF2B5EF4-FFF2-40B4-BE49-F238E27FC236}">
                <a16:creationId xmlns:a16="http://schemas.microsoft.com/office/drawing/2014/main" id="{6F963920-DB79-D389-3D31-E9C398E2E6D4}"/>
              </a:ext>
            </a:extLst>
          </p:cNvPr>
          <p:cNvSpPr/>
          <p:nvPr/>
        </p:nvSpPr>
        <p:spPr>
          <a:xfrm>
            <a:off x="3113268" y="5454474"/>
            <a:ext cx="349004" cy="1936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3170" name="TextBox 3169">
            <a:extLst>
              <a:ext uri="{FF2B5EF4-FFF2-40B4-BE49-F238E27FC236}">
                <a16:creationId xmlns:a16="http://schemas.microsoft.com/office/drawing/2014/main" id="{9D7054CA-8879-64DB-3E7E-F60218831879}"/>
              </a:ext>
            </a:extLst>
          </p:cNvPr>
          <p:cNvSpPr txBox="1"/>
          <p:nvPr/>
        </p:nvSpPr>
        <p:spPr>
          <a:xfrm>
            <a:off x="-51784" y="2036099"/>
            <a:ext cx="2853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b="1" dirty="0"/>
              <a:t>Preventive action selection</a:t>
            </a:r>
          </a:p>
        </p:txBody>
      </p:sp>
      <p:sp>
        <p:nvSpPr>
          <p:cNvPr id="3171" name="TextBox 3170">
            <a:extLst>
              <a:ext uri="{FF2B5EF4-FFF2-40B4-BE49-F238E27FC236}">
                <a16:creationId xmlns:a16="http://schemas.microsoft.com/office/drawing/2014/main" id="{E022C158-DAB9-7DEA-530F-45141DE1F3EF}"/>
              </a:ext>
            </a:extLst>
          </p:cNvPr>
          <p:cNvSpPr txBox="1"/>
          <p:nvPr/>
        </p:nvSpPr>
        <p:spPr>
          <a:xfrm>
            <a:off x="2088295" y="4658082"/>
            <a:ext cx="105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Add preventive action</a:t>
            </a:r>
          </a:p>
        </p:txBody>
      </p:sp>
      <p:sp>
        <p:nvSpPr>
          <p:cNvPr id="3172" name="TextBox 3171">
            <a:extLst>
              <a:ext uri="{FF2B5EF4-FFF2-40B4-BE49-F238E27FC236}">
                <a16:creationId xmlns:a16="http://schemas.microsoft.com/office/drawing/2014/main" id="{E6317C0A-FFD3-4FF1-C07D-83D8D774384F}"/>
              </a:ext>
            </a:extLst>
          </p:cNvPr>
          <p:cNvSpPr txBox="1"/>
          <p:nvPr/>
        </p:nvSpPr>
        <p:spPr>
          <a:xfrm>
            <a:off x="19880" y="2509181"/>
            <a:ext cx="1880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Established preventive actions</a:t>
            </a:r>
          </a:p>
        </p:txBody>
      </p:sp>
      <p:sp>
        <p:nvSpPr>
          <p:cNvPr id="3173" name="TextBox 3172">
            <a:extLst>
              <a:ext uri="{FF2B5EF4-FFF2-40B4-BE49-F238E27FC236}">
                <a16:creationId xmlns:a16="http://schemas.microsoft.com/office/drawing/2014/main" id="{45C25DA8-1196-FA7B-8CE4-D5DD8590008F}"/>
              </a:ext>
            </a:extLst>
          </p:cNvPr>
          <p:cNvSpPr txBox="1"/>
          <p:nvPr/>
        </p:nvSpPr>
        <p:spPr>
          <a:xfrm>
            <a:off x="1837526" y="3907310"/>
            <a:ext cx="188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Create a preventive action</a:t>
            </a:r>
          </a:p>
        </p:txBody>
      </p:sp>
      <p:sp>
        <p:nvSpPr>
          <p:cNvPr id="3174" name="Rectangle 3173">
            <a:extLst>
              <a:ext uri="{FF2B5EF4-FFF2-40B4-BE49-F238E27FC236}">
                <a16:creationId xmlns:a16="http://schemas.microsoft.com/office/drawing/2014/main" id="{458E8269-F1EF-AE2F-93F3-C0D44211B7E2}"/>
              </a:ext>
            </a:extLst>
          </p:cNvPr>
          <p:cNvSpPr/>
          <p:nvPr/>
        </p:nvSpPr>
        <p:spPr>
          <a:xfrm>
            <a:off x="1872293" y="2507455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75" name="TextBox 3174">
            <a:extLst>
              <a:ext uri="{FF2B5EF4-FFF2-40B4-BE49-F238E27FC236}">
                <a16:creationId xmlns:a16="http://schemas.microsoft.com/office/drawing/2014/main" id="{29464B1A-FB38-81FD-5928-A74BF2424C55}"/>
              </a:ext>
            </a:extLst>
          </p:cNvPr>
          <p:cNvSpPr txBox="1"/>
          <p:nvPr/>
        </p:nvSpPr>
        <p:spPr>
          <a:xfrm>
            <a:off x="1849082" y="2491235"/>
            <a:ext cx="188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Frequency of preventive action</a:t>
            </a:r>
          </a:p>
        </p:txBody>
      </p:sp>
      <p:sp>
        <p:nvSpPr>
          <p:cNvPr id="3176" name="Rectangle 3175">
            <a:extLst>
              <a:ext uri="{FF2B5EF4-FFF2-40B4-BE49-F238E27FC236}">
                <a16:creationId xmlns:a16="http://schemas.microsoft.com/office/drawing/2014/main" id="{43C1647C-1BE8-6417-7AC9-F66E16EB7CE8}"/>
              </a:ext>
            </a:extLst>
          </p:cNvPr>
          <p:cNvSpPr/>
          <p:nvPr/>
        </p:nvSpPr>
        <p:spPr>
          <a:xfrm>
            <a:off x="2476503" y="3276564"/>
            <a:ext cx="300036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98EA9F2A-6E0D-8ADF-BCBA-6E43499E7816}"/>
              </a:ext>
            </a:extLst>
          </p:cNvPr>
          <p:cNvSpPr txBox="1"/>
          <p:nvPr/>
        </p:nvSpPr>
        <p:spPr>
          <a:xfrm>
            <a:off x="1815480" y="3088777"/>
            <a:ext cx="77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Ones every</a:t>
            </a:r>
          </a:p>
        </p:txBody>
      </p:sp>
      <p:sp>
        <p:nvSpPr>
          <p:cNvPr id="3178" name="Rectangle 3177">
            <a:extLst>
              <a:ext uri="{FF2B5EF4-FFF2-40B4-BE49-F238E27FC236}">
                <a16:creationId xmlns:a16="http://schemas.microsoft.com/office/drawing/2014/main" id="{7E42C3CA-6A51-54C4-F64A-B13F0683DFA8}"/>
              </a:ext>
            </a:extLst>
          </p:cNvPr>
          <p:cNvSpPr/>
          <p:nvPr/>
        </p:nvSpPr>
        <p:spPr>
          <a:xfrm>
            <a:off x="2947991" y="3275146"/>
            <a:ext cx="67399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79" name="Rectangle 3178">
            <a:extLst>
              <a:ext uri="{FF2B5EF4-FFF2-40B4-BE49-F238E27FC236}">
                <a16:creationId xmlns:a16="http://schemas.microsoft.com/office/drawing/2014/main" id="{8F94612E-276C-DE4A-1E03-25593E3648E5}"/>
              </a:ext>
            </a:extLst>
          </p:cNvPr>
          <p:cNvSpPr/>
          <p:nvPr/>
        </p:nvSpPr>
        <p:spPr>
          <a:xfrm>
            <a:off x="3458331" y="3276136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80" name="Isosceles Triangle 3179">
            <a:extLst>
              <a:ext uri="{FF2B5EF4-FFF2-40B4-BE49-F238E27FC236}">
                <a16:creationId xmlns:a16="http://schemas.microsoft.com/office/drawing/2014/main" id="{93208CDE-E7FF-BE11-1BC4-25C3F005BFA5}"/>
              </a:ext>
            </a:extLst>
          </p:cNvPr>
          <p:cNvSpPr/>
          <p:nvPr/>
        </p:nvSpPr>
        <p:spPr>
          <a:xfrm rot="10800000">
            <a:off x="3488185" y="3308877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81" name="Rectangle 3180">
            <a:extLst>
              <a:ext uri="{FF2B5EF4-FFF2-40B4-BE49-F238E27FC236}">
                <a16:creationId xmlns:a16="http://schemas.microsoft.com/office/drawing/2014/main" id="{066354B6-20E5-A80E-5EF9-7837B4F76A90}"/>
              </a:ext>
            </a:extLst>
          </p:cNvPr>
          <p:cNvSpPr/>
          <p:nvPr/>
        </p:nvSpPr>
        <p:spPr>
          <a:xfrm>
            <a:off x="407512" y="3390837"/>
            <a:ext cx="1102951" cy="11351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82" name="TextBox 3181">
            <a:extLst>
              <a:ext uri="{FF2B5EF4-FFF2-40B4-BE49-F238E27FC236}">
                <a16:creationId xmlns:a16="http://schemas.microsoft.com/office/drawing/2014/main" id="{0D046D63-5420-8F4F-C532-B351E5DA6F6A}"/>
              </a:ext>
            </a:extLst>
          </p:cNvPr>
          <p:cNvSpPr txBox="1"/>
          <p:nvPr/>
        </p:nvSpPr>
        <p:spPr>
          <a:xfrm>
            <a:off x="36421" y="3414712"/>
            <a:ext cx="1880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050" b="1" dirty="0"/>
              <a:t>Preventive maintai</a:t>
            </a:r>
          </a:p>
        </p:txBody>
      </p:sp>
      <p:sp>
        <p:nvSpPr>
          <p:cNvPr id="3183" name="TextBox 3182">
            <a:extLst>
              <a:ext uri="{FF2B5EF4-FFF2-40B4-BE49-F238E27FC236}">
                <a16:creationId xmlns:a16="http://schemas.microsoft.com/office/drawing/2014/main" id="{05F2E7AB-6396-3632-ADF9-B31034B6263B}"/>
              </a:ext>
            </a:extLst>
          </p:cNvPr>
          <p:cNvSpPr txBox="1"/>
          <p:nvPr/>
        </p:nvSpPr>
        <p:spPr>
          <a:xfrm>
            <a:off x="0" y="3924124"/>
            <a:ext cx="1880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050" b="1" dirty="0"/>
              <a:t>Operator training</a:t>
            </a:r>
          </a:p>
        </p:txBody>
      </p:sp>
      <p:sp>
        <p:nvSpPr>
          <p:cNvPr id="3184" name="TextBox 3183">
            <a:extLst>
              <a:ext uri="{FF2B5EF4-FFF2-40B4-BE49-F238E27FC236}">
                <a16:creationId xmlns:a16="http://schemas.microsoft.com/office/drawing/2014/main" id="{7298F936-570A-8A1E-F05D-F268DCAA9AFE}"/>
              </a:ext>
            </a:extLst>
          </p:cNvPr>
          <p:cNvSpPr txBox="1"/>
          <p:nvPr/>
        </p:nvSpPr>
        <p:spPr>
          <a:xfrm>
            <a:off x="40502" y="4218064"/>
            <a:ext cx="18808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050" b="1" dirty="0"/>
              <a:t>Operator Maintain</a:t>
            </a:r>
          </a:p>
        </p:txBody>
      </p:sp>
      <p:sp>
        <p:nvSpPr>
          <p:cNvPr id="3186" name="TextBox 3185">
            <a:extLst>
              <a:ext uri="{FF2B5EF4-FFF2-40B4-BE49-F238E27FC236}">
                <a16:creationId xmlns:a16="http://schemas.microsoft.com/office/drawing/2014/main" id="{0D05BC7A-1641-74BF-24F9-8167F31C7C81}"/>
              </a:ext>
            </a:extLst>
          </p:cNvPr>
          <p:cNvSpPr txBox="1"/>
          <p:nvPr/>
        </p:nvSpPr>
        <p:spPr>
          <a:xfrm>
            <a:off x="-192272" y="3670267"/>
            <a:ext cx="1880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050" b="1" dirty="0"/>
              <a:t>Follow WI</a:t>
            </a:r>
          </a:p>
        </p:txBody>
      </p:sp>
      <p:sp>
        <p:nvSpPr>
          <p:cNvPr id="3185" name="Arrow: Right 3184">
            <a:extLst>
              <a:ext uri="{FF2B5EF4-FFF2-40B4-BE49-F238E27FC236}">
                <a16:creationId xmlns:a16="http://schemas.microsoft.com/office/drawing/2014/main" id="{2ECC46D9-6577-4B8E-2B22-384506613051}"/>
              </a:ext>
            </a:extLst>
          </p:cNvPr>
          <p:cNvSpPr/>
          <p:nvPr/>
        </p:nvSpPr>
        <p:spPr>
          <a:xfrm rot="13586053">
            <a:off x="681106" y="3554578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70" name="Rektangel 2369">
            <a:extLst>
              <a:ext uri="{FF2B5EF4-FFF2-40B4-BE49-F238E27FC236}">
                <a16:creationId xmlns:a16="http://schemas.microsoft.com/office/drawing/2014/main" id="{E4284ED5-8FD6-BED2-C3D2-0DCA8518FCF0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373" name="Straight Connector 108">
            <a:extLst>
              <a:ext uri="{FF2B5EF4-FFF2-40B4-BE49-F238E27FC236}">
                <a16:creationId xmlns:a16="http://schemas.microsoft.com/office/drawing/2014/main" id="{897E8F35-20D0-643E-A767-11B6E34CAB50}"/>
              </a:ext>
            </a:extLst>
          </p:cNvPr>
          <p:cNvCxnSpPr>
            <a:cxnSpLocks/>
          </p:cNvCxnSpPr>
          <p:nvPr/>
        </p:nvCxnSpPr>
        <p:spPr>
          <a:xfrm>
            <a:off x="4270375" y="2428064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Straight Connector 1388">
            <a:extLst>
              <a:ext uri="{FF2B5EF4-FFF2-40B4-BE49-F238E27FC236}">
                <a16:creationId xmlns:a16="http://schemas.microsoft.com/office/drawing/2014/main" id="{650892DA-E588-2AE1-801D-C012B25C341A}"/>
              </a:ext>
            </a:extLst>
          </p:cNvPr>
          <p:cNvCxnSpPr>
            <a:cxnSpLocks/>
          </p:cNvCxnSpPr>
          <p:nvPr/>
        </p:nvCxnSpPr>
        <p:spPr>
          <a:xfrm>
            <a:off x="4264025" y="2636072"/>
            <a:ext cx="69523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5" name="Straight Connector 42">
            <a:extLst>
              <a:ext uri="{FF2B5EF4-FFF2-40B4-BE49-F238E27FC236}">
                <a16:creationId xmlns:a16="http://schemas.microsoft.com/office/drawing/2014/main" id="{2EB1E3CB-E6F0-2D2A-822F-2E828CB3B3EB}"/>
              </a:ext>
            </a:extLst>
          </p:cNvPr>
          <p:cNvCxnSpPr>
            <a:cxnSpLocks/>
          </p:cNvCxnSpPr>
          <p:nvPr/>
        </p:nvCxnSpPr>
        <p:spPr>
          <a:xfrm>
            <a:off x="4274863" y="2842036"/>
            <a:ext cx="69122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66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AEF9-C09C-D92B-ACF8-90CA6E1C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Rectangle 1826">
            <a:extLst>
              <a:ext uri="{FF2B5EF4-FFF2-40B4-BE49-F238E27FC236}">
                <a16:creationId xmlns:a16="http://schemas.microsoft.com/office/drawing/2014/main" id="{67C87309-D279-E95C-9F3B-69C8BB181A12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1" name="Rectangle 1890">
            <a:extLst>
              <a:ext uri="{FF2B5EF4-FFF2-40B4-BE49-F238E27FC236}">
                <a16:creationId xmlns:a16="http://schemas.microsoft.com/office/drawing/2014/main" id="{3EF944BE-5ED8-DFB1-B62B-03498079FF3F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2" name="TextBox 1891">
            <a:extLst>
              <a:ext uri="{FF2B5EF4-FFF2-40B4-BE49-F238E27FC236}">
                <a16:creationId xmlns:a16="http://schemas.microsoft.com/office/drawing/2014/main" id="{228D3F5A-731D-6627-CA50-A5CFAE1456D1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1893" name="Isosceles Triangle 1892">
            <a:extLst>
              <a:ext uri="{FF2B5EF4-FFF2-40B4-BE49-F238E27FC236}">
                <a16:creationId xmlns:a16="http://schemas.microsoft.com/office/drawing/2014/main" id="{E83BED6D-8DA0-C8E0-0DF5-6DFF2E8AF53E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5" name="Rectangle 1894">
            <a:extLst>
              <a:ext uri="{FF2B5EF4-FFF2-40B4-BE49-F238E27FC236}">
                <a16:creationId xmlns:a16="http://schemas.microsoft.com/office/drawing/2014/main" id="{CDEAC9BE-56B3-EC9A-1D0F-FCEA81D009D6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6" name="Isosceles Triangle 1895">
            <a:extLst>
              <a:ext uri="{FF2B5EF4-FFF2-40B4-BE49-F238E27FC236}">
                <a16:creationId xmlns:a16="http://schemas.microsoft.com/office/drawing/2014/main" id="{19A9940D-3264-98C3-CF1A-AA74977E6660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8" name="Rectangle 1897">
            <a:extLst>
              <a:ext uri="{FF2B5EF4-FFF2-40B4-BE49-F238E27FC236}">
                <a16:creationId xmlns:a16="http://schemas.microsoft.com/office/drawing/2014/main" id="{98E7D148-A9C4-2EE6-B121-F06C95CCFB94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0" name="TextBox 1899">
            <a:extLst>
              <a:ext uri="{FF2B5EF4-FFF2-40B4-BE49-F238E27FC236}">
                <a16:creationId xmlns:a16="http://schemas.microsoft.com/office/drawing/2014/main" id="{B816EE5F-415D-EF37-3B15-43512058B5FF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1901" name="TextBox 1900">
            <a:extLst>
              <a:ext uri="{FF2B5EF4-FFF2-40B4-BE49-F238E27FC236}">
                <a16:creationId xmlns:a16="http://schemas.microsoft.com/office/drawing/2014/main" id="{FC13B45A-A4BE-1A13-E050-BA8E78ECC93F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1903" name="Rectangle 1902">
            <a:extLst>
              <a:ext uri="{FF2B5EF4-FFF2-40B4-BE49-F238E27FC236}">
                <a16:creationId xmlns:a16="http://schemas.microsoft.com/office/drawing/2014/main" id="{340B9410-C251-E824-9211-2A2F41DD950A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4" name="TextBox 1903">
            <a:extLst>
              <a:ext uri="{FF2B5EF4-FFF2-40B4-BE49-F238E27FC236}">
                <a16:creationId xmlns:a16="http://schemas.microsoft.com/office/drawing/2014/main" id="{7A7D73C0-D80F-EC6E-2829-70C404DEE419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1906" name="Rectangle 1905">
            <a:extLst>
              <a:ext uri="{FF2B5EF4-FFF2-40B4-BE49-F238E27FC236}">
                <a16:creationId xmlns:a16="http://schemas.microsoft.com/office/drawing/2014/main" id="{5C4DABB8-BFD5-77E2-A888-8D0C516D784A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3352794F-A65E-6D4A-3CE7-5A76BEAF0454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1908" name="Rectangle 1907">
            <a:extLst>
              <a:ext uri="{FF2B5EF4-FFF2-40B4-BE49-F238E27FC236}">
                <a16:creationId xmlns:a16="http://schemas.microsoft.com/office/drawing/2014/main" id="{16B161F1-2C45-7AAC-5BE7-787990406AA2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9" name="TextBox 1908">
            <a:extLst>
              <a:ext uri="{FF2B5EF4-FFF2-40B4-BE49-F238E27FC236}">
                <a16:creationId xmlns:a16="http://schemas.microsoft.com/office/drawing/2014/main" id="{E13D0EE3-A256-A7D6-2F13-C44CD52C894E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1E842199-45FB-3540-47C8-2AA49875E54A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D38D4D78-3D7F-C014-1D67-45CAFBA5EB6B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29B669-E4BA-B31E-1BEF-D7B28E4931CE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69E2062-0E92-07C8-216D-AEF9FD59963D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CABE4F-F308-F70B-8E81-437BAB43DEA3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E07928-EF6A-33D9-68FE-99CE9CC8E963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53A4FD-6489-1D12-52D0-6C928F3EF332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DF1D950-6226-8D23-35DB-F934621C4D9B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A81EB3-D3DA-FBA5-6361-791038E07F45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4C85F8-5995-A106-7F6C-93075303048E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D21686-0EF2-E789-91FE-72C80955BE3C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6E0AB1A-57DC-C418-3CBE-29D7F23DB1A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C0C1B9B-BB76-4B5F-C744-5CE4C26DD881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56AF373-C1CA-BE08-21D4-3AB2CB9BAFDB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9E31DCD-7E6B-DCAA-A1AC-F5A1604A46A6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2AC9A66-146D-ABF7-BF33-3FAD2007A29C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70361F7-DAF2-8259-DEF4-42C93218FBCB}"/>
              </a:ext>
            </a:extLst>
          </p:cNvPr>
          <p:cNvSpPr txBox="1"/>
          <p:nvPr/>
        </p:nvSpPr>
        <p:spPr>
          <a:xfrm rot="16200000">
            <a:off x="3924358" y="3919263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F1C286-59D2-0540-7E46-ACFBA0440291}"/>
              </a:ext>
            </a:extLst>
          </p:cNvPr>
          <p:cNvSpPr txBox="1"/>
          <p:nvPr/>
        </p:nvSpPr>
        <p:spPr>
          <a:xfrm>
            <a:off x="4224911" y="2242313"/>
            <a:ext cx="83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>
                <a:solidFill>
                  <a:srgbClr val="0070C0"/>
                </a:solidFill>
              </a:rPr>
              <a:t>Assembly</a:t>
            </a:r>
            <a:endParaRPr lang="nb-NO" sz="12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7DDE7C0-E08A-563A-9020-E60AB1920A42}"/>
              </a:ext>
            </a:extLst>
          </p:cNvPr>
          <p:cNvSpPr txBox="1"/>
          <p:nvPr/>
        </p:nvSpPr>
        <p:spPr>
          <a:xfrm>
            <a:off x="4199343" y="2484673"/>
            <a:ext cx="95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>
                <a:solidFill>
                  <a:srgbClr val="0070C0"/>
                </a:solidFill>
              </a:rPr>
              <a:t>Machining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B96D0B8-F13A-45D1-FDDD-E7C892A52879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A6FE6A6-6A77-988F-F006-B25EDE3A356B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F519E89-716F-67E7-0E17-E539A86A0A8D}"/>
              </a:ext>
            </a:extLst>
          </p:cNvPr>
          <p:cNvSpPr/>
          <p:nvPr/>
        </p:nvSpPr>
        <p:spPr>
          <a:xfrm>
            <a:off x="643100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642A34B7-7757-28C7-3312-02004C601C07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21E03424-93FF-1CEF-065B-57C072DF2A4C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E70AE83E-5DBE-EF20-9D62-41B9E71994D2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9CB98415-2B58-CD86-A716-D716E731791B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8C062920-4128-178D-60FB-F14271987305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E9541B18-C20D-A899-A020-DF1F6A0E4D06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45CA0E53-37CC-9A80-616F-90CAF7BB383A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694BFA35-DB33-8864-B7C7-D281373157E0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AC22A74D-0F91-70B4-0B68-07DAD51FB7F0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60300C7F-818C-37A7-A371-2FF34F574C5C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8686F2BC-3D2B-9133-13B5-696657001919}"/>
              </a:ext>
            </a:extLst>
          </p:cNvPr>
          <p:cNvSpPr/>
          <p:nvPr/>
        </p:nvSpPr>
        <p:spPr>
          <a:xfrm>
            <a:off x="8884322" y="395248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E0EF8258-52E4-8196-D935-F0FD52F835DC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4EA5C381-E952-A41C-EFBF-0640EBC2A038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AA7E85-410F-F3BF-4B61-C82DC4C714B3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A34E1195-758E-1A80-F165-4A1C3C2E316C}"/>
              </a:ext>
            </a:extLst>
          </p:cNvPr>
          <p:cNvSpPr/>
          <p:nvPr/>
        </p:nvSpPr>
        <p:spPr>
          <a:xfrm>
            <a:off x="4641998" y="3795510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Cross 475">
            <a:extLst>
              <a:ext uri="{FF2B5EF4-FFF2-40B4-BE49-F238E27FC236}">
                <a16:creationId xmlns:a16="http://schemas.microsoft.com/office/drawing/2014/main" id="{E6A0EC1D-558C-6D60-0862-0FBA791F7267}"/>
              </a:ext>
            </a:extLst>
          </p:cNvPr>
          <p:cNvSpPr/>
          <p:nvPr/>
        </p:nvSpPr>
        <p:spPr>
          <a:xfrm>
            <a:off x="4669597" y="4593133"/>
            <a:ext cx="115841" cy="118524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0C1848EA-F264-32E7-B9D2-2A864DE91E06}"/>
              </a:ext>
            </a:extLst>
          </p:cNvPr>
          <p:cNvSpPr txBox="1"/>
          <p:nvPr/>
        </p:nvSpPr>
        <p:spPr>
          <a:xfrm flipH="1">
            <a:off x="4567507" y="3770303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E1.1</a:t>
            </a:r>
            <a:endParaRPr lang="nb-NO" sz="800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0FE4ECE0-1C97-947C-0DB7-9EE89F534687}"/>
              </a:ext>
            </a:extLst>
          </p:cNvPr>
          <p:cNvSpPr/>
          <p:nvPr/>
        </p:nvSpPr>
        <p:spPr>
          <a:xfrm>
            <a:off x="4639080" y="3992368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1AE7D3D0-550D-9174-ECA9-6C2EA71550FD}"/>
              </a:ext>
            </a:extLst>
          </p:cNvPr>
          <p:cNvSpPr/>
          <p:nvPr/>
        </p:nvSpPr>
        <p:spPr>
          <a:xfrm>
            <a:off x="4636162" y="4189226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5A7300FE-B034-8994-0045-1005AF010ED3}"/>
              </a:ext>
            </a:extLst>
          </p:cNvPr>
          <p:cNvSpPr txBox="1"/>
          <p:nvPr/>
        </p:nvSpPr>
        <p:spPr>
          <a:xfrm flipH="1">
            <a:off x="4561671" y="4164019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E1.3</a:t>
            </a:r>
            <a:endParaRPr lang="nb-NO" sz="8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CC716A05-0500-D383-12D1-DA90E7C2C783}"/>
              </a:ext>
            </a:extLst>
          </p:cNvPr>
          <p:cNvSpPr/>
          <p:nvPr/>
        </p:nvSpPr>
        <p:spPr>
          <a:xfrm>
            <a:off x="4636162" y="4389281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40F2A2F6-758D-2A30-D89B-62840C40878A}"/>
              </a:ext>
            </a:extLst>
          </p:cNvPr>
          <p:cNvSpPr txBox="1"/>
          <p:nvPr/>
        </p:nvSpPr>
        <p:spPr>
          <a:xfrm flipH="1">
            <a:off x="4561671" y="4364074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E1.4</a:t>
            </a:r>
            <a:endParaRPr lang="nb-NO" sz="800" dirty="0"/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3C11A459-5720-27BA-B549-6412A294E9B0}"/>
              </a:ext>
            </a:extLst>
          </p:cNvPr>
          <p:cNvSpPr txBox="1"/>
          <p:nvPr/>
        </p:nvSpPr>
        <p:spPr>
          <a:xfrm>
            <a:off x="549521" y="208501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FBC571-E695-CB01-24DB-6408BBBD01FE}"/>
              </a:ext>
            </a:extLst>
          </p:cNvPr>
          <p:cNvSpPr/>
          <p:nvPr/>
        </p:nvSpPr>
        <p:spPr>
          <a:xfrm>
            <a:off x="6216133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213B56-7FEA-5F52-577F-BC36B9AC2AD6}"/>
              </a:ext>
            </a:extLst>
          </p:cNvPr>
          <p:cNvSpPr/>
          <p:nvPr/>
        </p:nvSpPr>
        <p:spPr>
          <a:xfrm>
            <a:off x="6216134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BE0403-92A3-6732-2611-5A69C08B1353}"/>
              </a:ext>
            </a:extLst>
          </p:cNvPr>
          <p:cNvSpPr/>
          <p:nvPr/>
        </p:nvSpPr>
        <p:spPr>
          <a:xfrm>
            <a:off x="7039760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42A38D-B931-BEB3-F34F-32CF9F1A8979}"/>
              </a:ext>
            </a:extLst>
          </p:cNvPr>
          <p:cNvSpPr/>
          <p:nvPr/>
        </p:nvSpPr>
        <p:spPr>
          <a:xfrm>
            <a:off x="6827229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68A33B-3235-838C-49DD-9AAAB701EB5E}"/>
              </a:ext>
            </a:extLst>
          </p:cNvPr>
          <p:cNvSpPr/>
          <p:nvPr/>
        </p:nvSpPr>
        <p:spPr>
          <a:xfrm>
            <a:off x="7204011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6D1AF8-8DB9-6821-6F1F-E6C7F78CCE6A}"/>
              </a:ext>
            </a:extLst>
          </p:cNvPr>
          <p:cNvSpPr/>
          <p:nvPr/>
        </p:nvSpPr>
        <p:spPr>
          <a:xfrm>
            <a:off x="7042143" y="424554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EA3A7F-F57C-F728-729B-2532201D8CAA}"/>
              </a:ext>
            </a:extLst>
          </p:cNvPr>
          <p:cNvSpPr/>
          <p:nvPr/>
        </p:nvSpPr>
        <p:spPr>
          <a:xfrm>
            <a:off x="6829612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8EA642-4E07-313C-5040-13B08322E188}"/>
              </a:ext>
            </a:extLst>
          </p:cNvPr>
          <p:cNvSpPr/>
          <p:nvPr/>
        </p:nvSpPr>
        <p:spPr>
          <a:xfrm>
            <a:off x="7206394" y="4245545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4AC6B2E3-CCC1-5A95-A901-3E4AB7799728}"/>
              </a:ext>
            </a:extLst>
          </p:cNvPr>
          <p:cNvSpPr txBox="1"/>
          <p:nvPr/>
        </p:nvSpPr>
        <p:spPr>
          <a:xfrm>
            <a:off x="6957259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60985ED4-EE2F-7425-932C-6A09486E02A9}"/>
              </a:ext>
            </a:extLst>
          </p:cNvPr>
          <p:cNvSpPr txBox="1"/>
          <p:nvPr/>
        </p:nvSpPr>
        <p:spPr>
          <a:xfrm>
            <a:off x="7134502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76F4B90F-F2A8-56AE-3915-6897802218A7}"/>
              </a:ext>
            </a:extLst>
          </p:cNvPr>
          <p:cNvSpPr/>
          <p:nvPr/>
        </p:nvSpPr>
        <p:spPr>
          <a:xfrm>
            <a:off x="7041917" y="43455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90FCE50-CDFE-4961-B638-4C627A7251F9}"/>
              </a:ext>
            </a:extLst>
          </p:cNvPr>
          <p:cNvSpPr/>
          <p:nvPr/>
        </p:nvSpPr>
        <p:spPr>
          <a:xfrm>
            <a:off x="6829386" y="43421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A90CC86-E44C-EA0A-E7DE-021570B35A44}"/>
              </a:ext>
            </a:extLst>
          </p:cNvPr>
          <p:cNvSpPr/>
          <p:nvPr/>
        </p:nvSpPr>
        <p:spPr>
          <a:xfrm>
            <a:off x="7206168" y="43455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C4E815B-9529-CBA6-4969-31D0022C4F8C}"/>
              </a:ext>
            </a:extLst>
          </p:cNvPr>
          <p:cNvSpPr/>
          <p:nvPr/>
        </p:nvSpPr>
        <p:spPr>
          <a:xfrm>
            <a:off x="7040351" y="4339590"/>
            <a:ext cx="170227" cy="2087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5FAFF0-3388-081F-BB51-21AF7FD34E06}"/>
              </a:ext>
            </a:extLst>
          </p:cNvPr>
          <p:cNvSpPr/>
          <p:nvPr/>
        </p:nvSpPr>
        <p:spPr>
          <a:xfrm>
            <a:off x="6827820" y="4335780"/>
            <a:ext cx="212329" cy="211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38032A0-096E-36D8-0E63-7E1EEFE38B59}"/>
              </a:ext>
            </a:extLst>
          </p:cNvPr>
          <p:cNvSpPr/>
          <p:nvPr/>
        </p:nvSpPr>
        <p:spPr>
          <a:xfrm>
            <a:off x="7204602" y="4343401"/>
            <a:ext cx="170227" cy="204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271AA16-9496-6A20-08DD-CD86A8EA3AEC}"/>
              </a:ext>
            </a:extLst>
          </p:cNvPr>
          <p:cNvSpPr txBox="1"/>
          <p:nvPr/>
        </p:nvSpPr>
        <p:spPr>
          <a:xfrm>
            <a:off x="6803871" y="435164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CBF2D05-3655-519F-C07D-ED2CA2190922}"/>
              </a:ext>
            </a:extLst>
          </p:cNvPr>
          <p:cNvSpPr txBox="1"/>
          <p:nvPr/>
        </p:nvSpPr>
        <p:spPr>
          <a:xfrm>
            <a:off x="6757562" y="421006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38A9512-2A6E-DE37-A51D-D3DBE651B5DF}"/>
              </a:ext>
            </a:extLst>
          </p:cNvPr>
          <p:cNvSpPr txBox="1"/>
          <p:nvPr/>
        </p:nvSpPr>
        <p:spPr>
          <a:xfrm>
            <a:off x="7177015" y="4208691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18664C4-81EC-C697-D898-1D10E7F8EAA3}"/>
              </a:ext>
            </a:extLst>
          </p:cNvPr>
          <p:cNvSpPr txBox="1"/>
          <p:nvPr/>
        </p:nvSpPr>
        <p:spPr>
          <a:xfrm>
            <a:off x="7010979" y="420739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F1453-3BB3-F719-8918-74BC779AEDDD}"/>
              </a:ext>
            </a:extLst>
          </p:cNvPr>
          <p:cNvSpPr/>
          <p:nvPr/>
        </p:nvSpPr>
        <p:spPr>
          <a:xfrm>
            <a:off x="4580004" y="3972428"/>
            <a:ext cx="344326" cy="194684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9570E-2EE3-8190-A88C-DB360A455B0D}"/>
              </a:ext>
            </a:extLst>
          </p:cNvPr>
          <p:cNvSpPr/>
          <p:nvPr/>
        </p:nvSpPr>
        <p:spPr>
          <a:xfrm>
            <a:off x="5083443" y="4200722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F0EB5C-7F40-8178-A527-1358F4FED4B5}"/>
              </a:ext>
            </a:extLst>
          </p:cNvPr>
          <p:cNvSpPr/>
          <p:nvPr/>
        </p:nvSpPr>
        <p:spPr>
          <a:xfrm>
            <a:off x="4900958" y="3934833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BA0B4-9BF5-8972-5A4C-ED458939088E}"/>
              </a:ext>
            </a:extLst>
          </p:cNvPr>
          <p:cNvSpPr/>
          <p:nvPr/>
        </p:nvSpPr>
        <p:spPr>
          <a:xfrm>
            <a:off x="4637081" y="3992212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10797-FE86-ABE1-8AE0-37AF467D179B}"/>
              </a:ext>
            </a:extLst>
          </p:cNvPr>
          <p:cNvSpPr txBox="1"/>
          <p:nvPr/>
        </p:nvSpPr>
        <p:spPr>
          <a:xfrm flipH="1">
            <a:off x="4564589" y="3967161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E1.2</a:t>
            </a:r>
            <a:endParaRPr lang="nb-NO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C9F901-463D-964E-9FF9-697F4DCC3B99}"/>
              </a:ext>
            </a:extLst>
          </p:cNvPr>
          <p:cNvSpPr txBox="1"/>
          <p:nvPr/>
        </p:nvSpPr>
        <p:spPr>
          <a:xfrm>
            <a:off x="6250373" y="4071888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7B0FAE-1BEC-3B91-2726-19AC6D54F47C}"/>
              </a:ext>
            </a:extLst>
          </p:cNvPr>
          <p:cNvSpPr txBox="1"/>
          <p:nvPr/>
        </p:nvSpPr>
        <p:spPr>
          <a:xfrm>
            <a:off x="8435315" y="3026842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A8CF55-9DEE-74AC-781A-D50AA4D73E9E}"/>
              </a:ext>
            </a:extLst>
          </p:cNvPr>
          <p:cNvSpPr/>
          <p:nvPr/>
        </p:nvSpPr>
        <p:spPr>
          <a:xfrm>
            <a:off x="8443809" y="3052893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83E9B3-D2E6-D877-5505-32C148551518}"/>
              </a:ext>
            </a:extLst>
          </p:cNvPr>
          <p:cNvSpPr/>
          <p:nvPr/>
        </p:nvSpPr>
        <p:spPr>
          <a:xfrm>
            <a:off x="7844410" y="5557139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779110-211F-0DC3-EE57-0987F75965F0}"/>
              </a:ext>
            </a:extLst>
          </p:cNvPr>
          <p:cNvSpPr txBox="1"/>
          <p:nvPr/>
        </p:nvSpPr>
        <p:spPr>
          <a:xfrm>
            <a:off x="7982902" y="3013121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5A370B-6E95-02B0-537C-E8819092A091}"/>
              </a:ext>
            </a:extLst>
          </p:cNvPr>
          <p:cNvSpPr txBox="1"/>
          <p:nvPr/>
        </p:nvSpPr>
        <p:spPr>
          <a:xfrm>
            <a:off x="7741094" y="3370687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121952-AAB2-A092-D6A4-94F3E41C8D78}"/>
              </a:ext>
            </a:extLst>
          </p:cNvPr>
          <p:cNvSpPr txBox="1"/>
          <p:nvPr/>
        </p:nvSpPr>
        <p:spPr>
          <a:xfrm>
            <a:off x="7413326" y="3676713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37511B-CF70-5A5D-71EE-BB747BB0E141}"/>
              </a:ext>
            </a:extLst>
          </p:cNvPr>
          <p:cNvSpPr/>
          <p:nvPr/>
        </p:nvSpPr>
        <p:spPr>
          <a:xfrm>
            <a:off x="7464803" y="366721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5B687B-5C56-4B91-7CBA-9DDD05693933}"/>
              </a:ext>
            </a:extLst>
          </p:cNvPr>
          <p:cNvSpPr/>
          <p:nvPr/>
        </p:nvSpPr>
        <p:spPr>
          <a:xfrm>
            <a:off x="7464804" y="366721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5A5B0D-8976-2BAE-0FF9-7B8E3C30FDBF}"/>
              </a:ext>
            </a:extLst>
          </p:cNvPr>
          <p:cNvSpPr/>
          <p:nvPr/>
        </p:nvSpPr>
        <p:spPr>
          <a:xfrm>
            <a:off x="8288430" y="367288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A5427-6283-1283-56AD-A9C4AA437E75}"/>
              </a:ext>
            </a:extLst>
          </p:cNvPr>
          <p:cNvSpPr/>
          <p:nvPr/>
        </p:nvSpPr>
        <p:spPr>
          <a:xfrm>
            <a:off x="8075899" y="366949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E0523F-5965-2A8C-8658-D49DF2156149}"/>
              </a:ext>
            </a:extLst>
          </p:cNvPr>
          <p:cNvSpPr/>
          <p:nvPr/>
        </p:nvSpPr>
        <p:spPr>
          <a:xfrm>
            <a:off x="8452681" y="36728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E7C5B6-607E-B4DF-9BC5-DBBC20703FB7}"/>
              </a:ext>
            </a:extLst>
          </p:cNvPr>
          <p:cNvSpPr/>
          <p:nvPr/>
        </p:nvSpPr>
        <p:spPr>
          <a:xfrm>
            <a:off x="8290813" y="377527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C212D64-DBFC-B8C5-C9A1-2369F5A1EBBE}"/>
              </a:ext>
            </a:extLst>
          </p:cNvPr>
          <p:cNvSpPr/>
          <p:nvPr/>
        </p:nvSpPr>
        <p:spPr>
          <a:xfrm>
            <a:off x="8078282" y="377189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D72551-E62D-C1F8-04BE-8FFC9C3C5930}"/>
              </a:ext>
            </a:extLst>
          </p:cNvPr>
          <p:cNvSpPr/>
          <p:nvPr/>
        </p:nvSpPr>
        <p:spPr>
          <a:xfrm>
            <a:off x="8455064" y="3775276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DA2786-7B9F-38DD-6BFF-1FDD5CE1E12E}"/>
              </a:ext>
            </a:extLst>
          </p:cNvPr>
          <p:cNvSpPr txBox="1"/>
          <p:nvPr/>
        </p:nvSpPr>
        <p:spPr>
          <a:xfrm>
            <a:off x="8205929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9FA0E1-6ECF-6CE6-0D0F-D764E845CD1C}"/>
              </a:ext>
            </a:extLst>
          </p:cNvPr>
          <p:cNvSpPr txBox="1"/>
          <p:nvPr/>
        </p:nvSpPr>
        <p:spPr>
          <a:xfrm>
            <a:off x="8389183" y="363325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030FEB-8D0B-3DC2-BC83-52519C6C30FF}"/>
              </a:ext>
            </a:extLst>
          </p:cNvPr>
          <p:cNvSpPr/>
          <p:nvPr/>
        </p:nvSpPr>
        <p:spPr>
          <a:xfrm>
            <a:off x="8290587" y="387528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BF4865-5799-B513-0A17-D831ADC9A58E}"/>
              </a:ext>
            </a:extLst>
          </p:cNvPr>
          <p:cNvSpPr/>
          <p:nvPr/>
        </p:nvSpPr>
        <p:spPr>
          <a:xfrm>
            <a:off x="8078056" y="387190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ABE3DA-955A-4185-79AC-9B37257E3F83}"/>
              </a:ext>
            </a:extLst>
          </p:cNvPr>
          <p:cNvSpPr/>
          <p:nvPr/>
        </p:nvSpPr>
        <p:spPr>
          <a:xfrm>
            <a:off x="8454838" y="387528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22F667-CAAE-2585-0C68-3FACF0A66177}"/>
              </a:ext>
            </a:extLst>
          </p:cNvPr>
          <p:cNvSpPr/>
          <p:nvPr/>
        </p:nvSpPr>
        <p:spPr>
          <a:xfrm>
            <a:off x="8289021" y="39774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DA03192-9A87-7358-8F59-F533D20B03ED}"/>
              </a:ext>
            </a:extLst>
          </p:cNvPr>
          <p:cNvSpPr/>
          <p:nvPr/>
        </p:nvSpPr>
        <p:spPr>
          <a:xfrm>
            <a:off x="8076490" y="397409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2FCE4F-D1C6-B2F3-900B-90C0FDBE74EE}"/>
              </a:ext>
            </a:extLst>
          </p:cNvPr>
          <p:cNvSpPr/>
          <p:nvPr/>
        </p:nvSpPr>
        <p:spPr>
          <a:xfrm>
            <a:off x="8453272" y="397748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1D7E83-72B2-E2AC-AA09-F075809BDD3E}"/>
              </a:ext>
            </a:extLst>
          </p:cNvPr>
          <p:cNvSpPr txBox="1"/>
          <p:nvPr/>
        </p:nvSpPr>
        <p:spPr>
          <a:xfrm>
            <a:off x="8051955" y="393332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8BD31C-A6D2-E540-8F21-964F6BE5DFD6}"/>
              </a:ext>
            </a:extLst>
          </p:cNvPr>
          <p:cNvSpPr txBox="1"/>
          <p:nvPr/>
        </p:nvSpPr>
        <p:spPr>
          <a:xfrm>
            <a:off x="8019821" y="383052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FCFAD012-D7D8-07DB-C980-D5A5E7392C05}"/>
              </a:ext>
            </a:extLst>
          </p:cNvPr>
          <p:cNvSpPr txBox="1"/>
          <p:nvPr/>
        </p:nvSpPr>
        <p:spPr>
          <a:xfrm>
            <a:off x="8006232" y="373979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2A9AC97A-E42A-817B-796C-F960FB683AC6}"/>
              </a:ext>
            </a:extLst>
          </p:cNvPr>
          <p:cNvSpPr txBox="1"/>
          <p:nvPr/>
        </p:nvSpPr>
        <p:spPr>
          <a:xfrm>
            <a:off x="8269290" y="373082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10CAFBE3-A73F-6C15-6896-966AD26D03F8}"/>
              </a:ext>
            </a:extLst>
          </p:cNvPr>
          <p:cNvSpPr txBox="1"/>
          <p:nvPr/>
        </p:nvSpPr>
        <p:spPr>
          <a:xfrm>
            <a:off x="7413937" y="3676344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E8F2079C-ECFD-98A6-64C2-2949DFFA7BD2}"/>
              </a:ext>
            </a:extLst>
          </p:cNvPr>
          <p:cNvSpPr/>
          <p:nvPr/>
        </p:nvSpPr>
        <p:spPr>
          <a:xfrm>
            <a:off x="7464711" y="417465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824B967A-1B1D-C1BD-8B3D-FABD1DC47ECC}"/>
              </a:ext>
            </a:extLst>
          </p:cNvPr>
          <p:cNvSpPr/>
          <p:nvPr/>
        </p:nvSpPr>
        <p:spPr>
          <a:xfrm>
            <a:off x="7464712" y="417464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4317601F-B1C0-175D-266C-4681C4605BDC}"/>
              </a:ext>
            </a:extLst>
          </p:cNvPr>
          <p:cNvSpPr/>
          <p:nvPr/>
        </p:nvSpPr>
        <p:spPr>
          <a:xfrm>
            <a:off x="8288338" y="418031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70DCAD04-E6DB-CDE6-3F4B-55321FFF8897}"/>
              </a:ext>
            </a:extLst>
          </p:cNvPr>
          <p:cNvSpPr/>
          <p:nvPr/>
        </p:nvSpPr>
        <p:spPr>
          <a:xfrm>
            <a:off x="8075807" y="417693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BB26CFC-7F17-B651-B090-8F6A8C99BB79}"/>
              </a:ext>
            </a:extLst>
          </p:cNvPr>
          <p:cNvSpPr/>
          <p:nvPr/>
        </p:nvSpPr>
        <p:spPr>
          <a:xfrm>
            <a:off x="8452589" y="41803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2C8309B-401C-0FCC-C1EB-B87049036922}"/>
              </a:ext>
            </a:extLst>
          </p:cNvPr>
          <p:cNvSpPr/>
          <p:nvPr/>
        </p:nvSpPr>
        <p:spPr>
          <a:xfrm>
            <a:off x="8290721" y="4282709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B1316AE0-B8EF-4213-7277-E4A349AE6EE6}"/>
              </a:ext>
            </a:extLst>
          </p:cNvPr>
          <p:cNvSpPr/>
          <p:nvPr/>
        </p:nvSpPr>
        <p:spPr>
          <a:xfrm>
            <a:off x="8078190" y="427932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D9E4B352-4D3B-D00A-32FC-188417798DF3}"/>
              </a:ext>
            </a:extLst>
          </p:cNvPr>
          <p:cNvSpPr/>
          <p:nvPr/>
        </p:nvSpPr>
        <p:spPr>
          <a:xfrm>
            <a:off x="8454972" y="4282708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8CD85445-0538-C557-C182-B3B6B29F67F7}"/>
              </a:ext>
            </a:extLst>
          </p:cNvPr>
          <p:cNvSpPr txBox="1"/>
          <p:nvPr/>
        </p:nvSpPr>
        <p:spPr>
          <a:xfrm>
            <a:off x="8205837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C49D769-D86E-3072-2D50-89DFE428A3B2}"/>
              </a:ext>
            </a:extLst>
          </p:cNvPr>
          <p:cNvSpPr txBox="1"/>
          <p:nvPr/>
        </p:nvSpPr>
        <p:spPr>
          <a:xfrm>
            <a:off x="8389091" y="414069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E01026A-891A-D013-6D1B-29DFF8005152}"/>
              </a:ext>
            </a:extLst>
          </p:cNvPr>
          <p:cNvSpPr/>
          <p:nvPr/>
        </p:nvSpPr>
        <p:spPr>
          <a:xfrm>
            <a:off x="8290495" y="438271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6C0785F6-5328-8D91-BBEA-571B55774F70}"/>
              </a:ext>
            </a:extLst>
          </p:cNvPr>
          <p:cNvSpPr/>
          <p:nvPr/>
        </p:nvSpPr>
        <p:spPr>
          <a:xfrm>
            <a:off x="8077964" y="43793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35A317AA-1A4A-5D35-6489-E11EE284A166}"/>
              </a:ext>
            </a:extLst>
          </p:cNvPr>
          <p:cNvSpPr/>
          <p:nvPr/>
        </p:nvSpPr>
        <p:spPr>
          <a:xfrm>
            <a:off x="8454746" y="438271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0F6F45-2E78-661C-8ABB-6EA98C56B5AD}"/>
              </a:ext>
            </a:extLst>
          </p:cNvPr>
          <p:cNvSpPr/>
          <p:nvPr/>
        </p:nvSpPr>
        <p:spPr>
          <a:xfrm>
            <a:off x="8288929" y="4484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A96F62FA-35C6-935C-0417-DEEED7B1BB71}"/>
              </a:ext>
            </a:extLst>
          </p:cNvPr>
          <p:cNvSpPr/>
          <p:nvPr/>
        </p:nvSpPr>
        <p:spPr>
          <a:xfrm>
            <a:off x="8076398" y="448152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43DC294C-A76B-9365-C5CB-2267B9B26B27}"/>
              </a:ext>
            </a:extLst>
          </p:cNvPr>
          <p:cNvSpPr/>
          <p:nvPr/>
        </p:nvSpPr>
        <p:spPr>
          <a:xfrm>
            <a:off x="8453180" y="448491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990274DF-2FA9-2695-5343-4431C8CF5EFF}"/>
              </a:ext>
            </a:extLst>
          </p:cNvPr>
          <p:cNvSpPr txBox="1"/>
          <p:nvPr/>
        </p:nvSpPr>
        <p:spPr>
          <a:xfrm>
            <a:off x="8051863" y="444076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FFBCE38D-A23F-F5CE-7CE0-0566A5D92C7F}"/>
              </a:ext>
            </a:extLst>
          </p:cNvPr>
          <p:cNvSpPr txBox="1"/>
          <p:nvPr/>
        </p:nvSpPr>
        <p:spPr>
          <a:xfrm>
            <a:off x="8019729" y="433795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0BC7DC80-A3AE-7FBB-D769-691CED76BFD5}"/>
              </a:ext>
            </a:extLst>
          </p:cNvPr>
          <p:cNvSpPr txBox="1"/>
          <p:nvPr/>
        </p:nvSpPr>
        <p:spPr>
          <a:xfrm>
            <a:off x="8006140" y="424722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5335E01E-151B-E4BA-B6D5-6EA3C6A38D5F}"/>
              </a:ext>
            </a:extLst>
          </p:cNvPr>
          <p:cNvSpPr txBox="1"/>
          <p:nvPr/>
        </p:nvSpPr>
        <p:spPr>
          <a:xfrm>
            <a:off x="8246511" y="42374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995F3144-C6A3-1F41-7044-40736011F3EC}"/>
              </a:ext>
            </a:extLst>
          </p:cNvPr>
          <p:cNvSpPr txBox="1"/>
          <p:nvPr/>
        </p:nvSpPr>
        <p:spPr>
          <a:xfrm>
            <a:off x="8426667" y="423900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1B1D7B82-12DD-E51C-439C-0DE221DCD3E6}"/>
              </a:ext>
            </a:extLst>
          </p:cNvPr>
          <p:cNvSpPr/>
          <p:nvPr/>
        </p:nvSpPr>
        <p:spPr>
          <a:xfrm>
            <a:off x="7466120" y="4669560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716D7C7-4C9D-5B8D-186A-078346A65134}"/>
              </a:ext>
            </a:extLst>
          </p:cNvPr>
          <p:cNvSpPr/>
          <p:nvPr/>
        </p:nvSpPr>
        <p:spPr>
          <a:xfrm>
            <a:off x="7466121" y="4669558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91BE6AB-28F7-CE47-DB4E-00986DD49651}"/>
              </a:ext>
            </a:extLst>
          </p:cNvPr>
          <p:cNvSpPr/>
          <p:nvPr/>
        </p:nvSpPr>
        <p:spPr>
          <a:xfrm>
            <a:off x="8289747" y="46752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D7B0B50-7950-344F-6652-39E9F0F5A560}"/>
              </a:ext>
            </a:extLst>
          </p:cNvPr>
          <p:cNvSpPr/>
          <p:nvPr/>
        </p:nvSpPr>
        <p:spPr>
          <a:xfrm>
            <a:off x="8077216" y="467184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1E8CE335-9ABD-C4D5-2923-48C99CDB980E}"/>
              </a:ext>
            </a:extLst>
          </p:cNvPr>
          <p:cNvSpPr/>
          <p:nvPr/>
        </p:nvSpPr>
        <p:spPr>
          <a:xfrm>
            <a:off x="8453998" y="46752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05D83D5-0D97-4E04-F8F6-1DE657B3B320}"/>
              </a:ext>
            </a:extLst>
          </p:cNvPr>
          <p:cNvSpPr/>
          <p:nvPr/>
        </p:nvSpPr>
        <p:spPr>
          <a:xfrm>
            <a:off x="8292130" y="4777619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0C810EF7-5401-081D-9D5C-9AE2D46A5AC1}"/>
              </a:ext>
            </a:extLst>
          </p:cNvPr>
          <p:cNvSpPr/>
          <p:nvPr/>
        </p:nvSpPr>
        <p:spPr>
          <a:xfrm>
            <a:off x="8079599" y="47742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1FE06D6-146E-8453-45BD-2BADB1DFF3FD}"/>
              </a:ext>
            </a:extLst>
          </p:cNvPr>
          <p:cNvSpPr/>
          <p:nvPr/>
        </p:nvSpPr>
        <p:spPr>
          <a:xfrm>
            <a:off x="8456381" y="4777618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441AE36-1356-332D-7170-F2CDD4C9E746}"/>
              </a:ext>
            </a:extLst>
          </p:cNvPr>
          <p:cNvSpPr txBox="1"/>
          <p:nvPr/>
        </p:nvSpPr>
        <p:spPr>
          <a:xfrm>
            <a:off x="8207246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25E4C94C-B7D6-03D0-325D-44BA202575AF}"/>
              </a:ext>
            </a:extLst>
          </p:cNvPr>
          <p:cNvSpPr txBox="1"/>
          <p:nvPr/>
        </p:nvSpPr>
        <p:spPr>
          <a:xfrm>
            <a:off x="8390500" y="4635601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09A0F1C2-C3B4-5673-CC34-FA90DC5E9F3F}"/>
              </a:ext>
            </a:extLst>
          </p:cNvPr>
          <p:cNvSpPr/>
          <p:nvPr/>
        </p:nvSpPr>
        <p:spPr>
          <a:xfrm>
            <a:off x="8291904" y="48776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EDD9F1F-7290-9054-7BCB-79FA8E603D9A}"/>
              </a:ext>
            </a:extLst>
          </p:cNvPr>
          <p:cNvSpPr/>
          <p:nvPr/>
        </p:nvSpPr>
        <p:spPr>
          <a:xfrm>
            <a:off x="8079373" y="48742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52FC64B7-6211-1A32-51B0-049F531D8078}"/>
              </a:ext>
            </a:extLst>
          </p:cNvPr>
          <p:cNvSpPr/>
          <p:nvPr/>
        </p:nvSpPr>
        <p:spPr>
          <a:xfrm>
            <a:off x="8456155" y="48776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0B49F6C2-D982-3024-1F82-A67A82EEF514}"/>
              </a:ext>
            </a:extLst>
          </p:cNvPr>
          <p:cNvSpPr/>
          <p:nvPr/>
        </p:nvSpPr>
        <p:spPr>
          <a:xfrm>
            <a:off x="8290338" y="497982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3B708FDF-EC10-6E32-E75E-5307E026530D}"/>
              </a:ext>
            </a:extLst>
          </p:cNvPr>
          <p:cNvSpPr/>
          <p:nvPr/>
        </p:nvSpPr>
        <p:spPr>
          <a:xfrm>
            <a:off x="8077807" y="497643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F5A99D8F-4EA0-B400-9C14-F67DDE75791F}"/>
              </a:ext>
            </a:extLst>
          </p:cNvPr>
          <p:cNvSpPr/>
          <p:nvPr/>
        </p:nvSpPr>
        <p:spPr>
          <a:xfrm>
            <a:off x="8454589" y="49798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E929B5DF-3DB8-7572-4350-7DF319976BDC}"/>
              </a:ext>
            </a:extLst>
          </p:cNvPr>
          <p:cNvSpPr txBox="1"/>
          <p:nvPr/>
        </p:nvSpPr>
        <p:spPr>
          <a:xfrm>
            <a:off x="8053272" y="493567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45ED1DB2-7D94-5EC4-0821-D1AB47255464}"/>
              </a:ext>
            </a:extLst>
          </p:cNvPr>
          <p:cNvSpPr txBox="1"/>
          <p:nvPr/>
        </p:nvSpPr>
        <p:spPr>
          <a:xfrm>
            <a:off x="8021138" y="4832864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1F10CA2B-0D0B-A5A9-F46B-574E0B335423}"/>
              </a:ext>
            </a:extLst>
          </p:cNvPr>
          <p:cNvSpPr txBox="1"/>
          <p:nvPr/>
        </p:nvSpPr>
        <p:spPr>
          <a:xfrm>
            <a:off x="8007549" y="4742136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69AAB809-E681-520C-6237-5731EA586FF2}"/>
              </a:ext>
            </a:extLst>
          </p:cNvPr>
          <p:cNvSpPr txBox="1"/>
          <p:nvPr/>
        </p:nvSpPr>
        <p:spPr>
          <a:xfrm>
            <a:off x="8262251" y="473983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0D78CF3E-E5CF-9459-B18E-6D00C1A5B828}"/>
              </a:ext>
            </a:extLst>
          </p:cNvPr>
          <p:cNvSpPr txBox="1"/>
          <p:nvPr/>
        </p:nvSpPr>
        <p:spPr>
          <a:xfrm>
            <a:off x="8412570" y="473637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71C4BDC9-060A-A617-AF11-612069D1AF95}"/>
              </a:ext>
            </a:extLst>
          </p:cNvPr>
          <p:cNvSpPr txBox="1"/>
          <p:nvPr/>
        </p:nvSpPr>
        <p:spPr>
          <a:xfrm>
            <a:off x="7384674" y="4142092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1356" name="TextBox 1355">
            <a:extLst>
              <a:ext uri="{FF2B5EF4-FFF2-40B4-BE49-F238E27FC236}">
                <a16:creationId xmlns:a16="http://schemas.microsoft.com/office/drawing/2014/main" id="{5F100553-10CE-5ED2-3B08-AA2285E2ECE2}"/>
              </a:ext>
            </a:extLst>
          </p:cNvPr>
          <p:cNvSpPr txBox="1"/>
          <p:nvPr/>
        </p:nvSpPr>
        <p:spPr>
          <a:xfrm>
            <a:off x="7450136" y="4689361"/>
            <a:ext cx="8192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Piston 1 broken</a:t>
            </a:r>
          </a:p>
        </p:txBody>
      </p:sp>
      <p:sp>
        <p:nvSpPr>
          <p:cNvPr id="1357" name="Cross 1356">
            <a:extLst>
              <a:ext uri="{FF2B5EF4-FFF2-40B4-BE49-F238E27FC236}">
                <a16:creationId xmlns:a16="http://schemas.microsoft.com/office/drawing/2014/main" id="{E9F59D19-E94C-44FB-DAAC-5DFBB6402AE5}"/>
              </a:ext>
            </a:extLst>
          </p:cNvPr>
          <p:cNvSpPr/>
          <p:nvPr/>
        </p:nvSpPr>
        <p:spPr>
          <a:xfrm>
            <a:off x="7681452" y="346081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TextBox 1358">
            <a:extLst>
              <a:ext uri="{FF2B5EF4-FFF2-40B4-BE49-F238E27FC236}">
                <a16:creationId xmlns:a16="http://schemas.microsoft.com/office/drawing/2014/main" id="{8DE455E8-688A-C73A-6B07-82A6D5F8C9BA}"/>
              </a:ext>
            </a:extLst>
          </p:cNvPr>
          <p:cNvSpPr txBox="1"/>
          <p:nvPr/>
        </p:nvSpPr>
        <p:spPr>
          <a:xfrm>
            <a:off x="8425953" y="373106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7FBA2364-5DA8-11BD-8926-751166BADCAE}"/>
              </a:ext>
            </a:extLst>
          </p:cNvPr>
          <p:cNvSpPr/>
          <p:nvPr/>
        </p:nvSpPr>
        <p:spPr>
          <a:xfrm>
            <a:off x="7858687" y="316334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37D68890-86BF-AB1D-210F-87EDBEE1BD8C}"/>
              </a:ext>
            </a:extLst>
          </p:cNvPr>
          <p:cNvSpPr/>
          <p:nvPr/>
        </p:nvSpPr>
        <p:spPr>
          <a:xfrm>
            <a:off x="8647230" y="304038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1DC79B5B-4FEF-2349-FF66-17CF19C0162F}"/>
              </a:ext>
            </a:extLst>
          </p:cNvPr>
          <p:cNvSpPr txBox="1"/>
          <p:nvPr/>
        </p:nvSpPr>
        <p:spPr>
          <a:xfrm>
            <a:off x="8137431" y="3014393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364" name="Straight Connector 1363">
            <a:extLst>
              <a:ext uri="{FF2B5EF4-FFF2-40B4-BE49-F238E27FC236}">
                <a16:creationId xmlns:a16="http://schemas.microsoft.com/office/drawing/2014/main" id="{23034841-6365-100C-A0E0-20F601B36EDB}"/>
              </a:ext>
            </a:extLst>
          </p:cNvPr>
          <p:cNvCxnSpPr>
            <a:cxnSpLocks/>
          </p:cNvCxnSpPr>
          <p:nvPr/>
        </p:nvCxnSpPr>
        <p:spPr>
          <a:xfrm>
            <a:off x="8053215" y="316334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5E830970-0E1A-4AE7-983D-0C3D680230EB}"/>
              </a:ext>
            </a:extLst>
          </p:cNvPr>
          <p:cNvCxnSpPr>
            <a:cxnSpLocks/>
          </p:cNvCxnSpPr>
          <p:nvPr/>
        </p:nvCxnSpPr>
        <p:spPr>
          <a:xfrm>
            <a:off x="8234190" y="316334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6" name="Straight Connector 1365">
            <a:extLst>
              <a:ext uri="{FF2B5EF4-FFF2-40B4-BE49-F238E27FC236}">
                <a16:creationId xmlns:a16="http://schemas.microsoft.com/office/drawing/2014/main" id="{8C877D95-21A2-1D15-5633-8D64FFC7249D}"/>
              </a:ext>
            </a:extLst>
          </p:cNvPr>
          <p:cNvCxnSpPr>
            <a:cxnSpLocks/>
          </p:cNvCxnSpPr>
          <p:nvPr/>
        </p:nvCxnSpPr>
        <p:spPr>
          <a:xfrm>
            <a:off x="8365157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4471BC35-A5F2-1C2D-49F9-D6032DBEB268}"/>
              </a:ext>
            </a:extLst>
          </p:cNvPr>
          <p:cNvCxnSpPr>
            <a:cxnSpLocks/>
          </p:cNvCxnSpPr>
          <p:nvPr/>
        </p:nvCxnSpPr>
        <p:spPr>
          <a:xfrm>
            <a:off x="8493741" y="316334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9" name="TextBox 1368">
            <a:extLst>
              <a:ext uri="{FF2B5EF4-FFF2-40B4-BE49-F238E27FC236}">
                <a16:creationId xmlns:a16="http://schemas.microsoft.com/office/drawing/2014/main" id="{9AEDC944-F1B4-69C6-D458-39B393F9F091}"/>
              </a:ext>
            </a:extLst>
          </p:cNvPr>
          <p:cNvSpPr txBox="1"/>
          <p:nvPr/>
        </p:nvSpPr>
        <p:spPr>
          <a:xfrm>
            <a:off x="8638736" y="314074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271FB8DE-98FB-6DC7-8409-4AF2E421678E}"/>
              </a:ext>
            </a:extLst>
          </p:cNvPr>
          <p:cNvSpPr/>
          <p:nvPr/>
        </p:nvSpPr>
        <p:spPr>
          <a:xfrm>
            <a:off x="8647230" y="316679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371" name="Picture 1370">
            <a:extLst>
              <a:ext uri="{FF2B5EF4-FFF2-40B4-BE49-F238E27FC236}">
                <a16:creationId xmlns:a16="http://schemas.microsoft.com/office/drawing/2014/main" id="{FB9ECDAD-FF15-3F41-ECAC-7288712A0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78328" b="-4822"/>
          <a:stretch/>
        </p:blipFill>
        <p:spPr>
          <a:xfrm>
            <a:off x="7905024" y="3174463"/>
            <a:ext cx="101441" cy="95055"/>
          </a:xfrm>
          <a:prstGeom prst="rect">
            <a:avLst/>
          </a:prstGeom>
        </p:spPr>
      </p:pic>
      <p:sp>
        <p:nvSpPr>
          <p:cNvPr id="1372" name="TextBox 1371">
            <a:extLst>
              <a:ext uri="{FF2B5EF4-FFF2-40B4-BE49-F238E27FC236}">
                <a16:creationId xmlns:a16="http://schemas.microsoft.com/office/drawing/2014/main" id="{2C22FD6E-DFD4-D73F-9CCF-F6304ED83FB0}"/>
              </a:ext>
            </a:extLst>
          </p:cNvPr>
          <p:cNvSpPr txBox="1"/>
          <p:nvPr/>
        </p:nvSpPr>
        <p:spPr>
          <a:xfrm>
            <a:off x="8049720" y="3127657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1373" name="TextBox 1372">
            <a:extLst>
              <a:ext uri="{FF2B5EF4-FFF2-40B4-BE49-F238E27FC236}">
                <a16:creationId xmlns:a16="http://schemas.microsoft.com/office/drawing/2014/main" id="{A393273C-8243-6914-F9F0-B6DF564A4CBF}"/>
              </a:ext>
            </a:extLst>
          </p:cNvPr>
          <p:cNvSpPr txBox="1"/>
          <p:nvPr/>
        </p:nvSpPr>
        <p:spPr>
          <a:xfrm>
            <a:off x="7558519" y="4936264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88B211DA-6BB0-EDC4-7B7C-BA6CF3EF1194}"/>
              </a:ext>
            </a:extLst>
          </p:cNvPr>
          <p:cNvSpPr txBox="1"/>
          <p:nvPr/>
        </p:nvSpPr>
        <p:spPr>
          <a:xfrm>
            <a:off x="7715298" y="3491984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1375" name="Arrow: Down 1374">
            <a:extLst>
              <a:ext uri="{FF2B5EF4-FFF2-40B4-BE49-F238E27FC236}">
                <a16:creationId xmlns:a16="http://schemas.microsoft.com/office/drawing/2014/main" id="{3E354C3E-9252-010F-0023-77F34E23EA73}"/>
              </a:ext>
            </a:extLst>
          </p:cNvPr>
          <p:cNvSpPr/>
          <p:nvPr/>
        </p:nvSpPr>
        <p:spPr>
          <a:xfrm>
            <a:off x="7643674" y="5179655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B51408B9-FD63-404A-C0D0-CB1BE3C7C0BF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E5AB039F-75B8-6C99-9112-F5C6735A6A3F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2E380D97-F146-AA25-06AB-4EAC590143AF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87" name="Rectangle 1386">
            <a:extLst>
              <a:ext uri="{FF2B5EF4-FFF2-40B4-BE49-F238E27FC236}">
                <a16:creationId xmlns:a16="http://schemas.microsoft.com/office/drawing/2014/main" id="{79FE43AC-5627-BF89-7A72-906274326E1C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8C7A4B42-183C-70EB-828B-8A1A197F1B23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Rectangle 1389">
            <a:extLst>
              <a:ext uri="{FF2B5EF4-FFF2-40B4-BE49-F238E27FC236}">
                <a16:creationId xmlns:a16="http://schemas.microsoft.com/office/drawing/2014/main" id="{D4105EAD-36F6-8014-E9D5-98ADC9F6B3F6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391" name="Straight Connector 1390">
            <a:extLst>
              <a:ext uri="{FF2B5EF4-FFF2-40B4-BE49-F238E27FC236}">
                <a16:creationId xmlns:a16="http://schemas.microsoft.com/office/drawing/2014/main" id="{78514E8C-3D67-3BB0-6466-DDE54D61406B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Connector 1391">
            <a:extLst>
              <a:ext uri="{FF2B5EF4-FFF2-40B4-BE49-F238E27FC236}">
                <a16:creationId xmlns:a16="http://schemas.microsoft.com/office/drawing/2014/main" id="{8A7796D9-81FB-35B8-03EF-9F24A50DABF6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A0770C6B-B9F1-F65E-C9F5-C36FD5B6577A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1393">
            <a:extLst>
              <a:ext uri="{FF2B5EF4-FFF2-40B4-BE49-F238E27FC236}">
                <a16:creationId xmlns:a16="http://schemas.microsoft.com/office/drawing/2014/main" id="{6C1ABC2E-6A71-0024-7716-A6B6766171A2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TextBox 1394">
            <a:extLst>
              <a:ext uri="{FF2B5EF4-FFF2-40B4-BE49-F238E27FC236}">
                <a16:creationId xmlns:a16="http://schemas.microsoft.com/office/drawing/2014/main" id="{570EE438-7C7E-4BB6-5EB7-AF0B1265AC8D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D8491A51-0334-A0F3-6388-87B5EF7CC5FD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BA03B280-277D-6791-DF30-350224B4F286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8E10A93F-8957-9A1F-2EA9-627FC9C476EC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4F9DE8B3-616E-E902-C4B7-BED3BB2A6372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60DC4A60-D323-D5D3-64C0-46AB2EB711CE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A3A2ED5B-E943-2198-4B07-B6C29D8B351F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770242A9-EEA7-994D-9360-33B4719B9E0F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32FD6672-018D-03F7-7908-C6DDFD197D67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404" name="Straight Connector 1403">
            <a:extLst>
              <a:ext uri="{FF2B5EF4-FFF2-40B4-BE49-F238E27FC236}">
                <a16:creationId xmlns:a16="http://schemas.microsoft.com/office/drawing/2014/main" id="{9CEB525E-B28D-BCF9-CBAA-3E3C99F9D26D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Straight Connector 1404">
            <a:extLst>
              <a:ext uri="{FF2B5EF4-FFF2-40B4-BE49-F238E27FC236}">
                <a16:creationId xmlns:a16="http://schemas.microsoft.com/office/drawing/2014/main" id="{C6D741FA-66A5-C50D-6E88-48D80FFA7010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" name="Straight Connector 1405">
            <a:extLst>
              <a:ext uri="{FF2B5EF4-FFF2-40B4-BE49-F238E27FC236}">
                <a16:creationId xmlns:a16="http://schemas.microsoft.com/office/drawing/2014/main" id="{10592BCA-0AC2-ADEC-0521-EF982F90FBCC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Straight Connector 1406">
            <a:extLst>
              <a:ext uri="{FF2B5EF4-FFF2-40B4-BE49-F238E27FC236}">
                <a16:creationId xmlns:a16="http://schemas.microsoft.com/office/drawing/2014/main" id="{B2F4052E-E319-C592-EBC2-8C16159ADFA2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62B1DCD-5761-8282-ECC9-CAEB1AEA34E3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D0BD62-FB5A-933D-9B72-F95B669F7029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366C8A-7BCB-E861-0742-A2C2504EC6A5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DF6186-715A-4B3C-A4DB-DE7D589DB91D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0C5919-2110-4694-CCA4-D051FE3DFF0C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FA435A1-EC9C-586A-B9E4-3C9037977C55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BA5011-8145-B430-00CD-71E521C756D5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6E97FC-DFFF-AE5C-7612-AAB9C2AB1D0B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F68D74-1E98-5CC4-FCA2-7BC624C6AF5B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7A7CE8D-4C42-06F2-E32F-999B1D318A8D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A94CFB-B4B7-42A4-E6A8-15E27EF1FEF1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DB54F73-1305-0285-FA66-1CA8E3F26458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F8F935-1D88-4438-6FA2-AEC8D204E2F9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816A8D0-438C-ED1F-BC1E-250C595D5B3F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ECA0C3-80C7-A08E-4DD2-19827C640369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8B0563-9592-BD91-CB51-9E449EC3A748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2DD5B2-2000-4D85-B8FE-C889572A0C3B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955F29-9F8C-8AAC-8F13-4D049DA4715A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FB9E29E-4511-166A-A186-B366690B1D86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5503E0A-8D74-5811-A140-65C10F115A4A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35F8B9-B750-E9BA-2DD9-D73902A3C9EA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CFE5347-5F16-76D0-B5B9-C8FC0EA1BD2B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57F0F8A-8D42-5108-0C67-9355A8579FC9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FC01B18-5317-F373-E06E-A10291049897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A600DA5D-CC49-EC16-9AB6-432B4AA6CA09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F7AC69E-9290-8126-0743-A01B072916A5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F0853438-9BCD-E585-01C9-D4234853B506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C1E0570-B56F-9624-D6C8-EEEE931F4759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91B7A2-A646-1652-07A3-E1B10C87B914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85EA95A-8D97-077E-6EA6-8C2B9C0A35C1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687EA66-5A43-6380-B9F9-2C878608D7C1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3E32F45-79FC-CD68-7B07-63623322698A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EF8221C-18FF-6B4C-E846-B8F345EFD54E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160CA35-706A-9851-A070-24383BBAC517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14B4891-0B16-EB81-50AB-149573B058FD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DD923BB-CC8F-B77B-CC85-B83941029651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19298849-AEEF-ECC9-4891-408D37EB4491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0723D012-D96F-5EEC-495E-6CD74FFCC26B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ADAF026B-53F2-0DEC-C166-1ED53E84DAA5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B149D276-F306-9AFE-7DE0-8BA930EE66D8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F8A9A4A0-466D-B926-955A-14AE16F95058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EA9A2D81-1CE6-71A3-1E27-67F9CE9FFF84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F3316E1-9F17-D29F-1417-719342671269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26CF804-3F6A-9645-3964-8705F608F78F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CF1A896-47D6-2115-D0BD-ED98196FDD6A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C3F8864-C6F6-6AC1-9F32-A2E4656D3447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673FE56B-9AAA-134F-DC37-4989ECC7985D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244262D-D16E-5931-BDFC-0ED613C2E50A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025E249E-22B2-1298-0A5C-A82D3B1EB096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1CA5F5-01A0-40A0-C437-676555605EF8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5CCA5C9A-0A57-3BA1-D645-BABE53E79455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9BEEBCDC-2C13-827D-3153-B3B30830A34E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55685B0A-7BA6-E2DA-FD10-648D4D21B269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36B921CA-32ED-3A60-965B-8352C39E07A4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34BCEC6A-C990-FEF5-52D7-E07A43DE7E11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1E5505B1-E3B6-2E16-0445-7D60161B13C0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14D14F0-FB0C-EEBC-AA9C-0FA2D5A2E5E6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445A95D-BCC8-F1D9-0A08-C8CCE9139E17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F54245AD-9CA1-2719-76FC-761100594744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D20E5B09-CF25-B511-4BE0-23892104687E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03A4E4B4-4402-2021-5C68-4B9AE11B43BB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97E4905-831C-E77B-3633-763E4A7245D0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05EAA852-5B60-3491-E854-C7C81F654B33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970FEFA8-A74E-6EC4-CA9A-3DA504DF89DB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FABF3B40-1E85-5B94-80F5-3F6B6B505448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C8FB2C0A-7555-6C40-3541-4358E37F7E91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C432CDC-0104-FB74-E149-5DB96FC9766D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E9B71958-7FCD-0E27-34DD-E2CCC57E4484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03FFE652-EA68-AC51-8A9A-0894DD203A2B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7F27A00-2C4C-13FE-0FD4-6BE98FCBDA07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24B960B-408D-1A0A-5585-9F4CDB4E5265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4FD3E82E-868E-90AD-4989-16ED7FF93B02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71D8E21-6741-C85C-EAC8-8D019481C002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15D2499-85CD-049D-C488-60A15CB40D4C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6C8F57EA-3B31-066C-4BDD-8B75C8AFDC7C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96363EBD-2C5A-5D37-FCC1-D1CD4BBB72F4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C7DEBAB2-87A3-37EA-60A1-716158985C2D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17DAF68E-109F-46BB-84AC-C2238EB22F25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308" name="Arrow: Down 307">
            <a:extLst>
              <a:ext uri="{FF2B5EF4-FFF2-40B4-BE49-F238E27FC236}">
                <a16:creationId xmlns:a16="http://schemas.microsoft.com/office/drawing/2014/main" id="{33AE00ED-B8C0-94C2-9F57-B620E04C43F9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DACD0ED-6CBE-3005-47C6-BF5011CAB104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310" name="Arrow: Down 309">
            <a:extLst>
              <a:ext uri="{FF2B5EF4-FFF2-40B4-BE49-F238E27FC236}">
                <a16:creationId xmlns:a16="http://schemas.microsoft.com/office/drawing/2014/main" id="{89CA95DD-DA79-651E-AB3C-B3E8CA3C9ABF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BBE29338-0E2D-BA87-3B09-DBE6FA59E2ED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5E09E232-17E4-FDC8-3850-5DC90E8C9E29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84CFBF5A-0E52-350A-7DAF-CC76214D64F8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F92D73A-C502-8231-6040-47EAFBA4156F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520D3ED7-2E5A-3608-FD68-E44BAE01DF10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51C73229-C596-E243-E8B9-970240A52380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6A55F0B4-E29A-90CD-231B-15CEA06C21B1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61C6640E-C343-61D6-34A0-E13CB073B341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5DE20BEA-1215-7702-03CA-C366B73B00EB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2" name="TextBox 1601">
            <a:extLst>
              <a:ext uri="{FF2B5EF4-FFF2-40B4-BE49-F238E27FC236}">
                <a16:creationId xmlns:a16="http://schemas.microsoft.com/office/drawing/2014/main" id="{FD9F9CAF-0506-4A14-CD15-7A7C0480A521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603" name="TextBox 1602">
            <a:extLst>
              <a:ext uri="{FF2B5EF4-FFF2-40B4-BE49-F238E27FC236}">
                <a16:creationId xmlns:a16="http://schemas.microsoft.com/office/drawing/2014/main" id="{202C4A71-1E1E-F680-3580-55B056ACF932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B35A2A1E-849C-BB84-0CCA-76E54027E43A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613" name="Rectangle 1612">
            <a:extLst>
              <a:ext uri="{FF2B5EF4-FFF2-40B4-BE49-F238E27FC236}">
                <a16:creationId xmlns:a16="http://schemas.microsoft.com/office/drawing/2014/main" id="{D817693A-AA75-5BEA-C1AD-453B1397EF00}"/>
              </a:ext>
            </a:extLst>
          </p:cNvPr>
          <p:cNvSpPr/>
          <p:nvPr/>
        </p:nvSpPr>
        <p:spPr>
          <a:xfrm>
            <a:off x="7545915" y="4179264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515AC535-D348-1E1E-A353-FB8E75D4BF4E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15" name="Rectangle 1614">
            <a:extLst>
              <a:ext uri="{FF2B5EF4-FFF2-40B4-BE49-F238E27FC236}">
                <a16:creationId xmlns:a16="http://schemas.microsoft.com/office/drawing/2014/main" id="{6292562D-8B3D-5DFD-62CD-B651E98BF2F5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1AF9016E-601F-D68B-A6AE-2EB6B1FBC7EE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63616893-4905-1B8D-83F0-4E5A29281738}"/>
              </a:ext>
            </a:extLst>
          </p:cNvPr>
          <p:cNvSpPr txBox="1"/>
          <p:nvPr/>
        </p:nvSpPr>
        <p:spPr>
          <a:xfrm>
            <a:off x="7515909" y="47426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Detection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FEE47681-43C6-92F7-7A5C-3FFA826175BD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619" name="Straight Connector 1618">
            <a:extLst>
              <a:ext uri="{FF2B5EF4-FFF2-40B4-BE49-F238E27FC236}">
                <a16:creationId xmlns:a16="http://schemas.microsoft.com/office/drawing/2014/main" id="{650DD9FB-05F3-73D8-90D3-2B42B2569544}"/>
              </a:ext>
            </a:extLst>
          </p:cNvPr>
          <p:cNvCxnSpPr>
            <a:cxnSpLocks/>
          </p:cNvCxnSpPr>
          <p:nvPr/>
        </p:nvCxnSpPr>
        <p:spPr>
          <a:xfrm flipH="1">
            <a:off x="7548512" y="4304628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0" name="TextBox 1619">
            <a:extLst>
              <a:ext uri="{FF2B5EF4-FFF2-40B4-BE49-F238E27FC236}">
                <a16:creationId xmlns:a16="http://schemas.microsoft.com/office/drawing/2014/main" id="{81598CEE-F145-0220-7EE2-5D1F210C9766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cxnSp>
        <p:nvCxnSpPr>
          <p:cNvPr id="1621" name="Straight Connector 1620">
            <a:extLst>
              <a:ext uri="{FF2B5EF4-FFF2-40B4-BE49-F238E27FC236}">
                <a16:creationId xmlns:a16="http://schemas.microsoft.com/office/drawing/2014/main" id="{23C815EA-58F7-2F3B-7F35-26CAEF080143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2" name="Straight Connector 1621">
            <a:extLst>
              <a:ext uri="{FF2B5EF4-FFF2-40B4-BE49-F238E27FC236}">
                <a16:creationId xmlns:a16="http://schemas.microsoft.com/office/drawing/2014/main" id="{A05531CE-5593-D299-0C80-1E1D6E43F993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" name="Straight Connector 1622">
            <a:extLst>
              <a:ext uri="{FF2B5EF4-FFF2-40B4-BE49-F238E27FC236}">
                <a16:creationId xmlns:a16="http://schemas.microsoft.com/office/drawing/2014/main" id="{F5065364-210F-2095-FAF7-EEB2A98C4230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Straight Connector 1623">
            <a:extLst>
              <a:ext uri="{FF2B5EF4-FFF2-40B4-BE49-F238E27FC236}">
                <a16:creationId xmlns:a16="http://schemas.microsoft.com/office/drawing/2014/main" id="{524384BC-10B0-7FED-22F8-E02718672905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Straight Connector 1624">
            <a:extLst>
              <a:ext uri="{FF2B5EF4-FFF2-40B4-BE49-F238E27FC236}">
                <a16:creationId xmlns:a16="http://schemas.microsoft.com/office/drawing/2014/main" id="{DBEEB5C8-ABCF-BCED-9291-4C3A80A6B4B3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6" name="Straight Connector 1625">
            <a:extLst>
              <a:ext uri="{FF2B5EF4-FFF2-40B4-BE49-F238E27FC236}">
                <a16:creationId xmlns:a16="http://schemas.microsoft.com/office/drawing/2014/main" id="{DF271154-D6CD-9036-5A6B-899E9E656C4E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7" name="Straight Connector 1626">
            <a:extLst>
              <a:ext uri="{FF2B5EF4-FFF2-40B4-BE49-F238E27FC236}">
                <a16:creationId xmlns:a16="http://schemas.microsoft.com/office/drawing/2014/main" id="{209D61CB-1692-2B96-B36C-259174AF822B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" name="TextBox 1627">
            <a:extLst>
              <a:ext uri="{FF2B5EF4-FFF2-40B4-BE49-F238E27FC236}">
                <a16:creationId xmlns:a16="http://schemas.microsoft.com/office/drawing/2014/main" id="{B1DAF01E-8ED4-FC6C-D2F1-A6DFF013EAF8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9B4ED71F-D53A-A6C6-F58E-AEF0195C7756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2C4343EC-B1B3-B750-C9C3-8DBCE929D945}"/>
              </a:ext>
            </a:extLst>
          </p:cNvPr>
          <p:cNvSpPr txBox="1"/>
          <p:nvPr/>
        </p:nvSpPr>
        <p:spPr>
          <a:xfrm>
            <a:off x="8530384" y="4745669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1631" name="Straight Connector 1630">
            <a:extLst>
              <a:ext uri="{FF2B5EF4-FFF2-40B4-BE49-F238E27FC236}">
                <a16:creationId xmlns:a16="http://schemas.microsoft.com/office/drawing/2014/main" id="{2A9C1C32-76E0-E257-90F6-92A3FB22B894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D0399D67-8530-6AE9-E34E-78C1D31C080E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Straight Connector 1632">
            <a:extLst>
              <a:ext uri="{FF2B5EF4-FFF2-40B4-BE49-F238E27FC236}">
                <a16:creationId xmlns:a16="http://schemas.microsoft.com/office/drawing/2014/main" id="{7502EC28-8D03-F85F-BB7C-A9602978207D}"/>
              </a:ext>
            </a:extLst>
          </p:cNvPr>
          <p:cNvCxnSpPr>
            <a:cxnSpLocks/>
          </p:cNvCxnSpPr>
          <p:nvPr/>
        </p:nvCxnSpPr>
        <p:spPr>
          <a:xfrm>
            <a:off x="7547392" y="448664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4" name="Straight Connector 1633">
            <a:extLst>
              <a:ext uri="{FF2B5EF4-FFF2-40B4-BE49-F238E27FC236}">
                <a16:creationId xmlns:a16="http://schemas.microsoft.com/office/drawing/2014/main" id="{79C7227C-DB3E-EB24-DAA4-B8F7DBF24FBA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5" name="Straight Connector 1634">
            <a:extLst>
              <a:ext uri="{FF2B5EF4-FFF2-40B4-BE49-F238E27FC236}">
                <a16:creationId xmlns:a16="http://schemas.microsoft.com/office/drawing/2014/main" id="{373F24AF-AB8A-83E7-36B4-7CBC8067B08F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Straight Connector 1636">
            <a:extLst>
              <a:ext uri="{FF2B5EF4-FFF2-40B4-BE49-F238E27FC236}">
                <a16:creationId xmlns:a16="http://schemas.microsoft.com/office/drawing/2014/main" id="{40CAF38C-2298-B01A-E9E7-CEBD3E6DB8C8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8F16CB98-2E81-75D7-0EAE-C78F05512EDE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A17BBC60-BA6E-1C12-8D71-FF3E119187D2}"/>
              </a:ext>
            </a:extLst>
          </p:cNvPr>
          <p:cNvSpPr txBox="1"/>
          <p:nvPr/>
        </p:nvSpPr>
        <p:spPr>
          <a:xfrm>
            <a:off x="8527194" y="5268630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8C19B9D3-5566-8ACE-48B8-51C23758F26D}"/>
              </a:ext>
            </a:extLst>
          </p:cNvPr>
          <p:cNvSpPr/>
          <p:nvPr/>
        </p:nvSpPr>
        <p:spPr>
          <a:xfrm>
            <a:off x="7366532" y="4418628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DC3AC30D-28EA-39CF-E727-C4288984B93A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6C0BC1B6-E6D2-6AA0-F7EB-78DA9D648D4A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6771FD17-3140-DB2B-8CFF-3DF210D1A97F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8F3C22E4-CC07-8313-E62B-7637EBE6361D}"/>
              </a:ext>
            </a:extLst>
          </p:cNvPr>
          <p:cNvSpPr txBox="1"/>
          <p:nvPr/>
        </p:nvSpPr>
        <p:spPr>
          <a:xfrm>
            <a:off x="8525680" y="5155137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D7C68219-F54D-D17B-8935-797EEED32F2C}"/>
              </a:ext>
            </a:extLst>
          </p:cNvPr>
          <p:cNvSpPr txBox="1"/>
          <p:nvPr/>
        </p:nvSpPr>
        <p:spPr>
          <a:xfrm>
            <a:off x="8245534" y="5132328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51" name="TextBox 1650">
            <a:extLst>
              <a:ext uri="{FF2B5EF4-FFF2-40B4-BE49-F238E27FC236}">
                <a16:creationId xmlns:a16="http://schemas.microsoft.com/office/drawing/2014/main" id="{16A4487D-CC4C-07B3-DB39-FA37536689D9}"/>
              </a:ext>
            </a:extLst>
          </p:cNvPr>
          <p:cNvSpPr txBox="1"/>
          <p:nvPr/>
        </p:nvSpPr>
        <p:spPr>
          <a:xfrm>
            <a:off x="8508669" y="4007934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52" name="TextBox 1651">
            <a:extLst>
              <a:ext uri="{FF2B5EF4-FFF2-40B4-BE49-F238E27FC236}">
                <a16:creationId xmlns:a16="http://schemas.microsoft.com/office/drawing/2014/main" id="{C8F7D7B7-61C5-C8FD-A9D8-21D171666DAA}"/>
              </a:ext>
            </a:extLst>
          </p:cNvPr>
          <p:cNvSpPr txBox="1"/>
          <p:nvPr/>
        </p:nvSpPr>
        <p:spPr>
          <a:xfrm>
            <a:off x="7510984" y="4301272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7F6339EA-BFAD-CF7B-5C0B-E1D2032D7EDA}"/>
              </a:ext>
            </a:extLst>
          </p:cNvPr>
          <p:cNvSpPr txBox="1"/>
          <p:nvPr/>
        </p:nvSpPr>
        <p:spPr>
          <a:xfrm>
            <a:off x="7517293" y="4885855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904E87BC-2ACA-D2C1-83D2-B74C50CE57FA}"/>
              </a:ext>
            </a:extLst>
          </p:cNvPr>
          <p:cNvSpPr txBox="1"/>
          <p:nvPr/>
        </p:nvSpPr>
        <p:spPr>
          <a:xfrm>
            <a:off x="7509398" y="5028558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77088577-E378-430E-D7B9-13D1B999FA1C}"/>
              </a:ext>
            </a:extLst>
          </p:cNvPr>
          <p:cNvSpPr/>
          <p:nvPr/>
        </p:nvSpPr>
        <p:spPr>
          <a:xfrm>
            <a:off x="7407125" y="326517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7" name="Rectangle 1656">
            <a:extLst>
              <a:ext uri="{FF2B5EF4-FFF2-40B4-BE49-F238E27FC236}">
                <a16:creationId xmlns:a16="http://schemas.microsoft.com/office/drawing/2014/main" id="{1BE41941-7FA4-E8E0-D587-01C6B75CFF0E}"/>
              </a:ext>
            </a:extLst>
          </p:cNvPr>
          <p:cNvSpPr/>
          <p:nvPr/>
        </p:nvSpPr>
        <p:spPr>
          <a:xfrm>
            <a:off x="7406118" y="338829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4A10502A-42A6-0D82-7670-04C1D528B3D4}"/>
              </a:ext>
            </a:extLst>
          </p:cNvPr>
          <p:cNvSpPr txBox="1"/>
          <p:nvPr/>
        </p:nvSpPr>
        <p:spPr>
          <a:xfrm>
            <a:off x="7400668" y="32494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667E1997-F14F-415D-5FDF-FA8EFED98347}"/>
              </a:ext>
            </a:extLst>
          </p:cNvPr>
          <p:cNvSpPr/>
          <p:nvPr/>
        </p:nvSpPr>
        <p:spPr>
          <a:xfrm>
            <a:off x="7955522" y="314621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0" name="Rectangle 1659">
            <a:extLst>
              <a:ext uri="{FF2B5EF4-FFF2-40B4-BE49-F238E27FC236}">
                <a16:creationId xmlns:a16="http://schemas.microsoft.com/office/drawing/2014/main" id="{08382C1D-0002-79FE-6019-A701E14310B8}"/>
              </a:ext>
            </a:extLst>
          </p:cNvPr>
          <p:cNvSpPr/>
          <p:nvPr/>
        </p:nvSpPr>
        <p:spPr>
          <a:xfrm>
            <a:off x="7955522" y="3025564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91FB8630-05CB-4843-DBB9-54E4CFFB856F}"/>
              </a:ext>
            </a:extLst>
          </p:cNvPr>
          <p:cNvSpPr/>
          <p:nvPr/>
        </p:nvSpPr>
        <p:spPr>
          <a:xfrm>
            <a:off x="7955522" y="351285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9E491390-3570-7A6A-9B7D-E617E4C369C7}"/>
              </a:ext>
            </a:extLst>
          </p:cNvPr>
          <p:cNvCxnSpPr>
            <a:cxnSpLocks/>
          </p:cNvCxnSpPr>
          <p:nvPr/>
        </p:nvCxnSpPr>
        <p:spPr>
          <a:xfrm>
            <a:off x="8150050" y="351285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Straight Connector 1662">
            <a:extLst>
              <a:ext uri="{FF2B5EF4-FFF2-40B4-BE49-F238E27FC236}">
                <a16:creationId xmlns:a16="http://schemas.microsoft.com/office/drawing/2014/main" id="{A55CC7A2-09B2-D4CF-B6DE-292E0D101C26}"/>
              </a:ext>
            </a:extLst>
          </p:cNvPr>
          <p:cNvCxnSpPr>
            <a:cxnSpLocks/>
          </p:cNvCxnSpPr>
          <p:nvPr/>
        </p:nvCxnSpPr>
        <p:spPr>
          <a:xfrm>
            <a:off x="8331025" y="351286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81BD9B11-B736-FB7F-43F2-32EAF7B496D8}"/>
              </a:ext>
            </a:extLst>
          </p:cNvPr>
          <p:cNvCxnSpPr>
            <a:cxnSpLocks/>
          </p:cNvCxnSpPr>
          <p:nvPr/>
        </p:nvCxnSpPr>
        <p:spPr>
          <a:xfrm>
            <a:off x="8461992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1E5CD90E-C2A8-A4FF-ECB0-599FDE32B615}"/>
              </a:ext>
            </a:extLst>
          </p:cNvPr>
          <p:cNvCxnSpPr>
            <a:cxnSpLocks/>
          </p:cNvCxnSpPr>
          <p:nvPr/>
        </p:nvCxnSpPr>
        <p:spPr>
          <a:xfrm>
            <a:off x="8590576" y="351286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91B3FE9E-5DA7-E687-47E4-2A56908C927A}"/>
              </a:ext>
            </a:extLst>
          </p:cNvPr>
          <p:cNvSpPr txBox="1"/>
          <p:nvPr/>
        </p:nvSpPr>
        <p:spPr>
          <a:xfrm>
            <a:off x="8053130" y="3043139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B8EA7A11-2CC6-0632-8E2E-5D934F8EB0D2}"/>
              </a:ext>
            </a:extLst>
          </p:cNvPr>
          <p:cNvSpPr txBox="1"/>
          <p:nvPr/>
        </p:nvSpPr>
        <p:spPr>
          <a:xfrm>
            <a:off x="7919240" y="3471903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FEC0C2F3-111D-85C4-42EE-CCD052904462}"/>
              </a:ext>
            </a:extLst>
          </p:cNvPr>
          <p:cNvSpPr/>
          <p:nvPr/>
        </p:nvSpPr>
        <p:spPr>
          <a:xfrm>
            <a:off x="7539542" y="427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4D79A15-D57A-2FD5-181E-5356F4AAFBC0}"/>
              </a:ext>
            </a:extLst>
          </p:cNvPr>
          <p:cNvSpPr/>
          <p:nvPr/>
        </p:nvSpPr>
        <p:spPr>
          <a:xfrm>
            <a:off x="8328085" y="427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F7D0AC4C-6E95-5291-4E09-93BAD01B9DFA}"/>
              </a:ext>
            </a:extLst>
          </p:cNvPr>
          <p:cNvSpPr/>
          <p:nvPr/>
        </p:nvSpPr>
        <p:spPr>
          <a:xfrm>
            <a:off x="7539542" y="4156429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BBC5289-2559-7474-54A0-3D591C498210}"/>
              </a:ext>
            </a:extLst>
          </p:cNvPr>
          <p:cNvSpPr/>
          <p:nvPr/>
        </p:nvSpPr>
        <p:spPr>
          <a:xfrm>
            <a:off x="7539542" y="464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655FD822-0F98-C893-3E7B-7CDBF89ED069}"/>
              </a:ext>
            </a:extLst>
          </p:cNvPr>
          <p:cNvSpPr/>
          <p:nvPr/>
        </p:nvSpPr>
        <p:spPr>
          <a:xfrm>
            <a:off x="8328086" y="427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C492ED93-1095-3B52-D18C-438C2874DC7C}"/>
              </a:ext>
            </a:extLst>
          </p:cNvPr>
          <p:cNvSpPr/>
          <p:nvPr/>
        </p:nvSpPr>
        <p:spPr>
          <a:xfrm>
            <a:off x="8328085" y="440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0B292D9F-EE8C-DFD2-2CCA-6EE0C8ABAAA3}"/>
              </a:ext>
            </a:extLst>
          </p:cNvPr>
          <p:cNvSpPr/>
          <p:nvPr/>
        </p:nvSpPr>
        <p:spPr>
          <a:xfrm>
            <a:off x="8328085" y="452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41C785B-09CA-850E-0F5B-FAF68A0F5C80}"/>
              </a:ext>
            </a:extLst>
          </p:cNvPr>
          <p:cNvCxnSpPr>
            <a:cxnSpLocks/>
          </p:cNvCxnSpPr>
          <p:nvPr/>
        </p:nvCxnSpPr>
        <p:spPr>
          <a:xfrm>
            <a:off x="7734070" y="464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D1D53DA4-DD64-D796-B718-866B2EDC7C77}"/>
              </a:ext>
            </a:extLst>
          </p:cNvPr>
          <p:cNvCxnSpPr>
            <a:cxnSpLocks/>
          </p:cNvCxnSpPr>
          <p:nvPr/>
        </p:nvCxnSpPr>
        <p:spPr>
          <a:xfrm>
            <a:off x="7915045" y="464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BB7EC4B0-4B37-E130-86B2-8D9CC7B7BCCF}"/>
              </a:ext>
            </a:extLst>
          </p:cNvPr>
          <p:cNvCxnSpPr>
            <a:cxnSpLocks/>
          </p:cNvCxnSpPr>
          <p:nvPr/>
        </p:nvCxnSpPr>
        <p:spPr>
          <a:xfrm>
            <a:off x="8046012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CA170916-F832-0D9B-86F9-136611961643}"/>
              </a:ext>
            </a:extLst>
          </p:cNvPr>
          <p:cNvCxnSpPr>
            <a:cxnSpLocks/>
          </p:cNvCxnSpPr>
          <p:nvPr/>
        </p:nvCxnSpPr>
        <p:spPr>
          <a:xfrm>
            <a:off x="8174596" y="464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7B77D209-565A-FC3D-39AD-5D237DC62867}"/>
              </a:ext>
            </a:extLst>
          </p:cNvPr>
          <p:cNvSpPr txBox="1"/>
          <p:nvPr/>
        </p:nvSpPr>
        <p:spPr>
          <a:xfrm>
            <a:off x="8248303" y="426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3F1A4646-041F-6330-1A2E-C5BED57921C0}"/>
              </a:ext>
            </a:extLst>
          </p:cNvPr>
          <p:cNvSpPr txBox="1"/>
          <p:nvPr/>
        </p:nvSpPr>
        <p:spPr>
          <a:xfrm>
            <a:off x="8287758" y="438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13830AC3-0EFE-4FBF-E7F9-967A8F68F761}"/>
              </a:ext>
            </a:extLst>
          </p:cNvPr>
          <p:cNvSpPr txBox="1"/>
          <p:nvPr/>
        </p:nvSpPr>
        <p:spPr>
          <a:xfrm>
            <a:off x="8258090" y="450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108C5E5B-C624-1A6D-6E30-2B89D4F389C8}"/>
              </a:ext>
            </a:extLst>
          </p:cNvPr>
          <p:cNvSpPr txBox="1"/>
          <p:nvPr/>
        </p:nvSpPr>
        <p:spPr>
          <a:xfrm>
            <a:off x="8319591" y="462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6642C30-D844-1DA9-43C2-A8DABDF1EA71}"/>
              </a:ext>
            </a:extLst>
          </p:cNvPr>
          <p:cNvSpPr/>
          <p:nvPr/>
        </p:nvSpPr>
        <p:spPr>
          <a:xfrm>
            <a:off x="8328085" y="464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E4F4A7A7-A79C-C09B-89D7-270479BFED95}"/>
              </a:ext>
            </a:extLst>
          </p:cNvPr>
          <p:cNvSpPr/>
          <p:nvPr/>
        </p:nvSpPr>
        <p:spPr>
          <a:xfrm>
            <a:off x="8551736" y="439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ADAA8E8B-8058-D9A8-913B-2EC1A5EF02CC}"/>
              </a:ext>
            </a:extLst>
          </p:cNvPr>
          <p:cNvSpPr/>
          <p:nvPr/>
        </p:nvSpPr>
        <p:spPr>
          <a:xfrm>
            <a:off x="8551734" y="452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A36F54AC-3E68-8A51-E618-7E223FCC2205}"/>
              </a:ext>
            </a:extLst>
          </p:cNvPr>
          <p:cNvSpPr txBox="1"/>
          <p:nvPr/>
        </p:nvSpPr>
        <p:spPr>
          <a:xfrm>
            <a:off x="8545776" y="438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80CCB611-3025-63CB-ED24-823BE90B8183}"/>
              </a:ext>
            </a:extLst>
          </p:cNvPr>
          <p:cNvSpPr/>
          <p:nvPr/>
        </p:nvSpPr>
        <p:spPr>
          <a:xfrm>
            <a:off x="8554908" y="415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F091D5BE-13A8-66F4-8DB0-667969F3E48F}"/>
              </a:ext>
            </a:extLst>
          </p:cNvPr>
          <p:cNvSpPr/>
          <p:nvPr/>
        </p:nvSpPr>
        <p:spPr>
          <a:xfrm>
            <a:off x="8687271" y="415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937D356B-4050-273E-23FB-D10F5086B388}"/>
              </a:ext>
            </a:extLst>
          </p:cNvPr>
          <p:cNvSpPr/>
          <p:nvPr/>
        </p:nvSpPr>
        <p:spPr>
          <a:xfrm>
            <a:off x="8328058" y="415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AFD5A25B-22EB-C998-84DD-50C0DE2912C1}"/>
              </a:ext>
            </a:extLst>
          </p:cNvPr>
          <p:cNvSpPr/>
          <p:nvPr/>
        </p:nvSpPr>
        <p:spPr>
          <a:xfrm>
            <a:off x="8687647" y="440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A329E9BA-353F-DB9D-6296-7023BA59B91C}"/>
              </a:ext>
            </a:extLst>
          </p:cNvPr>
          <p:cNvSpPr/>
          <p:nvPr/>
        </p:nvSpPr>
        <p:spPr>
          <a:xfrm>
            <a:off x="8686640" y="452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2E3525B6-F8D1-69BA-E768-2B46C7BAC24D}"/>
              </a:ext>
            </a:extLst>
          </p:cNvPr>
          <p:cNvSpPr/>
          <p:nvPr/>
        </p:nvSpPr>
        <p:spPr>
          <a:xfrm>
            <a:off x="8554880" y="427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A57D9447-1F6A-720F-350F-34CC137680E1}"/>
              </a:ext>
            </a:extLst>
          </p:cNvPr>
          <p:cNvSpPr txBox="1"/>
          <p:nvPr/>
        </p:nvSpPr>
        <p:spPr>
          <a:xfrm>
            <a:off x="8484152" y="414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03221EBC-06E9-4388-5FD0-30640F246F0D}"/>
              </a:ext>
            </a:extLst>
          </p:cNvPr>
          <p:cNvSpPr txBox="1"/>
          <p:nvPr/>
        </p:nvSpPr>
        <p:spPr>
          <a:xfrm>
            <a:off x="8556371" y="426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BEE41D24-C392-34AA-5F40-0CEC20D0EAE2}"/>
              </a:ext>
            </a:extLst>
          </p:cNvPr>
          <p:cNvSpPr txBox="1"/>
          <p:nvPr/>
        </p:nvSpPr>
        <p:spPr>
          <a:xfrm>
            <a:off x="8620182" y="414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A8DA2072-A9AF-521D-1A91-0A4C55A58986}"/>
              </a:ext>
            </a:extLst>
          </p:cNvPr>
          <p:cNvSpPr txBox="1"/>
          <p:nvPr/>
        </p:nvSpPr>
        <p:spPr>
          <a:xfrm>
            <a:off x="8681190" y="438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0B3EB0D4-6492-45E1-7D19-52D909814FF3}"/>
              </a:ext>
            </a:extLst>
          </p:cNvPr>
          <p:cNvSpPr/>
          <p:nvPr/>
        </p:nvSpPr>
        <p:spPr>
          <a:xfrm>
            <a:off x="747012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54AF2048-3E61-105E-04C0-D903DB727ADA}"/>
              </a:ext>
            </a:extLst>
          </p:cNvPr>
          <p:cNvSpPr/>
          <p:nvPr/>
        </p:nvSpPr>
        <p:spPr>
          <a:xfrm>
            <a:off x="7590411" y="5405723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48CE9074-508D-ADA2-B614-A3574DB658E8}"/>
              </a:ext>
            </a:extLst>
          </p:cNvPr>
          <p:cNvSpPr txBox="1"/>
          <p:nvPr/>
        </p:nvSpPr>
        <p:spPr>
          <a:xfrm>
            <a:off x="7784299" y="4490044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758BB957-07E7-460B-C5D5-090D4E34C016}"/>
              </a:ext>
            </a:extLst>
          </p:cNvPr>
          <p:cNvCxnSpPr>
            <a:cxnSpLocks/>
          </p:cNvCxnSpPr>
          <p:nvPr/>
        </p:nvCxnSpPr>
        <p:spPr>
          <a:xfrm>
            <a:off x="7589472" y="4722760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280C186F-4908-FF74-1A14-0AA7CCFCE034}"/>
              </a:ext>
            </a:extLst>
          </p:cNvPr>
          <p:cNvCxnSpPr>
            <a:cxnSpLocks/>
          </p:cNvCxnSpPr>
          <p:nvPr/>
        </p:nvCxnSpPr>
        <p:spPr>
          <a:xfrm flipH="1">
            <a:off x="7589472" y="4675135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4" name="TextBox 1663">
            <a:extLst>
              <a:ext uri="{FF2B5EF4-FFF2-40B4-BE49-F238E27FC236}">
                <a16:creationId xmlns:a16="http://schemas.microsoft.com/office/drawing/2014/main" id="{423155EA-2C20-5E6B-E147-A72CF6C65CAB}"/>
              </a:ext>
            </a:extLst>
          </p:cNvPr>
          <p:cNvSpPr txBox="1"/>
          <p:nvPr/>
        </p:nvSpPr>
        <p:spPr>
          <a:xfrm>
            <a:off x="7867178" y="4607398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665" name="Arrow: Down 1664">
            <a:extLst>
              <a:ext uri="{FF2B5EF4-FFF2-40B4-BE49-F238E27FC236}">
                <a16:creationId xmlns:a16="http://schemas.microsoft.com/office/drawing/2014/main" id="{001F89E9-B15D-E5E2-FA41-F11A16FC04EF}"/>
              </a:ext>
            </a:extLst>
          </p:cNvPr>
          <p:cNvSpPr/>
          <p:nvPr/>
        </p:nvSpPr>
        <p:spPr>
          <a:xfrm rot="10800000">
            <a:off x="7980465" y="4889473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66" name="TextBox 1665">
            <a:extLst>
              <a:ext uri="{FF2B5EF4-FFF2-40B4-BE49-F238E27FC236}">
                <a16:creationId xmlns:a16="http://schemas.microsoft.com/office/drawing/2014/main" id="{70507D9F-E62A-A629-A42E-72FEE5E4BF8B}"/>
              </a:ext>
            </a:extLst>
          </p:cNvPr>
          <p:cNvSpPr txBox="1"/>
          <p:nvPr/>
        </p:nvSpPr>
        <p:spPr>
          <a:xfrm>
            <a:off x="8116197" y="486392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67" name="Arrow: Down 1666">
            <a:extLst>
              <a:ext uri="{FF2B5EF4-FFF2-40B4-BE49-F238E27FC236}">
                <a16:creationId xmlns:a16="http://schemas.microsoft.com/office/drawing/2014/main" id="{6B30A85F-8E26-2958-BBDD-D30A763691FC}"/>
              </a:ext>
            </a:extLst>
          </p:cNvPr>
          <p:cNvSpPr/>
          <p:nvPr/>
        </p:nvSpPr>
        <p:spPr>
          <a:xfrm rot="10800000">
            <a:off x="7953631" y="3707410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68" name="TextBox 1667">
            <a:extLst>
              <a:ext uri="{FF2B5EF4-FFF2-40B4-BE49-F238E27FC236}">
                <a16:creationId xmlns:a16="http://schemas.microsoft.com/office/drawing/2014/main" id="{B976E71C-72CC-928B-15D4-9F76E1081824}"/>
              </a:ext>
            </a:extLst>
          </p:cNvPr>
          <p:cNvSpPr txBox="1"/>
          <p:nvPr/>
        </p:nvSpPr>
        <p:spPr>
          <a:xfrm>
            <a:off x="8089363" y="3681859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078E762F-C76A-85B3-B686-159AFE5889FF}"/>
              </a:ext>
            </a:extLst>
          </p:cNvPr>
          <p:cNvSpPr/>
          <p:nvPr/>
        </p:nvSpPr>
        <p:spPr>
          <a:xfrm>
            <a:off x="7856239" y="3141333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3DE71191-1634-94EB-6378-05F508AB6317}"/>
              </a:ext>
            </a:extLst>
          </p:cNvPr>
          <p:cNvSpPr/>
          <p:nvPr/>
        </p:nvSpPr>
        <p:spPr>
          <a:xfrm>
            <a:off x="7856239" y="3020683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3BC4ECCF-DDEE-9C7C-3353-F734DEF481D3}"/>
              </a:ext>
            </a:extLst>
          </p:cNvPr>
          <p:cNvSpPr/>
          <p:nvPr/>
        </p:nvSpPr>
        <p:spPr>
          <a:xfrm>
            <a:off x="8644783" y="3143663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0DECAAD2-E0D4-9739-AB8C-625BC6CF5272}"/>
              </a:ext>
            </a:extLst>
          </p:cNvPr>
          <p:cNvSpPr/>
          <p:nvPr/>
        </p:nvSpPr>
        <p:spPr>
          <a:xfrm>
            <a:off x="8644782" y="3264342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9AE41B37-1FF9-8388-A8D3-FABF770BD1D6}"/>
              </a:ext>
            </a:extLst>
          </p:cNvPr>
          <p:cNvSpPr/>
          <p:nvPr/>
        </p:nvSpPr>
        <p:spPr>
          <a:xfrm>
            <a:off x="8644782" y="338502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4" name="TextBox 1673">
            <a:extLst>
              <a:ext uri="{FF2B5EF4-FFF2-40B4-BE49-F238E27FC236}">
                <a16:creationId xmlns:a16="http://schemas.microsoft.com/office/drawing/2014/main" id="{EA829EDC-2150-E792-13CE-214A2D73CD3C}"/>
              </a:ext>
            </a:extLst>
          </p:cNvPr>
          <p:cNvSpPr txBox="1"/>
          <p:nvPr/>
        </p:nvSpPr>
        <p:spPr>
          <a:xfrm>
            <a:off x="8134983" y="3359026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ADD0FDB7-483F-8D0A-346F-0530FCACE057}"/>
              </a:ext>
            </a:extLst>
          </p:cNvPr>
          <p:cNvSpPr txBox="1"/>
          <p:nvPr/>
        </p:nvSpPr>
        <p:spPr>
          <a:xfrm>
            <a:off x="8604455" y="3247983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7827F73C-99CA-285B-1648-DD98F52A10BB}"/>
              </a:ext>
            </a:extLst>
          </p:cNvPr>
          <p:cNvSpPr/>
          <p:nvPr/>
        </p:nvSpPr>
        <p:spPr>
          <a:xfrm>
            <a:off x="8644755" y="3020666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D2C37C4B-4511-2B0D-949E-645801C0F5CC}"/>
              </a:ext>
            </a:extLst>
          </p:cNvPr>
          <p:cNvSpPr txBox="1"/>
          <p:nvPr/>
        </p:nvSpPr>
        <p:spPr>
          <a:xfrm>
            <a:off x="7892555" y="3034587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53F41914-6B36-90D1-BDF6-ACD38BF3BBB6}"/>
              </a:ext>
            </a:extLst>
          </p:cNvPr>
          <p:cNvSpPr txBox="1"/>
          <p:nvPr/>
        </p:nvSpPr>
        <p:spPr>
          <a:xfrm>
            <a:off x="8181729" y="3468664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1679" name="Rectangle 1678">
            <a:extLst>
              <a:ext uri="{FF2B5EF4-FFF2-40B4-BE49-F238E27FC236}">
                <a16:creationId xmlns:a16="http://schemas.microsoft.com/office/drawing/2014/main" id="{2BA31657-E6AC-C02C-C9DD-9FFEA1FF8CFF}"/>
              </a:ext>
            </a:extLst>
          </p:cNvPr>
          <p:cNvSpPr/>
          <p:nvPr/>
        </p:nvSpPr>
        <p:spPr>
          <a:xfrm>
            <a:off x="7375645" y="2891560"/>
            <a:ext cx="1554610" cy="3307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B7A1594-C56F-1EEC-C6C5-6ECEB55DE2AB}"/>
              </a:ext>
            </a:extLst>
          </p:cNvPr>
          <p:cNvSpPr txBox="1"/>
          <p:nvPr/>
        </p:nvSpPr>
        <p:spPr>
          <a:xfrm>
            <a:off x="7533135" y="3360429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1681" name="Rectangle 1680">
            <a:extLst>
              <a:ext uri="{FF2B5EF4-FFF2-40B4-BE49-F238E27FC236}">
                <a16:creationId xmlns:a16="http://schemas.microsoft.com/office/drawing/2014/main" id="{244B2824-D8CF-D4FC-6AE4-98CA16DE1C9A}"/>
              </a:ext>
            </a:extLst>
          </p:cNvPr>
          <p:cNvSpPr/>
          <p:nvPr/>
        </p:nvSpPr>
        <p:spPr>
          <a:xfrm>
            <a:off x="7551064" y="3550571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F5173A2E-D913-B5A1-D7A2-EA787D35564B}"/>
              </a:ext>
            </a:extLst>
          </p:cNvPr>
          <p:cNvSpPr txBox="1"/>
          <p:nvPr/>
        </p:nvSpPr>
        <p:spPr>
          <a:xfrm>
            <a:off x="8538912" y="4499970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E39F03FA-EA5A-8002-1C3C-11CC20DD5E38}"/>
              </a:ext>
            </a:extLst>
          </p:cNvPr>
          <p:cNvSpPr/>
          <p:nvPr/>
        </p:nvSpPr>
        <p:spPr>
          <a:xfrm>
            <a:off x="7539153" y="3557320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1BCBCE46-BE5B-7C12-A4E5-6319B6550C09}"/>
              </a:ext>
            </a:extLst>
          </p:cNvPr>
          <p:cNvSpPr txBox="1"/>
          <p:nvPr/>
        </p:nvSpPr>
        <p:spPr>
          <a:xfrm>
            <a:off x="7555231" y="3540245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954822FB-3066-9B24-4223-38941997AB00}"/>
              </a:ext>
            </a:extLst>
          </p:cNvPr>
          <p:cNvSpPr txBox="1"/>
          <p:nvPr/>
        </p:nvSpPr>
        <p:spPr>
          <a:xfrm>
            <a:off x="7498174" y="4155201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1686" name="Straight Connector 1685">
            <a:extLst>
              <a:ext uri="{FF2B5EF4-FFF2-40B4-BE49-F238E27FC236}">
                <a16:creationId xmlns:a16="http://schemas.microsoft.com/office/drawing/2014/main" id="{BF53AE4E-2166-6F1A-C9C7-5C8D6DC721A5}"/>
              </a:ext>
            </a:extLst>
          </p:cNvPr>
          <p:cNvCxnSpPr>
            <a:cxnSpLocks/>
          </p:cNvCxnSpPr>
          <p:nvPr/>
        </p:nvCxnSpPr>
        <p:spPr>
          <a:xfrm flipH="1">
            <a:off x="7548512" y="4299190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8" name="Straight Connector 1687">
            <a:extLst>
              <a:ext uri="{FF2B5EF4-FFF2-40B4-BE49-F238E27FC236}">
                <a16:creationId xmlns:a16="http://schemas.microsoft.com/office/drawing/2014/main" id="{89EF9CE2-220C-D120-E51F-D2285B2BC737}"/>
              </a:ext>
            </a:extLst>
          </p:cNvPr>
          <p:cNvCxnSpPr>
            <a:cxnSpLocks/>
          </p:cNvCxnSpPr>
          <p:nvPr/>
        </p:nvCxnSpPr>
        <p:spPr>
          <a:xfrm flipH="1">
            <a:off x="7539153" y="5308546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9" name="Straight Connector 1688">
            <a:extLst>
              <a:ext uri="{FF2B5EF4-FFF2-40B4-BE49-F238E27FC236}">
                <a16:creationId xmlns:a16="http://schemas.microsoft.com/office/drawing/2014/main" id="{BF20F331-2970-0C44-F770-E3DE30C46022}"/>
              </a:ext>
            </a:extLst>
          </p:cNvPr>
          <p:cNvCxnSpPr>
            <a:cxnSpLocks/>
          </p:cNvCxnSpPr>
          <p:nvPr/>
        </p:nvCxnSpPr>
        <p:spPr>
          <a:xfrm flipH="1">
            <a:off x="7548512" y="4174453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0" name="Straight Connector 1689">
            <a:extLst>
              <a:ext uri="{FF2B5EF4-FFF2-40B4-BE49-F238E27FC236}">
                <a16:creationId xmlns:a16="http://schemas.microsoft.com/office/drawing/2014/main" id="{C2537F86-A193-5405-8FFB-421BEACA240B}"/>
              </a:ext>
            </a:extLst>
          </p:cNvPr>
          <p:cNvCxnSpPr>
            <a:cxnSpLocks/>
          </p:cNvCxnSpPr>
          <p:nvPr/>
        </p:nvCxnSpPr>
        <p:spPr>
          <a:xfrm flipH="1">
            <a:off x="7551687" y="3688676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1" name="Straight Connector 1690">
            <a:extLst>
              <a:ext uri="{FF2B5EF4-FFF2-40B4-BE49-F238E27FC236}">
                <a16:creationId xmlns:a16="http://schemas.microsoft.com/office/drawing/2014/main" id="{BF9FA639-1CC1-6F15-D6D6-BC70F95890A7}"/>
              </a:ext>
            </a:extLst>
          </p:cNvPr>
          <p:cNvCxnSpPr>
            <a:cxnSpLocks/>
          </p:cNvCxnSpPr>
          <p:nvPr/>
        </p:nvCxnSpPr>
        <p:spPr>
          <a:xfrm flipH="1">
            <a:off x="7551687" y="3558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Straight Connector 1691">
            <a:extLst>
              <a:ext uri="{FF2B5EF4-FFF2-40B4-BE49-F238E27FC236}">
                <a16:creationId xmlns:a16="http://schemas.microsoft.com/office/drawing/2014/main" id="{A31443C9-1AA0-D65E-4655-A0DFE498049D}"/>
              </a:ext>
            </a:extLst>
          </p:cNvPr>
          <p:cNvCxnSpPr>
            <a:cxnSpLocks/>
          </p:cNvCxnSpPr>
          <p:nvPr/>
        </p:nvCxnSpPr>
        <p:spPr>
          <a:xfrm flipV="1">
            <a:off x="8553463" y="3559701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Straight Connector 1692">
            <a:extLst>
              <a:ext uri="{FF2B5EF4-FFF2-40B4-BE49-F238E27FC236}">
                <a16:creationId xmlns:a16="http://schemas.microsoft.com/office/drawing/2014/main" id="{2A258CDE-209F-F02A-9584-951F07CACE89}"/>
              </a:ext>
            </a:extLst>
          </p:cNvPr>
          <p:cNvCxnSpPr>
            <a:cxnSpLocks/>
          </p:cNvCxnSpPr>
          <p:nvPr/>
        </p:nvCxnSpPr>
        <p:spPr>
          <a:xfrm flipH="1">
            <a:off x="7550893" y="4897561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Straight Connector 1693">
            <a:extLst>
              <a:ext uri="{FF2B5EF4-FFF2-40B4-BE49-F238E27FC236}">
                <a16:creationId xmlns:a16="http://schemas.microsoft.com/office/drawing/2014/main" id="{6C746BCF-9FE6-3485-0D53-446D436AEECB}"/>
              </a:ext>
            </a:extLst>
          </p:cNvPr>
          <p:cNvCxnSpPr>
            <a:cxnSpLocks/>
          </p:cNvCxnSpPr>
          <p:nvPr/>
        </p:nvCxnSpPr>
        <p:spPr>
          <a:xfrm flipH="1">
            <a:off x="7550893" y="4767386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5" name="TextBox 1694">
            <a:extLst>
              <a:ext uri="{FF2B5EF4-FFF2-40B4-BE49-F238E27FC236}">
                <a16:creationId xmlns:a16="http://schemas.microsoft.com/office/drawing/2014/main" id="{3C96A8BC-B857-69E5-0B41-2AA6810BC1DC}"/>
              </a:ext>
            </a:extLst>
          </p:cNvPr>
          <p:cNvSpPr txBox="1"/>
          <p:nvPr/>
        </p:nvSpPr>
        <p:spPr>
          <a:xfrm>
            <a:off x="8533934" y="3540245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1696" name="TextBox 1695">
            <a:extLst>
              <a:ext uri="{FF2B5EF4-FFF2-40B4-BE49-F238E27FC236}">
                <a16:creationId xmlns:a16="http://schemas.microsoft.com/office/drawing/2014/main" id="{A5EE06D7-71AF-11DA-CCE8-D0B9D7F42831}"/>
              </a:ext>
            </a:extLst>
          </p:cNvPr>
          <p:cNvSpPr txBox="1"/>
          <p:nvPr/>
        </p:nvSpPr>
        <p:spPr>
          <a:xfrm>
            <a:off x="8526523" y="4154723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1697" name="Straight Connector 1696">
            <a:extLst>
              <a:ext uri="{FF2B5EF4-FFF2-40B4-BE49-F238E27FC236}">
                <a16:creationId xmlns:a16="http://schemas.microsoft.com/office/drawing/2014/main" id="{D29B0258-16F4-681B-3C8E-665E83B0BFF5}"/>
              </a:ext>
            </a:extLst>
          </p:cNvPr>
          <p:cNvCxnSpPr>
            <a:cxnSpLocks/>
          </p:cNvCxnSpPr>
          <p:nvPr/>
        </p:nvCxnSpPr>
        <p:spPr>
          <a:xfrm>
            <a:off x="7565192" y="3855527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8" name="Straight Connector 1697">
            <a:extLst>
              <a:ext uri="{FF2B5EF4-FFF2-40B4-BE49-F238E27FC236}">
                <a16:creationId xmlns:a16="http://schemas.microsoft.com/office/drawing/2014/main" id="{5EFA4BF2-0706-A0A4-AAB0-F97DB5C56934}"/>
              </a:ext>
            </a:extLst>
          </p:cNvPr>
          <p:cNvCxnSpPr>
            <a:cxnSpLocks/>
          </p:cNvCxnSpPr>
          <p:nvPr/>
        </p:nvCxnSpPr>
        <p:spPr>
          <a:xfrm>
            <a:off x="7565192" y="4003162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9" name="Straight Connector 1698">
            <a:extLst>
              <a:ext uri="{FF2B5EF4-FFF2-40B4-BE49-F238E27FC236}">
                <a16:creationId xmlns:a16="http://schemas.microsoft.com/office/drawing/2014/main" id="{8F4901CC-9EA6-7198-F6DC-6E4A882BCACB}"/>
              </a:ext>
            </a:extLst>
          </p:cNvPr>
          <p:cNvCxnSpPr>
            <a:cxnSpLocks/>
            <a:endCxn id="1711" idx="3"/>
          </p:cNvCxnSpPr>
          <p:nvPr/>
        </p:nvCxnSpPr>
        <p:spPr>
          <a:xfrm>
            <a:off x="7547392" y="4486641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0" name="Straight Connector 1699">
            <a:extLst>
              <a:ext uri="{FF2B5EF4-FFF2-40B4-BE49-F238E27FC236}">
                <a16:creationId xmlns:a16="http://schemas.microsoft.com/office/drawing/2014/main" id="{991BF85C-9960-49BB-2F31-8C3F63EA9FCC}"/>
              </a:ext>
            </a:extLst>
          </p:cNvPr>
          <p:cNvCxnSpPr>
            <a:cxnSpLocks/>
          </p:cNvCxnSpPr>
          <p:nvPr/>
        </p:nvCxnSpPr>
        <p:spPr>
          <a:xfrm>
            <a:off x="7547392" y="4634276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1" name="Straight Connector 1700">
            <a:extLst>
              <a:ext uri="{FF2B5EF4-FFF2-40B4-BE49-F238E27FC236}">
                <a16:creationId xmlns:a16="http://schemas.microsoft.com/office/drawing/2014/main" id="{6BC42C9C-FBA4-5E67-31C6-0E50D9E0C7A4}"/>
              </a:ext>
            </a:extLst>
          </p:cNvPr>
          <p:cNvCxnSpPr>
            <a:cxnSpLocks/>
          </p:cNvCxnSpPr>
          <p:nvPr/>
        </p:nvCxnSpPr>
        <p:spPr>
          <a:xfrm>
            <a:off x="7564072" y="5048401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2" name="Straight Connector 1701">
            <a:extLst>
              <a:ext uri="{FF2B5EF4-FFF2-40B4-BE49-F238E27FC236}">
                <a16:creationId xmlns:a16="http://schemas.microsoft.com/office/drawing/2014/main" id="{F85AAC46-4A7F-9271-19EC-A62EEFDF36A4}"/>
              </a:ext>
            </a:extLst>
          </p:cNvPr>
          <p:cNvCxnSpPr>
            <a:cxnSpLocks/>
          </p:cNvCxnSpPr>
          <p:nvPr/>
        </p:nvCxnSpPr>
        <p:spPr>
          <a:xfrm>
            <a:off x="7564072" y="5181288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3" name="Rectangle 1702">
            <a:extLst>
              <a:ext uri="{FF2B5EF4-FFF2-40B4-BE49-F238E27FC236}">
                <a16:creationId xmlns:a16="http://schemas.microsoft.com/office/drawing/2014/main" id="{321CDA6C-AE46-E402-7DA7-002C5CCFA932}"/>
              </a:ext>
            </a:extLst>
          </p:cNvPr>
          <p:cNvSpPr/>
          <p:nvPr/>
        </p:nvSpPr>
        <p:spPr>
          <a:xfrm>
            <a:off x="8560532" y="5318481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C27B98DA-28AD-D4B9-6F2F-9F4695E43721}"/>
              </a:ext>
            </a:extLst>
          </p:cNvPr>
          <p:cNvSpPr txBox="1"/>
          <p:nvPr/>
        </p:nvSpPr>
        <p:spPr>
          <a:xfrm>
            <a:off x="8531251" y="5273062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05" name="Rectangle 1704">
            <a:extLst>
              <a:ext uri="{FF2B5EF4-FFF2-40B4-BE49-F238E27FC236}">
                <a16:creationId xmlns:a16="http://schemas.microsoft.com/office/drawing/2014/main" id="{03E15B38-3050-D465-4E02-78FD1A044158}"/>
              </a:ext>
            </a:extLst>
          </p:cNvPr>
          <p:cNvSpPr/>
          <p:nvPr/>
        </p:nvSpPr>
        <p:spPr>
          <a:xfrm>
            <a:off x="7366159" y="4257749"/>
            <a:ext cx="148666" cy="728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B4B1AE96-9BB1-90BC-C105-33AA0C2EB4A7}"/>
              </a:ext>
            </a:extLst>
          </p:cNvPr>
          <p:cNvSpPr txBox="1"/>
          <p:nvPr/>
        </p:nvSpPr>
        <p:spPr>
          <a:xfrm>
            <a:off x="8242814" y="4008297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74ED2F0D-0868-E81A-A6A7-F039806397A6}"/>
              </a:ext>
            </a:extLst>
          </p:cNvPr>
          <p:cNvSpPr txBox="1"/>
          <p:nvPr/>
        </p:nvSpPr>
        <p:spPr>
          <a:xfrm>
            <a:off x="8538193" y="4611170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9D5B6A1-7D6C-58B3-1D39-03C0FEACC750}"/>
              </a:ext>
            </a:extLst>
          </p:cNvPr>
          <p:cNvSpPr txBox="1"/>
          <p:nvPr/>
        </p:nvSpPr>
        <p:spPr>
          <a:xfrm>
            <a:off x="8259458" y="4610600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591C2DE2-A6D6-CC74-77FA-EE9A06FAE7CB}"/>
              </a:ext>
            </a:extLst>
          </p:cNvPr>
          <p:cNvSpPr txBox="1"/>
          <p:nvPr/>
        </p:nvSpPr>
        <p:spPr>
          <a:xfrm>
            <a:off x="8490357" y="400290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N/A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710" name="Cross 1709">
            <a:extLst>
              <a:ext uri="{FF2B5EF4-FFF2-40B4-BE49-F238E27FC236}">
                <a16:creationId xmlns:a16="http://schemas.microsoft.com/office/drawing/2014/main" id="{A75A5BE8-3E99-678C-4D76-DEF12A60AC1F}"/>
              </a:ext>
            </a:extLst>
          </p:cNvPr>
          <p:cNvSpPr/>
          <p:nvPr/>
        </p:nvSpPr>
        <p:spPr>
          <a:xfrm>
            <a:off x="7647358" y="4351336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1" name="Rectangle 1710">
            <a:extLst>
              <a:ext uri="{FF2B5EF4-FFF2-40B4-BE49-F238E27FC236}">
                <a16:creationId xmlns:a16="http://schemas.microsoft.com/office/drawing/2014/main" id="{CDE2ED21-9BAA-1F3F-39CF-C223B991F5DB}"/>
              </a:ext>
            </a:extLst>
          </p:cNvPr>
          <p:cNvSpPr/>
          <p:nvPr/>
        </p:nvSpPr>
        <p:spPr>
          <a:xfrm>
            <a:off x="8728899" y="3555882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2" name="Rectangle 1711">
            <a:extLst>
              <a:ext uri="{FF2B5EF4-FFF2-40B4-BE49-F238E27FC236}">
                <a16:creationId xmlns:a16="http://schemas.microsoft.com/office/drawing/2014/main" id="{BB2AB73B-28FA-9D8D-81EF-21EA8DA863E5}"/>
              </a:ext>
            </a:extLst>
          </p:cNvPr>
          <p:cNvSpPr/>
          <p:nvPr/>
        </p:nvSpPr>
        <p:spPr>
          <a:xfrm>
            <a:off x="8556430" y="3149053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3" name="Rectangle 1712">
            <a:extLst>
              <a:ext uri="{FF2B5EF4-FFF2-40B4-BE49-F238E27FC236}">
                <a16:creationId xmlns:a16="http://schemas.microsoft.com/office/drawing/2014/main" id="{F31A0905-EA41-0F7E-03CD-4C8A9C024D28}"/>
              </a:ext>
            </a:extLst>
          </p:cNvPr>
          <p:cNvSpPr/>
          <p:nvPr/>
        </p:nvSpPr>
        <p:spPr>
          <a:xfrm>
            <a:off x="8730192" y="3151342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4" name="TextBox 1713">
            <a:extLst>
              <a:ext uri="{FF2B5EF4-FFF2-40B4-BE49-F238E27FC236}">
                <a16:creationId xmlns:a16="http://schemas.microsoft.com/office/drawing/2014/main" id="{A229379A-3374-B869-2A4A-E3F44D063F7E}"/>
              </a:ext>
            </a:extLst>
          </p:cNvPr>
          <p:cNvSpPr txBox="1"/>
          <p:nvPr/>
        </p:nvSpPr>
        <p:spPr>
          <a:xfrm rot="16200000">
            <a:off x="8398022" y="3243552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1715" name="TextBox 1714">
            <a:extLst>
              <a:ext uri="{FF2B5EF4-FFF2-40B4-BE49-F238E27FC236}">
                <a16:creationId xmlns:a16="http://schemas.microsoft.com/office/drawing/2014/main" id="{A87742A7-6653-F726-7B84-B452E258D823}"/>
              </a:ext>
            </a:extLst>
          </p:cNvPr>
          <p:cNvSpPr txBox="1"/>
          <p:nvPr/>
        </p:nvSpPr>
        <p:spPr>
          <a:xfrm rot="16200000">
            <a:off x="8490946" y="3247527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777844F6-3DC7-459A-C45F-F3025024E2A7}"/>
              </a:ext>
            </a:extLst>
          </p:cNvPr>
          <p:cNvSpPr/>
          <p:nvPr/>
        </p:nvSpPr>
        <p:spPr>
          <a:xfrm>
            <a:off x="8726101" y="5319645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17" name="TextBox 1716">
            <a:extLst>
              <a:ext uri="{FF2B5EF4-FFF2-40B4-BE49-F238E27FC236}">
                <a16:creationId xmlns:a16="http://schemas.microsoft.com/office/drawing/2014/main" id="{5EA3D38A-6ECE-0DD8-953C-B2F2E63638CE}"/>
              </a:ext>
            </a:extLst>
          </p:cNvPr>
          <p:cNvSpPr txBox="1"/>
          <p:nvPr/>
        </p:nvSpPr>
        <p:spPr>
          <a:xfrm>
            <a:off x="8671181" y="5271231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50EA4D50-9F0A-8240-33CA-7E72203ED2C5}"/>
              </a:ext>
            </a:extLst>
          </p:cNvPr>
          <p:cNvSpPr txBox="1"/>
          <p:nvPr/>
        </p:nvSpPr>
        <p:spPr>
          <a:xfrm>
            <a:off x="8527914" y="4301151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B57C9B2E-5AD3-C2AC-F6CC-FC21A33AF3FA}"/>
              </a:ext>
            </a:extLst>
          </p:cNvPr>
          <p:cNvSpPr txBox="1"/>
          <p:nvPr/>
        </p:nvSpPr>
        <p:spPr>
          <a:xfrm>
            <a:off x="7534745" y="4887156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0F6E6016-EBAD-C860-41F0-EA521443CA54}"/>
              </a:ext>
            </a:extLst>
          </p:cNvPr>
          <p:cNvSpPr txBox="1"/>
          <p:nvPr/>
        </p:nvSpPr>
        <p:spPr>
          <a:xfrm>
            <a:off x="7593068" y="5267401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AP </a:t>
            </a:r>
          </a:p>
        </p:txBody>
      </p:sp>
      <p:sp>
        <p:nvSpPr>
          <p:cNvPr id="1727" name="Rectangle 1726">
            <a:extLst>
              <a:ext uri="{FF2B5EF4-FFF2-40B4-BE49-F238E27FC236}">
                <a16:creationId xmlns:a16="http://schemas.microsoft.com/office/drawing/2014/main" id="{3C7D5DDF-E882-5980-99F3-8CA15CCC3600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8" name="Rectangle 1727">
            <a:extLst>
              <a:ext uri="{FF2B5EF4-FFF2-40B4-BE49-F238E27FC236}">
                <a16:creationId xmlns:a16="http://schemas.microsoft.com/office/drawing/2014/main" id="{DBE79103-03C1-9966-F88F-2FCA40A48462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29" name="Rectangle 1728">
            <a:extLst>
              <a:ext uri="{FF2B5EF4-FFF2-40B4-BE49-F238E27FC236}">
                <a16:creationId xmlns:a16="http://schemas.microsoft.com/office/drawing/2014/main" id="{21D47F7D-209A-46C1-CE54-3F68EC205E81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1FBD6B12-5E85-EB7B-08E6-A3176E512546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C7E21FB-B795-5E1B-BB42-76D8EA32E0F8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06A7D8B6-6508-D383-A914-7F09B52B5815}"/>
              </a:ext>
            </a:extLst>
          </p:cNvPr>
          <p:cNvSpPr txBox="1"/>
          <p:nvPr/>
        </p:nvSpPr>
        <p:spPr>
          <a:xfrm>
            <a:off x="-203141" y="30507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cxnSp>
        <p:nvCxnSpPr>
          <p:cNvPr id="1733" name="Straight Connector 1732">
            <a:extLst>
              <a:ext uri="{FF2B5EF4-FFF2-40B4-BE49-F238E27FC236}">
                <a16:creationId xmlns:a16="http://schemas.microsoft.com/office/drawing/2014/main" id="{032C4889-E41F-A5BE-AD85-C21333482E2B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4" name="Straight Connector 1733">
            <a:extLst>
              <a:ext uri="{FF2B5EF4-FFF2-40B4-BE49-F238E27FC236}">
                <a16:creationId xmlns:a16="http://schemas.microsoft.com/office/drawing/2014/main" id="{FCDA8777-BB66-6915-5B6A-C33BA1281691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5" name="Straight Connector 1734">
            <a:extLst>
              <a:ext uri="{FF2B5EF4-FFF2-40B4-BE49-F238E27FC236}">
                <a16:creationId xmlns:a16="http://schemas.microsoft.com/office/drawing/2014/main" id="{B45E52CA-2355-2D6D-CE12-48D642ECD60D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6" name="TextBox 1735">
            <a:extLst>
              <a:ext uri="{FF2B5EF4-FFF2-40B4-BE49-F238E27FC236}">
                <a16:creationId xmlns:a16="http://schemas.microsoft.com/office/drawing/2014/main" id="{15587206-2374-B5D5-2944-372F3E92CFE5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37" name="TextBox 1736">
            <a:extLst>
              <a:ext uri="{FF2B5EF4-FFF2-40B4-BE49-F238E27FC236}">
                <a16:creationId xmlns:a16="http://schemas.microsoft.com/office/drawing/2014/main" id="{428E483E-C3CB-57FE-795D-9B749E53C98B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38" name="TextBox 1737">
            <a:extLst>
              <a:ext uri="{FF2B5EF4-FFF2-40B4-BE49-F238E27FC236}">
                <a16:creationId xmlns:a16="http://schemas.microsoft.com/office/drawing/2014/main" id="{AB2A7B80-F730-EE2E-E6CA-C0F021B6AA44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39" name="TextBox 1738">
            <a:extLst>
              <a:ext uri="{FF2B5EF4-FFF2-40B4-BE49-F238E27FC236}">
                <a16:creationId xmlns:a16="http://schemas.microsoft.com/office/drawing/2014/main" id="{A71BC8E9-3438-D2BE-6379-C9F387AE1E6C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3B0314EF-AE09-BB3A-A322-23DC2C38A10F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F1866CC9-22A8-7BE1-4B43-E1F5DF54207C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4BCDF0A5-BF01-79BF-A5F6-648988B209B9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CB3B4C4C-B577-3F34-1AC6-B069B8AF9D5D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744" name="Rectangle 1743">
            <a:extLst>
              <a:ext uri="{FF2B5EF4-FFF2-40B4-BE49-F238E27FC236}">
                <a16:creationId xmlns:a16="http://schemas.microsoft.com/office/drawing/2014/main" id="{70F50479-2DA0-8341-94F0-7DAEEC88843D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5" name="Rectangle 1744">
            <a:extLst>
              <a:ext uri="{FF2B5EF4-FFF2-40B4-BE49-F238E27FC236}">
                <a16:creationId xmlns:a16="http://schemas.microsoft.com/office/drawing/2014/main" id="{041EC340-4B91-577B-F6F9-9B0F09E84566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6" name="Rectangle 1745">
            <a:extLst>
              <a:ext uri="{FF2B5EF4-FFF2-40B4-BE49-F238E27FC236}">
                <a16:creationId xmlns:a16="http://schemas.microsoft.com/office/drawing/2014/main" id="{4076015D-624C-C2B9-70BB-04D62D0F3AEE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7" name="Rectangle 1746">
            <a:extLst>
              <a:ext uri="{FF2B5EF4-FFF2-40B4-BE49-F238E27FC236}">
                <a16:creationId xmlns:a16="http://schemas.microsoft.com/office/drawing/2014/main" id="{ADF424E4-72EC-631C-4621-1C20F2A588BC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8" name="Rectangle 1747">
            <a:extLst>
              <a:ext uri="{FF2B5EF4-FFF2-40B4-BE49-F238E27FC236}">
                <a16:creationId xmlns:a16="http://schemas.microsoft.com/office/drawing/2014/main" id="{530353A9-7F95-4955-F4D5-EEFCF5BCB7EA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9" name="Rectangle 1748">
            <a:extLst>
              <a:ext uri="{FF2B5EF4-FFF2-40B4-BE49-F238E27FC236}">
                <a16:creationId xmlns:a16="http://schemas.microsoft.com/office/drawing/2014/main" id="{C7AC50D6-12A8-1929-DEB5-EC49276326A8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BDE9A44F-ED85-005F-B279-0364B7DD14C8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51" name="TextBox 1750">
            <a:extLst>
              <a:ext uri="{FF2B5EF4-FFF2-40B4-BE49-F238E27FC236}">
                <a16:creationId xmlns:a16="http://schemas.microsoft.com/office/drawing/2014/main" id="{35070491-409A-8B39-B14C-B0727B22E967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E98F0DEE-4AEB-D901-C653-CAE4E6A64AC0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DC89F712-D3C9-8A60-A8AE-5E1A9487EC95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54" name="Rectangle 1753">
            <a:extLst>
              <a:ext uri="{FF2B5EF4-FFF2-40B4-BE49-F238E27FC236}">
                <a16:creationId xmlns:a16="http://schemas.microsoft.com/office/drawing/2014/main" id="{096A4714-BD6E-9A21-20A1-ABA4F39CAF08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5" name="Rectangle 1754">
            <a:extLst>
              <a:ext uri="{FF2B5EF4-FFF2-40B4-BE49-F238E27FC236}">
                <a16:creationId xmlns:a16="http://schemas.microsoft.com/office/drawing/2014/main" id="{D2BD80C0-0BFD-1E42-6739-BDED73CE0F58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6" name="Rectangle 1755">
            <a:extLst>
              <a:ext uri="{FF2B5EF4-FFF2-40B4-BE49-F238E27FC236}">
                <a16:creationId xmlns:a16="http://schemas.microsoft.com/office/drawing/2014/main" id="{A391FA17-77B2-3A7C-5885-D8A6C6C033AE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7" name="Rectangle 1756">
            <a:extLst>
              <a:ext uri="{FF2B5EF4-FFF2-40B4-BE49-F238E27FC236}">
                <a16:creationId xmlns:a16="http://schemas.microsoft.com/office/drawing/2014/main" id="{D7308B04-5341-BF70-F02D-A996611A3E94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8" name="Rectangle 1757">
            <a:extLst>
              <a:ext uri="{FF2B5EF4-FFF2-40B4-BE49-F238E27FC236}">
                <a16:creationId xmlns:a16="http://schemas.microsoft.com/office/drawing/2014/main" id="{2DD62E68-9A86-6F3E-A213-E46B790AA951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9" name="Rectangle 1758">
            <a:extLst>
              <a:ext uri="{FF2B5EF4-FFF2-40B4-BE49-F238E27FC236}">
                <a16:creationId xmlns:a16="http://schemas.microsoft.com/office/drawing/2014/main" id="{5657C8D8-1080-CF52-25A7-C80D7C8D14A1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0" name="Rectangle 1759">
            <a:extLst>
              <a:ext uri="{FF2B5EF4-FFF2-40B4-BE49-F238E27FC236}">
                <a16:creationId xmlns:a16="http://schemas.microsoft.com/office/drawing/2014/main" id="{B64B1995-52C1-7FD3-499C-1716AB149E11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1" name="TextBox 1760">
            <a:extLst>
              <a:ext uri="{FF2B5EF4-FFF2-40B4-BE49-F238E27FC236}">
                <a16:creationId xmlns:a16="http://schemas.microsoft.com/office/drawing/2014/main" id="{2DA5324E-24C4-51FF-8E0B-88FD7C060FBF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762" name="Straight Connector 1761">
            <a:extLst>
              <a:ext uri="{FF2B5EF4-FFF2-40B4-BE49-F238E27FC236}">
                <a16:creationId xmlns:a16="http://schemas.microsoft.com/office/drawing/2014/main" id="{DE490FC2-2AC3-BFFC-41E4-D2226D4ED5E5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3" name="Straight Connector 1762">
            <a:extLst>
              <a:ext uri="{FF2B5EF4-FFF2-40B4-BE49-F238E27FC236}">
                <a16:creationId xmlns:a16="http://schemas.microsoft.com/office/drawing/2014/main" id="{A7FEB3F2-1270-6094-3052-82FCC948508E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4" name="Straight Connector 1763">
            <a:extLst>
              <a:ext uri="{FF2B5EF4-FFF2-40B4-BE49-F238E27FC236}">
                <a16:creationId xmlns:a16="http://schemas.microsoft.com/office/drawing/2014/main" id="{2DAB7D8F-EFA6-4461-9657-DCDD222F69FC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5" name="Straight Connector 1764">
            <a:extLst>
              <a:ext uri="{FF2B5EF4-FFF2-40B4-BE49-F238E27FC236}">
                <a16:creationId xmlns:a16="http://schemas.microsoft.com/office/drawing/2014/main" id="{782575ED-736D-39E3-BFDA-ADE3488FC80C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6" name="TextBox 1765">
            <a:extLst>
              <a:ext uri="{FF2B5EF4-FFF2-40B4-BE49-F238E27FC236}">
                <a16:creationId xmlns:a16="http://schemas.microsoft.com/office/drawing/2014/main" id="{740DC6F4-EED9-8491-CCAB-89EFE40ED253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67" name="TextBox 1766">
            <a:extLst>
              <a:ext uri="{FF2B5EF4-FFF2-40B4-BE49-F238E27FC236}">
                <a16:creationId xmlns:a16="http://schemas.microsoft.com/office/drawing/2014/main" id="{A03ABDE4-1BAE-7B77-B097-7247A3354916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F32F073D-509D-55FD-7A75-F89F3C3922D2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C4ECEE42-0D9D-34DF-F4C9-3D0341DE3019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70" name="Rectangle 1769">
            <a:extLst>
              <a:ext uri="{FF2B5EF4-FFF2-40B4-BE49-F238E27FC236}">
                <a16:creationId xmlns:a16="http://schemas.microsoft.com/office/drawing/2014/main" id="{7EDA4D59-AF05-649D-85BD-93313CE039DA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B149C3EE-C244-4786-B943-3C5D577465FC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2" name="Rectangle 1771">
            <a:extLst>
              <a:ext uri="{FF2B5EF4-FFF2-40B4-BE49-F238E27FC236}">
                <a16:creationId xmlns:a16="http://schemas.microsoft.com/office/drawing/2014/main" id="{1B1FCF6C-866F-3C86-8756-7F2B507F68AD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3" name="TextBox 1772">
            <a:extLst>
              <a:ext uri="{FF2B5EF4-FFF2-40B4-BE49-F238E27FC236}">
                <a16:creationId xmlns:a16="http://schemas.microsoft.com/office/drawing/2014/main" id="{CE97B576-DA1E-FEE8-369E-1F7952576BC4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1774" name="Rectangle 1773">
            <a:extLst>
              <a:ext uri="{FF2B5EF4-FFF2-40B4-BE49-F238E27FC236}">
                <a16:creationId xmlns:a16="http://schemas.microsoft.com/office/drawing/2014/main" id="{F5A85512-FCD3-B6F6-6F97-B7531A88DC2A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5" name="Rectangle 1774">
            <a:extLst>
              <a:ext uri="{FF2B5EF4-FFF2-40B4-BE49-F238E27FC236}">
                <a16:creationId xmlns:a16="http://schemas.microsoft.com/office/drawing/2014/main" id="{9BA3C01A-4F8A-4BFD-3BBB-91B032CA8292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6" name="Rectangle 1775">
            <a:extLst>
              <a:ext uri="{FF2B5EF4-FFF2-40B4-BE49-F238E27FC236}">
                <a16:creationId xmlns:a16="http://schemas.microsoft.com/office/drawing/2014/main" id="{1D97D1B6-6FBC-DD4E-1822-A1B62D8FD8FC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7" name="Rectangle 1776">
            <a:extLst>
              <a:ext uri="{FF2B5EF4-FFF2-40B4-BE49-F238E27FC236}">
                <a16:creationId xmlns:a16="http://schemas.microsoft.com/office/drawing/2014/main" id="{803DDB34-7D80-99D6-1834-FCE26C8D8CFB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8" name="Rectangle 1777">
            <a:extLst>
              <a:ext uri="{FF2B5EF4-FFF2-40B4-BE49-F238E27FC236}">
                <a16:creationId xmlns:a16="http://schemas.microsoft.com/office/drawing/2014/main" id="{B669DDAE-DFA4-6B52-AF42-E0AAB379C61D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9" name="Rectangle 1778">
            <a:extLst>
              <a:ext uri="{FF2B5EF4-FFF2-40B4-BE49-F238E27FC236}">
                <a16:creationId xmlns:a16="http://schemas.microsoft.com/office/drawing/2014/main" id="{FD75696C-D2D7-C12D-6E8E-7399ECB8BDD2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CB2ACA60-60B8-5F31-2B5C-B3BCFF8C3E83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81" name="TextBox 1780">
            <a:extLst>
              <a:ext uri="{FF2B5EF4-FFF2-40B4-BE49-F238E27FC236}">
                <a16:creationId xmlns:a16="http://schemas.microsoft.com/office/drawing/2014/main" id="{5826A54F-EE2E-C074-F6F5-B6DBFB28AC18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82" name="TextBox 1781">
            <a:extLst>
              <a:ext uri="{FF2B5EF4-FFF2-40B4-BE49-F238E27FC236}">
                <a16:creationId xmlns:a16="http://schemas.microsoft.com/office/drawing/2014/main" id="{3F49C865-C88E-7A3D-D6FE-3B456EE461C5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783" name="TextBox 1782">
            <a:extLst>
              <a:ext uri="{FF2B5EF4-FFF2-40B4-BE49-F238E27FC236}">
                <a16:creationId xmlns:a16="http://schemas.microsoft.com/office/drawing/2014/main" id="{9304EF6B-5E9B-FE7A-8AEC-96DF05CA1A2A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785" name="TextBox 1784">
            <a:extLst>
              <a:ext uri="{FF2B5EF4-FFF2-40B4-BE49-F238E27FC236}">
                <a16:creationId xmlns:a16="http://schemas.microsoft.com/office/drawing/2014/main" id="{4EF29DE3-F444-E245-AA9E-D658DE701747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1786" name="Picture 1785">
            <a:extLst>
              <a:ext uri="{FF2B5EF4-FFF2-40B4-BE49-F238E27FC236}">
                <a16:creationId xmlns:a16="http://schemas.microsoft.com/office/drawing/2014/main" id="{2076E655-29A6-DC6C-DAA9-4D636C145D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1787" name="TextBox 1786">
            <a:extLst>
              <a:ext uri="{FF2B5EF4-FFF2-40B4-BE49-F238E27FC236}">
                <a16:creationId xmlns:a16="http://schemas.microsoft.com/office/drawing/2014/main" id="{208270D0-DE07-4D0E-D856-FAF23E1CC30B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1788" name="Rectangle 1787">
            <a:extLst>
              <a:ext uri="{FF2B5EF4-FFF2-40B4-BE49-F238E27FC236}">
                <a16:creationId xmlns:a16="http://schemas.microsoft.com/office/drawing/2014/main" id="{BF105BE6-ADC8-CBFA-4F1E-5C2C600335EF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9" name="Rectangle 1788">
            <a:extLst>
              <a:ext uri="{FF2B5EF4-FFF2-40B4-BE49-F238E27FC236}">
                <a16:creationId xmlns:a16="http://schemas.microsoft.com/office/drawing/2014/main" id="{380857ED-5478-0BF7-F007-B01EAEE74B7E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0" name="Rectangle 1789">
            <a:extLst>
              <a:ext uri="{FF2B5EF4-FFF2-40B4-BE49-F238E27FC236}">
                <a16:creationId xmlns:a16="http://schemas.microsoft.com/office/drawing/2014/main" id="{7A245021-5579-C50B-6E31-D1EF15FE9249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91" name="Rectangle 1790">
            <a:extLst>
              <a:ext uri="{FF2B5EF4-FFF2-40B4-BE49-F238E27FC236}">
                <a16:creationId xmlns:a16="http://schemas.microsoft.com/office/drawing/2014/main" id="{264575EF-3477-6583-D5EC-ACB60F046487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2" name="Rectangle 1791">
            <a:extLst>
              <a:ext uri="{FF2B5EF4-FFF2-40B4-BE49-F238E27FC236}">
                <a16:creationId xmlns:a16="http://schemas.microsoft.com/office/drawing/2014/main" id="{CED53A37-74F8-3F88-49DB-E8AB16C8A27C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3" name="Rectangle 1792">
            <a:extLst>
              <a:ext uri="{FF2B5EF4-FFF2-40B4-BE49-F238E27FC236}">
                <a16:creationId xmlns:a16="http://schemas.microsoft.com/office/drawing/2014/main" id="{1FB8E8FB-2D7E-7714-CA13-6FF21E987E6A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2E665A3D-2329-9C09-74ED-F2EE2183DD9E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95" name="Straight Connector 1794">
            <a:extLst>
              <a:ext uri="{FF2B5EF4-FFF2-40B4-BE49-F238E27FC236}">
                <a16:creationId xmlns:a16="http://schemas.microsoft.com/office/drawing/2014/main" id="{2B6DE958-B0AA-EFBB-FE03-C4D8E0FA1999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6" name="Straight Connector 1795">
            <a:extLst>
              <a:ext uri="{FF2B5EF4-FFF2-40B4-BE49-F238E27FC236}">
                <a16:creationId xmlns:a16="http://schemas.microsoft.com/office/drawing/2014/main" id="{BD938F61-C30C-C021-E6AB-F7C0F850E0B2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7" name="Straight Connector 1796">
            <a:extLst>
              <a:ext uri="{FF2B5EF4-FFF2-40B4-BE49-F238E27FC236}">
                <a16:creationId xmlns:a16="http://schemas.microsoft.com/office/drawing/2014/main" id="{65A7FC35-EB58-248D-2987-AB1A163F5ACE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8" name="Straight Connector 1797">
            <a:extLst>
              <a:ext uri="{FF2B5EF4-FFF2-40B4-BE49-F238E27FC236}">
                <a16:creationId xmlns:a16="http://schemas.microsoft.com/office/drawing/2014/main" id="{A75CFF6B-A940-3A95-0301-BB7D89C6C748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9" name="TextBox 1798">
            <a:extLst>
              <a:ext uri="{FF2B5EF4-FFF2-40B4-BE49-F238E27FC236}">
                <a16:creationId xmlns:a16="http://schemas.microsoft.com/office/drawing/2014/main" id="{75D0B68D-E3B1-5C3F-1D92-FCEC99C9B2A1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800" name="TextBox 1799">
            <a:extLst>
              <a:ext uri="{FF2B5EF4-FFF2-40B4-BE49-F238E27FC236}">
                <a16:creationId xmlns:a16="http://schemas.microsoft.com/office/drawing/2014/main" id="{6A94CF4B-680B-3864-4590-BFB8BDA501B8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801" name="TextBox 1800">
            <a:extLst>
              <a:ext uri="{FF2B5EF4-FFF2-40B4-BE49-F238E27FC236}">
                <a16:creationId xmlns:a16="http://schemas.microsoft.com/office/drawing/2014/main" id="{8B5693B3-BF19-1CAA-1B49-07D671502FCF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802" name="TextBox 1801">
            <a:extLst>
              <a:ext uri="{FF2B5EF4-FFF2-40B4-BE49-F238E27FC236}">
                <a16:creationId xmlns:a16="http://schemas.microsoft.com/office/drawing/2014/main" id="{4A95ED39-0F64-C311-A7E4-432E992BD8B8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803" name="Rectangle 1802">
            <a:extLst>
              <a:ext uri="{FF2B5EF4-FFF2-40B4-BE49-F238E27FC236}">
                <a16:creationId xmlns:a16="http://schemas.microsoft.com/office/drawing/2014/main" id="{1495FE25-FBA6-3DC7-3236-740D98C2D464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4" name="Rectangle 1803">
            <a:extLst>
              <a:ext uri="{FF2B5EF4-FFF2-40B4-BE49-F238E27FC236}">
                <a16:creationId xmlns:a16="http://schemas.microsoft.com/office/drawing/2014/main" id="{1D7685AD-A9AC-16ED-1E33-499D0D825706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5" name="Rectangle 1804">
            <a:extLst>
              <a:ext uri="{FF2B5EF4-FFF2-40B4-BE49-F238E27FC236}">
                <a16:creationId xmlns:a16="http://schemas.microsoft.com/office/drawing/2014/main" id="{BFCE11E4-DBED-A86B-1282-2BFE8C56C4AB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F5198A36-472A-B937-A74E-285F0D01D4A9}"/>
              </a:ext>
            </a:extLst>
          </p:cNvPr>
          <p:cNvSpPr txBox="1"/>
          <p:nvPr/>
        </p:nvSpPr>
        <p:spPr>
          <a:xfrm>
            <a:off x="1917982" y="28330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1807" name="Rectangle 1806">
            <a:extLst>
              <a:ext uri="{FF2B5EF4-FFF2-40B4-BE49-F238E27FC236}">
                <a16:creationId xmlns:a16="http://schemas.microsoft.com/office/drawing/2014/main" id="{33EE5C91-3B18-5CFC-FC0C-2D9AB5DD97D2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8" name="Rectangle 1807">
            <a:extLst>
              <a:ext uri="{FF2B5EF4-FFF2-40B4-BE49-F238E27FC236}">
                <a16:creationId xmlns:a16="http://schemas.microsoft.com/office/drawing/2014/main" id="{BEFB62BA-C8B3-F517-E766-8851D6AC3358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09" name="Rectangle 1808">
            <a:extLst>
              <a:ext uri="{FF2B5EF4-FFF2-40B4-BE49-F238E27FC236}">
                <a16:creationId xmlns:a16="http://schemas.microsoft.com/office/drawing/2014/main" id="{60FE02C2-A00D-7048-1ABB-B66B2EB08B67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0" name="Rectangle 1809">
            <a:extLst>
              <a:ext uri="{FF2B5EF4-FFF2-40B4-BE49-F238E27FC236}">
                <a16:creationId xmlns:a16="http://schemas.microsoft.com/office/drawing/2014/main" id="{377547AF-D682-F5A4-3C14-4515CBCCE0DF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1" name="Rectangle 1810">
            <a:extLst>
              <a:ext uri="{FF2B5EF4-FFF2-40B4-BE49-F238E27FC236}">
                <a16:creationId xmlns:a16="http://schemas.microsoft.com/office/drawing/2014/main" id="{30424F22-2FB2-516F-DE67-D93FC855DBF5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2" name="Rectangle 1811">
            <a:extLst>
              <a:ext uri="{FF2B5EF4-FFF2-40B4-BE49-F238E27FC236}">
                <a16:creationId xmlns:a16="http://schemas.microsoft.com/office/drawing/2014/main" id="{63B83B13-AD8C-54E9-C670-21BF8366F9AF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4D77D48B-52B2-A457-D4D4-9B9136D84696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B171D546-43BE-16B4-D2FC-7D92F8D9F313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815" name="TextBox 1814">
            <a:extLst>
              <a:ext uri="{FF2B5EF4-FFF2-40B4-BE49-F238E27FC236}">
                <a16:creationId xmlns:a16="http://schemas.microsoft.com/office/drawing/2014/main" id="{CBD595E4-9ACF-AF34-98A8-79F56AAA6FA6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1816" name="TextBox 1815">
            <a:extLst>
              <a:ext uri="{FF2B5EF4-FFF2-40B4-BE49-F238E27FC236}">
                <a16:creationId xmlns:a16="http://schemas.microsoft.com/office/drawing/2014/main" id="{94E8422F-3889-4B68-791B-2AD776DC2028}"/>
              </a:ext>
            </a:extLst>
          </p:cNvPr>
          <p:cNvSpPr txBox="1"/>
          <p:nvPr/>
        </p:nvSpPr>
        <p:spPr>
          <a:xfrm>
            <a:off x="2053396" y="28315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818" name="TextBox 1817">
            <a:extLst>
              <a:ext uri="{FF2B5EF4-FFF2-40B4-BE49-F238E27FC236}">
                <a16:creationId xmlns:a16="http://schemas.microsoft.com/office/drawing/2014/main" id="{B496ADE6-3C05-F0C2-3235-22ED3F95E4AD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1819" name="Straight Connector 1818">
            <a:extLst>
              <a:ext uri="{FF2B5EF4-FFF2-40B4-BE49-F238E27FC236}">
                <a16:creationId xmlns:a16="http://schemas.microsoft.com/office/drawing/2014/main" id="{2980AF25-1F1B-633C-F81C-C8F71ADE4C2C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0" name="Straight Connector 1819">
            <a:extLst>
              <a:ext uri="{FF2B5EF4-FFF2-40B4-BE49-F238E27FC236}">
                <a16:creationId xmlns:a16="http://schemas.microsoft.com/office/drawing/2014/main" id="{ADAE427C-1417-C910-D86F-2EAB167CE846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1" name="TextBox 1820">
            <a:extLst>
              <a:ext uri="{FF2B5EF4-FFF2-40B4-BE49-F238E27FC236}">
                <a16:creationId xmlns:a16="http://schemas.microsoft.com/office/drawing/2014/main" id="{DFF399AF-4F4B-3BF1-9EC8-48D30A7E5F2D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1822" name="TextBox 1821">
            <a:extLst>
              <a:ext uri="{FF2B5EF4-FFF2-40B4-BE49-F238E27FC236}">
                <a16:creationId xmlns:a16="http://schemas.microsoft.com/office/drawing/2014/main" id="{948739C2-8CB3-381E-4042-4042A07183D8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1824" name="TextBox 1823">
            <a:extLst>
              <a:ext uri="{FF2B5EF4-FFF2-40B4-BE49-F238E27FC236}">
                <a16:creationId xmlns:a16="http://schemas.microsoft.com/office/drawing/2014/main" id="{5ABCEAA9-B094-2728-910F-C89176E2025A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825" name="TextBox 1824">
            <a:extLst>
              <a:ext uri="{FF2B5EF4-FFF2-40B4-BE49-F238E27FC236}">
                <a16:creationId xmlns:a16="http://schemas.microsoft.com/office/drawing/2014/main" id="{1EA30A38-78CF-0A02-49D4-6F38C187BC95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1828" name="TextBox 1827">
            <a:extLst>
              <a:ext uri="{FF2B5EF4-FFF2-40B4-BE49-F238E27FC236}">
                <a16:creationId xmlns:a16="http://schemas.microsoft.com/office/drawing/2014/main" id="{8D8E5183-8EC7-78A7-42C6-B956ACAE2F19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1829" name="Rectangle 1828">
            <a:extLst>
              <a:ext uri="{FF2B5EF4-FFF2-40B4-BE49-F238E27FC236}">
                <a16:creationId xmlns:a16="http://schemas.microsoft.com/office/drawing/2014/main" id="{B6BAB00C-E9EA-6BD4-6D2C-E88A6757916E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0" name="Rectangle 1829">
            <a:extLst>
              <a:ext uri="{FF2B5EF4-FFF2-40B4-BE49-F238E27FC236}">
                <a16:creationId xmlns:a16="http://schemas.microsoft.com/office/drawing/2014/main" id="{3079F773-F513-E53E-CDA9-283B1E500572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31" name="Rectangle 1830">
            <a:extLst>
              <a:ext uri="{FF2B5EF4-FFF2-40B4-BE49-F238E27FC236}">
                <a16:creationId xmlns:a16="http://schemas.microsoft.com/office/drawing/2014/main" id="{5F389512-47CD-1F35-8534-A78607FEB022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2" name="Rectangle 1831">
            <a:extLst>
              <a:ext uri="{FF2B5EF4-FFF2-40B4-BE49-F238E27FC236}">
                <a16:creationId xmlns:a16="http://schemas.microsoft.com/office/drawing/2014/main" id="{0F2E9030-7E4E-7408-508C-AC7311C46042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3" name="Rectangle 1832">
            <a:extLst>
              <a:ext uri="{FF2B5EF4-FFF2-40B4-BE49-F238E27FC236}">
                <a16:creationId xmlns:a16="http://schemas.microsoft.com/office/drawing/2014/main" id="{3471E7F5-E2FD-79F4-D22B-5231214509A2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4" name="Rectangle 1833">
            <a:extLst>
              <a:ext uri="{FF2B5EF4-FFF2-40B4-BE49-F238E27FC236}">
                <a16:creationId xmlns:a16="http://schemas.microsoft.com/office/drawing/2014/main" id="{8982E8EE-9F43-2B4C-335E-31AEFC9AEDCC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5" name="Rectangle 1834">
            <a:extLst>
              <a:ext uri="{FF2B5EF4-FFF2-40B4-BE49-F238E27FC236}">
                <a16:creationId xmlns:a16="http://schemas.microsoft.com/office/drawing/2014/main" id="{EF595912-01C6-C9DD-CEDD-9E9D2E0C4AC0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6" name="Rectangle 1835">
            <a:extLst>
              <a:ext uri="{FF2B5EF4-FFF2-40B4-BE49-F238E27FC236}">
                <a16:creationId xmlns:a16="http://schemas.microsoft.com/office/drawing/2014/main" id="{FD2AAAEE-09E4-8FDD-A01F-02292E260569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37" name="TextBox 1836">
            <a:extLst>
              <a:ext uri="{FF2B5EF4-FFF2-40B4-BE49-F238E27FC236}">
                <a16:creationId xmlns:a16="http://schemas.microsoft.com/office/drawing/2014/main" id="{782A8CBE-BFD3-EBC9-AB43-F4663576F735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838" name="TextBox 1837">
            <a:extLst>
              <a:ext uri="{FF2B5EF4-FFF2-40B4-BE49-F238E27FC236}">
                <a16:creationId xmlns:a16="http://schemas.microsoft.com/office/drawing/2014/main" id="{90D5C208-670F-3CC2-F6DD-591911724C3A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839" name="Rectangle 1838">
            <a:extLst>
              <a:ext uri="{FF2B5EF4-FFF2-40B4-BE49-F238E27FC236}">
                <a16:creationId xmlns:a16="http://schemas.microsoft.com/office/drawing/2014/main" id="{65164EEE-A908-6692-997A-71E24F9FBF07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0" name="Rectangle 1839">
            <a:extLst>
              <a:ext uri="{FF2B5EF4-FFF2-40B4-BE49-F238E27FC236}">
                <a16:creationId xmlns:a16="http://schemas.microsoft.com/office/drawing/2014/main" id="{9FE384BD-BDA0-6342-6CCB-BFB340FB41D0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1" name="Rectangle 1840">
            <a:extLst>
              <a:ext uri="{FF2B5EF4-FFF2-40B4-BE49-F238E27FC236}">
                <a16:creationId xmlns:a16="http://schemas.microsoft.com/office/drawing/2014/main" id="{E873CFA8-F447-3615-31A7-5652A540D984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2" name="Rectangle 1841">
            <a:extLst>
              <a:ext uri="{FF2B5EF4-FFF2-40B4-BE49-F238E27FC236}">
                <a16:creationId xmlns:a16="http://schemas.microsoft.com/office/drawing/2014/main" id="{D25B8A75-F7B6-0434-804A-69BEB8EABEBD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3" name="Rectangle 1842">
            <a:extLst>
              <a:ext uri="{FF2B5EF4-FFF2-40B4-BE49-F238E27FC236}">
                <a16:creationId xmlns:a16="http://schemas.microsoft.com/office/drawing/2014/main" id="{1B878D43-2E11-4F3F-9E14-AFC83A5B76D8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4" name="Rectangle 1843">
            <a:extLst>
              <a:ext uri="{FF2B5EF4-FFF2-40B4-BE49-F238E27FC236}">
                <a16:creationId xmlns:a16="http://schemas.microsoft.com/office/drawing/2014/main" id="{9200BF55-C01C-67C1-AB16-8CE9278548F0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45" name="TextBox 1844">
            <a:extLst>
              <a:ext uri="{FF2B5EF4-FFF2-40B4-BE49-F238E27FC236}">
                <a16:creationId xmlns:a16="http://schemas.microsoft.com/office/drawing/2014/main" id="{B2A0859F-A6FC-8D9B-ECD4-D7D813B70ACD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846" name="TextBox 1845">
            <a:extLst>
              <a:ext uri="{FF2B5EF4-FFF2-40B4-BE49-F238E27FC236}">
                <a16:creationId xmlns:a16="http://schemas.microsoft.com/office/drawing/2014/main" id="{FFAD0317-4E8F-67DC-037D-7D51D7008F31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847" name="TextBox 1846">
            <a:extLst>
              <a:ext uri="{FF2B5EF4-FFF2-40B4-BE49-F238E27FC236}">
                <a16:creationId xmlns:a16="http://schemas.microsoft.com/office/drawing/2014/main" id="{9CF43CFF-303B-FEB7-6747-5A5BD4331B7A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48" name="TextBox 1847">
            <a:extLst>
              <a:ext uri="{FF2B5EF4-FFF2-40B4-BE49-F238E27FC236}">
                <a16:creationId xmlns:a16="http://schemas.microsoft.com/office/drawing/2014/main" id="{3622ED50-8182-701F-FCF7-2FE85E402E51}"/>
              </a:ext>
            </a:extLst>
          </p:cNvPr>
          <p:cNvSpPr txBox="1"/>
          <p:nvPr/>
        </p:nvSpPr>
        <p:spPr>
          <a:xfrm>
            <a:off x="1525772" y="37718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1849" name="TextBox 1848">
            <a:extLst>
              <a:ext uri="{FF2B5EF4-FFF2-40B4-BE49-F238E27FC236}">
                <a16:creationId xmlns:a16="http://schemas.microsoft.com/office/drawing/2014/main" id="{2772E2A5-EB9C-6C54-5F08-2F267C61228D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1850" name="Rectangle 1849">
            <a:extLst>
              <a:ext uri="{FF2B5EF4-FFF2-40B4-BE49-F238E27FC236}">
                <a16:creationId xmlns:a16="http://schemas.microsoft.com/office/drawing/2014/main" id="{4EB679D5-DA30-27D9-C989-5207F92E59CD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3D67285A-AD00-18F3-6834-FD794D524F15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2" name="Rectangle 1851">
            <a:extLst>
              <a:ext uri="{FF2B5EF4-FFF2-40B4-BE49-F238E27FC236}">
                <a16:creationId xmlns:a16="http://schemas.microsoft.com/office/drawing/2014/main" id="{28ED4E52-395F-2E9A-D755-13A3948DDA50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3" name="Rectangle 1852">
            <a:extLst>
              <a:ext uri="{FF2B5EF4-FFF2-40B4-BE49-F238E27FC236}">
                <a16:creationId xmlns:a16="http://schemas.microsoft.com/office/drawing/2014/main" id="{1D3AF8BD-044D-7113-1EA8-558445F694C0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4" name="Rectangle 1853">
            <a:extLst>
              <a:ext uri="{FF2B5EF4-FFF2-40B4-BE49-F238E27FC236}">
                <a16:creationId xmlns:a16="http://schemas.microsoft.com/office/drawing/2014/main" id="{725CFC80-4B44-9A8D-4B7E-7ACEEC48706E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5" name="Rectangle 1854">
            <a:extLst>
              <a:ext uri="{FF2B5EF4-FFF2-40B4-BE49-F238E27FC236}">
                <a16:creationId xmlns:a16="http://schemas.microsoft.com/office/drawing/2014/main" id="{CC5231E2-D332-393C-88A7-1AAE533AFA2F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6" name="TextBox 1855">
            <a:extLst>
              <a:ext uri="{FF2B5EF4-FFF2-40B4-BE49-F238E27FC236}">
                <a16:creationId xmlns:a16="http://schemas.microsoft.com/office/drawing/2014/main" id="{CA9E4E85-7C54-B121-DFEA-D6B6151FD1A8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857" name="Rectangle 1856">
            <a:extLst>
              <a:ext uri="{FF2B5EF4-FFF2-40B4-BE49-F238E27FC236}">
                <a16:creationId xmlns:a16="http://schemas.microsoft.com/office/drawing/2014/main" id="{F9691380-F081-1785-7A64-0FC0356F991B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8" name="Rectangle 1857">
            <a:extLst>
              <a:ext uri="{FF2B5EF4-FFF2-40B4-BE49-F238E27FC236}">
                <a16:creationId xmlns:a16="http://schemas.microsoft.com/office/drawing/2014/main" id="{5005B4BD-06BC-25C8-F59B-2F1D9721E060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59" name="Rectangle 1858">
            <a:extLst>
              <a:ext uri="{FF2B5EF4-FFF2-40B4-BE49-F238E27FC236}">
                <a16:creationId xmlns:a16="http://schemas.microsoft.com/office/drawing/2014/main" id="{19CD2314-888D-918C-F4F9-466D6453F2CB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0" name="Rectangle 1859">
            <a:extLst>
              <a:ext uri="{FF2B5EF4-FFF2-40B4-BE49-F238E27FC236}">
                <a16:creationId xmlns:a16="http://schemas.microsoft.com/office/drawing/2014/main" id="{141D9E79-0E7B-C184-7ECD-5FB391F6BFB7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1" name="Rectangle 1860">
            <a:extLst>
              <a:ext uri="{FF2B5EF4-FFF2-40B4-BE49-F238E27FC236}">
                <a16:creationId xmlns:a16="http://schemas.microsoft.com/office/drawing/2014/main" id="{8AB69C5F-4112-32B7-67A4-522C24AB358C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2" name="Rectangle 1861">
            <a:extLst>
              <a:ext uri="{FF2B5EF4-FFF2-40B4-BE49-F238E27FC236}">
                <a16:creationId xmlns:a16="http://schemas.microsoft.com/office/drawing/2014/main" id="{A16DE059-29DA-ACD0-21F7-C35BBAFD611A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63" name="TextBox 1862">
            <a:extLst>
              <a:ext uri="{FF2B5EF4-FFF2-40B4-BE49-F238E27FC236}">
                <a16:creationId xmlns:a16="http://schemas.microsoft.com/office/drawing/2014/main" id="{54BF007D-09B4-6663-B780-7A0904649799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864" name="TextBox 1863">
            <a:extLst>
              <a:ext uri="{FF2B5EF4-FFF2-40B4-BE49-F238E27FC236}">
                <a16:creationId xmlns:a16="http://schemas.microsoft.com/office/drawing/2014/main" id="{521F3E36-A765-AC2A-B370-19607783A8E8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865" name="TextBox 1864">
            <a:extLst>
              <a:ext uri="{FF2B5EF4-FFF2-40B4-BE49-F238E27FC236}">
                <a16:creationId xmlns:a16="http://schemas.microsoft.com/office/drawing/2014/main" id="{F606965E-FA78-C89F-46DF-A02AA5BD1E01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66" name="TextBox 1865">
            <a:extLst>
              <a:ext uri="{FF2B5EF4-FFF2-40B4-BE49-F238E27FC236}">
                <a16:creationId xmlns:a16="http://schemas.microsoft.com/office/drawing/2014/main" id="{05432F5F-78B9-9E38-0FEE-8622DE6BE4B0}"/>
              </a:ext>
            </a:extLst>
          </p:cNvPr>
          <p:cNvSpPr txBox="1"/>
          <p:nvPr/>
        </p:nvSpPr>
        <p:spPr>
          <a:xfrm>
            <a:off x="245255" y="376943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867" name="TextBox 1866">
            <a:extLst>
              <a:ext uri="{FF2B5EF4-FFF2-40B4-BE49-F238E27FC236}">
                <a16:creationId xmlns:a16="http://schemas.microsoft.com/office/drawing/2014/main" id="{B915EAAF-F569-9FBD-9108-275AA764A6AA}"/>
              </a:ext>
            </a:extLst>
          </p:cNvPr>
          <p:cNvSpPr txBox="1"/>
          <p:nvPr/>
        </p:nvSpPr>
        <p:spPr>
          <a:xfrm>
            <a:off x="426817" y="37695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868" name="TextBox 1867">
            <a:extLst>
              <a:ext uri="{FF2B5EF4-FFF2-40B4-BE49-F238E27FC236}">
                <a16:creationId xmlns:a16="http://schemas.microsoft.com/office/drawing/2014/main" id="{15413B79-34F0-8BEF-13B0-8687AFBECB10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869" name="Rectangle 1868">
            <a:extLst>
              <a:ext uri="{FF2B5EF4-FFF2-40B4-BE49-F238E27FC236}">
                <a16:creationId xmlns:a16="http://schemas.microsoft.com/office/drawing/2014/main" id="{D1F05607-2741-11C4-C72C-B1E16690EEE4}"/>
              </a:ext>
            </a:extLst>
          </p:cNvPr>
          <p:cNvSpPr/>
          <p:nvPr/>
        </p:nvSpPr>
        <p:spPr>
          <a:xfrm>
            <a:off x="721193" y="421569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0" name="Rectangle 1869">
            <a:extLst>
              <a:ext uri="{FF2B5EF4-FFF2-40B4-BE49-F238E27FC236}">
                <a16:creationId xmlns:a16="http://schemas.microsoft.com/office/drawing/2014/main" id="{F3A788BA-9480-A8B6-592A-7321825E1516}"/>
              </a:ext>
            </a:extLst>
          </p:cNvPr>
          <p:cNvSpPr/>
          <p:nvPr/>
        </p:nvSpPr>
        <p:spPr>
          <a:xfrm>
            <a:off x="721194" y="4215696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71" name="Rectangle 1870">
            <a:extLst>
              <a:ext uri="{FF2B5EF4-FFF2-40B4-BE49-F238E27FC236}">
                <a16:creationId xmlns:a16="http://schemas.microsoft.com/office/drawing/2014/main" id="{7419FC1F-468E-29A5-AAF2-5036C94899FA}"/>
              </a:ext>
            </a:extLst>
          </p:cNvPr>
          <p:cNvSpPr/>
          <p:nvPr/>
        </p:nvSpPr>
        <p:spPr>
          <a:xfrm>
            <a:off x="1544820" y="422136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2" name="Rectangle 1871">
            <a:extLst>
              <a:ext uri="{FF2B5EF4-FFF2-40B4-BE49-F238E27FC236}">
                <a16:creationId xmlns:a16="http://schemas.microsoft.com/office/drawing/2014/main" id="{DB604A22-A004-A098-CD07-4E9308164BC0}"/>
              </a:ext>
            </a:extLst>
          </p:cNvPr>
          <p:cNvSpPr/>
          <p:nvPr/>
        </p:nvSpPr>
        <p:spPr>
          <a:xfrm>
            <a:off x="1332289" y="421797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3" name="Rectangle 1872">
            <a:extLst>
              <a:ext uri="{FF2B5EF4-FFF2-40B4-BE49-F238E27FC236}">
                <a16:creationId xmlns:a16="http://schemas.microsoft.com/office/drawing/2014/main" id="{073601FE-A448-B8C0-B1BD-12C84546AB5D}"/>
              </a:ext>
            </a:extLst>
          </p:cNvPr>
          <p:cNvSpPr/>
          <p:nvPr/>
        </p:nvSpPr>
        <p:spPr>
          <a:xfrm>
            <a:off x="1709071" y="422136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4" name="Rectangle 1873">
            <a:extLst>
              <a:ext uri="{FF2B5EF4-FFF2-40B4-BE49-F238E27FC236}">
                <a16:creationId xmlns:a16="http://schemas.microsoft.com/office/drawing/2014/main" id="{4DF48E3C-C97C-7D3B-00D0-41AE17F7579B}"/>
              </a:ext>
            </a:extLst>
          </p:cNvPr>
          <p:cNvSpPr/>
          <p:nvPr/>
        </p:nvSpPr>
        <p:spPr>
          <a:xfrm>
            <a:off x="1547203" y="432375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5" name="Rectangle 1874">
            <a:extLst>
              <a:ext uri="{FF2B5EF4-FFF2-40B4-BE49-F238E27FC236}">
                <a16:creationId xmlns:a16="http://schemas.microsoft.com/office/drawing/2014/main" id="{7C1F860C-B8CD-E8C0-13B0-CA5FD3E07439}"/>
              </a:ext>
            </a:extLst>
          </p:cNvPr>
          <p:cNvSpPr/>
          <p:nvPr/>
        </p:nvSpPr>
        <p:spPr>
          <a:xfrm>
            <a:off x="1334672" y="432037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6" name="Rectangle 1875">
            <a:extLst>
              <a:ext uri="{FF2B5EF4-FFF2-40B4-BE49-F238E27FC236}">
                <a16:creationId xmlns:a16="http://schemas.microsoft.com/office/drawing/2014/main" id="{51A1C91C-C947-B0B5-2F99-B4E06150A90D}"/>
              </a:ext>
            </a:extLst>
          </p:cNvPr>
          <p:cNvSpPr/>
          <p:nvPr/>
        </p:nvSpPr>
        <p:spPr>
          <a:xfrm>
            <a:off x="1711454" y="4323756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D2295DFA-D001-4096-1719-446ABD5B502F}"/>
              </a:ext>
            </a:extLst>
          </p:cNvPr>
          <p:cNvSpPr txBox="1"/>
          <p:nvPr/>
        </p:nvSpPr>
        <p:spPr>
          <a:xfrm>
            <a:off x="1462319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878" name="TextBox 1877">
            <a:extLst>
              <a:ext uri="{FF2B5EF4-FFF2-40B4-BE49-F238E27FC236}">
                <a16:creationId xmlns:a16="http://schemas.microsoft.com/office/drawing/2014/main" id="{D01DE1BC-CFBC-0248-4F65-081B27387B4A}"/>
              </a:ext>
            </a:extLst>
          </p:cNvPr>
          <p:cNvSpPr txBox="1"/>
          <p:nvPr/>
        </p:nvSpPr>
        <p:spPr>
          <a:xfrm>
            <a:off x="1645573" y="418173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879" name="Rectangle 1878">
            <a:extLst>
              <a:ext uri="{FF2B5EF4-FFF2-40B4-BE49-F238E27FC236}">
                <a16:creationId xmlns:a16="http://schemas.microsoft.com/office/drawing/2014/main" id="{2C18BA5F-75EC-7F4E-0E55-4BF8BF8070EE}"/>
              </a:ext>
            </a:extLst>
          </p:cNvPr>
          <p:cNvSpPr/>
          <p:nvPr/>
        </p:nvSpPr>
        <p:spPr>
          <a:xfrm>
            <a:off x="1546977" y="442376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0" name="Rectangle 1879">
            <a:extLst>
              <a:ext uri="{FF2B5EF4-FFF2-40B4-BE49-F238E27FC236}">
                <a16:creationId xmlns:a16="http://schemas.microsoft.com/office/drawing/2014/main" id="{DEA967CD-F6DF-936F-5FAC-4D39DCE6B121}"/>
              </a:ext>
            </a:extLst>
          </p:cNvPr>
          <p:cNvSpPr/>
          <p:nvPr/>
        </p:nvSpPr>
        <p:spPr>
          <a:xfrm>
            <a:off x="1334446" y="4420381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86CEF8CA-AF98-6658-418B-A21149CC1A24}"/>
              </a:ext>
            </a:extLst>
          </p:cNvPr>
          <p:cNvSpPr/>
          <p:nvPr/>
        </p:nvSpPr>
        <p:spPr>
          <a:xfrm>
            <a:off x="1711228" y="442376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2" name="Rectangle 1881">
            <a:extLst>
              <a:ext uri="{FF2B5EF4-FFF2-40B4-BE49-F238E27FC236}">
                <a16:creationId xmlns:a16="http://schemas.microsoft.com/office/drawing/2014/main" id="{4CDE953B-1C7B-D1A0-BAEC-A33EA1F5FD0D}"/>
              </a:ext>
            </a:extLst>
          </p:cNvPr>
          <p:cNvSpPr/>
          <p:nvPr/>
        </p:nvSpPr>
        <p:spPr>
          <a:xfrm>
            <a:off x="1545411" y="45259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3" name="Rectangle 1882">
            <a:extLst>
              <a:ext uri="{FF2B5EF4-FFF2-40B4-BE49-F238E27FC236}">
                <a16:creationId xmlns:a16="http://schemas.microsoft.com/office/drawing/2014/main" id="{71090C64-D978-94B1-E7EB-01C12AB8F93C}"/>
              </a:ext>
            </a:extLst>
          </p:cNvPr>
          <p:cNvSpPr/>
          <p:nvPr/>
        </p:nvSpPr>
        <p:spPr>
          <a:xfrm>
            <a:off x="1332880" y="452257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4" name="Rectangle 1883">
            <a:extLst>
              <a:ext uri="{FF2B5EF4-FFF2-40B4-BE49-F238E27FC236}">
                <a16:creationId xmlns:a16="http://schemas.microsoft.com/office/drawing/2014/main" id="{FCC3763D-8A00-D1E6-D88E-CF36043A40EF}"/>
              </a:ext>
            </a:extLst>
          </p:cNvPr>
          <p:cNvSpPr/>
          <p:nvPr/>
        </p:nvSpPr>
        <p:spPr>
          <a:xfrm>
            <a:off x="1709662" y="45259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85" name="TextBox 1884">
            <a:extLst>
              <a:ext uri="{FF2B5EF4-FFF2-40B4-BE49-F238E27FC236}">
                <a16:creationId xmlns:a16="http://schemas.microsoft.com/office/drawing/2014/main" id="{8FDDF305-6AE2-9ACD-C798-822E2127617A}"/>
              </a:ext>
            </a:extLst>
          </p:cNvPr>
          <p:cNvSpPr txBox="1"/>
          <p:nvPr/>
        </p:nvSpPr>
        <p:spPr>
          <a:xfrm>
            <a:off x="1308345" y="448180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886" name="TextBox 1885">
            <a:extLst>
              <a:ext uri="{FF2B5EF4-FFF2-40B4-BE49-F238E27FC236}">
                <a16:creationId xmlns:a16="http://schemas.microsoft.com/office/drawing/2014/main" id="{9ACBCDBC-0545-2D3F-C36D-4E81E26732E4}"/>
              </a:ext>
            </a:extLst>
          </p:cNvPr>
          <p:cNvSpPr txBox="1"/>
          <p:nvPr/>
        </p:nvSpPr>
        <p:spPr>
          <a:xfrm>
            <a:off x="1276211" y="4379002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887" name="TextBox 1886">
            <a:extLst>
              <a:ext uri="{FF2B5EF4-FFF2-40B4-BE49-F238E27FC236}">
                <a16:creationId xmlns:a16="http://schemas.microsoft.com/office/drawing/2014/main" id="{3530173B-A90F-3367-B975-9A0B067898C2}"/>
              </a:ext>
            </a:extLst>
          </p:cNvPr>
          <p:cNvSpPr txBox="1"/>
          <p:nvPr/>
        </p:nvSpPr>
        <p:spPr>
          <a:xfrm>
            <a:off x="1262622" y="4288274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888" name="TextBox 1887">
            <a:extLst>
              <a:ext uri="{FF2B5EF4-FFF2-40B4-BE49-F238E27FC236}">
                <a16:creationId xmlns:a16="http://schemas.microsoft.com/office/drawing/2014/main" id="{C05D91DD-A08D-2661-E8BB-4882EEC54266}"/>
              </a:ext>
            </a:extLst>
          </p:cNvPr>
          <p:cNvSpPr txBox="1"/>
          <p:nvPr/>
        </p:nvSpPr>
        <p:spPr>
          <a:xfrm>
            <a:off x="1502993" y="42785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889" name="TextBox 1888">
            <a:extLst>
              <a:ext uri="{FF2B5EF4-FFF2-40B4-BE49-F238E27FC236}">
                <a16:creationId xmlns:a16="http://schemas.microsoft.com/office/drawing/2014/main" id="{04C403D9-CB56-E29A-13B7-E8E7C26727A0}"/>
              </a:ext>
            </a:extLst>
          </p:cNvPr>
          <p:cNvSpPr txBox="1"/>
          <p:nvPr/>
        </p:nvSpPr>
        <p:spPr>
          <a:xfrm>
            <a:off x="1683149" y="4280053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1890" name="Rectangle 1889">
            <a:extLst>
              <a:ext uri="{FF2B5EF4-FFF2-40B4-BE49-F238E27FC236}">
                <a16:creationId xmlns:a16="http://schemas.microsoft.com/office/drawing/2014/main" id="{C7C5D205-C46C-87ED-1248-D5F6AA660417}"/>
              </a:ext>
            </a:extLst>
          </p:cNvPr>
          <p:cNvSpPr/>
          <p:nvPr/>
        </p:nvSpPr>
        <p:spPr>
          <a:xfrm>
            <a:off x="722602" y="4710608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4" name="Rectangle 1893">
            <a:extLst>
              <a:ext uri="{FF2B5EF4-FFF2-40B4-BE49-F238E27FC236}">
                <a16:creationId xmlns:a16="http://schemas.microsoft.com/office/drawing/2014/main" id="{16BB1847-91A1-45B4-C323-C455B2CA3C80}"/>
              </a:ext>
            </a:extLst>
          </p:cNvPr>
          <p:cNvSpPr/>
          <p:nvPr/>
        </p:nvSpPr>
        <p:spPr>
          <a:xfrm>
            <a:off x="1710480" y="471627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7" name="Rectangle 1896">
            <a:extLst>
              <a:ext uri="{FF2B5EF4-FFF2-40B4-BE49-F238E27FC236}">
                <a16:creationId xmlns:a16="http://schemas.microsoft.com/office/drawing/2014/main" id="{9A4DAA3D-1569-AE4F-EEB4-078001981192}"/>
              </a:ext>
            </a:extLst>
          </p:cNvPr>
          <p:cNvSpPr/>
          <p:nvPr/>
        </p:nvSpPr>
        <p:spPr>
          <a:xfrm>
            <a:off x="1712863" y="481866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99" name="TextBox 1898">
            <a:extLst>
              <a:ext uri="{FF2B5EF4-FFF2-40B4-BE49-F238E27FC236}">
                <a16:creationId xmlns:a16="http://schemas.microsoft.com/office/drawing/2014/main" id="{D9B16F09-B038-3937-BBA2-A55B345D145F}"/>
              </a:ext>
            </a:extLst>
          </p:cNvPr>
          <p:cNvSpPr txBox="1"/>
          <p:nvPr/>
        </p:nvSpPr>
        <p:spPr>
          <a:xfrm>
            <a:off x="1646982" y="467664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02" name="Rectangle 1901">
            <a:extLst>
              <a:ext uri="{FF2B5EF4-FFF2-40B4-BE49-F238E27FC236}">
                <a16:creationId xmlns:a16="http://schemas.microsoft.com/office/drawing/2014/main" id="{B34BEFC9-03E0-98A8-330E-4965B4E7A0BF}"/>
              </a:ext>
            </a:extLst>
          </p:cNvPr>
          <p:cNvSpPr/>
          <p:nvPr/>
        </p:nvSpPr>
        <p:spPr>
          <a:xfrm>
            <a:off x="1712637" y="491867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05" name="Rectangle 1904">
            <a:extLst>
              <a:ext uri="{FF2B5EF4-FFF2-40B4-BE49-F238E27FC236}">
                <a16:creationId xmlns:a16="http://schemas.microsoft.com/office/drawing/2014/main" id="{773C6A93-44B1-B949-AE17-D8E278A81F3F}"/>
              </a:ext>
            </a:extLst>
          </p:cNvPr>
          <p:cNvSpPr/>
          <p:nvPr/>
        </p:nvSpPr>
        <p:spPr>
          <a:xfrm>
            <a:off x="1711071" y="502087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0" name="TextBox 1909">
            <a:extLst>
              <a:ext uri="{FF2B5EF4-FFF2-40B4-BE49-F238E27FC236}">
                <a16:creationId xmlns:a16="http://schemas.microsoft.com/office/drawing/2014/main" id="{C04FCC2D-4825-109D-E92C-E8A54D087D10}"/>
              </a:ext>
            </a:extLst>
          </p:cNvPr>
          <p:cNvSpPr txBox="1"/>
          <p:nvPr/>
        </p:nvSpPr>
        <p:spPr>
          <a:xfrm>
            <a:off x="1669052" y="477741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11" name="Rectangle 1910">
            <a:extLst>
              <a:ext uri="{FF2B5EF4-FFF2-40B4-BE49-F238E27FC236}">
                <a16:creationId xmlns:a16="http://schemas.microsoft.com/office/drawing/2014/main" id="{F094BC9E-0CCC-E0BC-F595-B2664C6B06CC}"/>
              </a:ext>
            </a:extLst>
          </p:cNvPr>
          <p:cNvSpPr/>
          <p:nvPr/>
        </p:nvSpPr>
        <p:spPr>
          <a:xfrm>
            <a:off x="1968937" y="4604993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4C89B954-4B8B-B6CF-B93A-1813D006E84C}"/>
              </a:ext>
            </a:extLst>
          </p:cNvPr>
          <p:cNvSpPr/>
          <p:nvPr/>
        </p:nvSpPr>
        <p:spPr>
          <a:xfrm>
            <a:off x="1968938" y="4604991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13" name="Rectangle 1912">
            <a:extLst>
              <a:ext uri="{FF2B5EF4-FFF2-40B4-BE49-F238E27FC236}">
                <a16:creationId xmlns:a16="http://schemas.microsoft.com/office/drawing/2014/main" id="{056F91A5-089D-64C9-BFA8-4E28CBCAA946}"/>
              </a:ext>
            </a:extLst>
          </p:cNvPr>
          <p:cNvSpPr/>
          <p:nvPr/>
        </p:nvSpPr>
        <p:spPr>
          <a:xfrm>
            <a:off x="2792564" y="46106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4" name="Rectangle 1913">
            <a:extLst>
              <a:ext uri="{FF2B5EF4-FFF2-40B4-BE49-F238E27FC236}">
                <a16:creationId xmlns:a16="http://schemas.microsoft.com/office/drawing/2014/main" id="{44AF23E3-E0D7-48E0-2BE2-B69135332B54}"/>
              </a:ext>
            </a:extLst>
          </p:cNvPr>
          <p:cNvSpPr/>
          <p:nvPr/>
        </p:nvSpPr>
        <p:spPr>
          <a:xfrm>
            <a:off x="2580033" y="460727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5" name="Rectangle 1914">
            <a:extLst>
              <a:ext uri="{FF2B5EF4-FFF2-40B4-BE49-F238E27FC236}">
                <a16:creationId xmlns:a16="http://schemas.microsoft.com/office/drawing/2014/main" id="{A2A2E4C1-96D1-06D2-8F8E-608998C212C8}"/>
              </a:ext>
            </a:extLst>
          </p:cNvPr>
          <p:cNvSpPr/>
          <p:nvPr/>
        </p:nvSpPr>
        <p:spPr>
          <a:xfrm>
            <a:off x="2956815" y="461065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6" name="Rectangle 1915">
            <a:extLst>
              <a:ext uri="{FF2B5EF4-FFF2-40B4-BE49-F238E27FC236}">
                <a16:creationId xmlns:a16="http://schemas.microsoft.com/office/drawing/2014/main" id="{FCDA992A-BE37-BFAF-19A1-08ED56BCC4BB}"/>
              </a:ext>
            </a:extLst>
          </p:cNvPr>
          <p:cNvSpPr/>
          <p:nvPr/>
        </p:nvSpPr>
        <p:spPr>
          <a:xfrm>
            <a:off x="2794947" y="471305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7" name="Rectangle 1916">
            <a:extLst>
              <a:ext uri="{FF2B5EF4-FFF2-40B4-BE49-F238E27FC236}">
                <a16:creationId xmlns:a16="http://schemas.microsoft.com/office/drawing/2014/main" id="{AAB7331E-2C41-96FF-9BBB-18DB949C973C}"/>
              </a:ext>
            </a:extLst>
          </p:cNvPr>
          <p:cNvSpPr/>
          <p:nvPr/>
        </p:nvSpPr>
        <p:spPr>
          <a:xfrm>
            <a:off x="2582416" y="470966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8" name="Rectangle 1917">
            <a:extLst>
              <a:ext uri="{FF2B5EF4-FFF2-40B4-BE49-F238E27FC236}">
                <a16:creationId xmlns:a16="http://schemas.microsoft.com/office/drawing/2014/main" id="{CD4C7A19-2E62-F6FC-C29E-F7F0716CFC79}"/>
              </a:ext>
            </a:extLst>
          </p:cNvPr>
          <p:cNvSpPr/>
          <p:nvPr/>
        </p:nvSpPr>
        <p:spPr>
          <a:xfrm>
            <a:off x="2959198" y="471305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19" name="TextBox 1918">
            <a:extLst>
              <a:ext uri="{FF2B5EF4-FFF2-40B4-BE49-F238E27FC236}">
                <a16:creationId xmlns:a16="http://schemas.microsoft.com/office/drawing/2014/main" id="{0EC9C5E3-27B8-5E9F-24AF-F68517F7B2BC}"/>
              </a:ext>
            </a:extLst>
          </p:cNvPr>
          <p:cNvSpPr txBox="1"/>
          <p:nvPr/>
        </p:nvSpPr>
        <p:spPr>
          <a:xfrm>
            <a:off x="2710063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204A918F-71EF-492E-05F7-C798BD299CF5}"/>
              </a:ext>
            </a:extLst>
          </p:cNvPr>
          <p:cNvSpPr txBox="1"/>
          <p:nvPr/>
        </p:nvSpPr>
        <p:spPr>
          <a:xfrm>
            <a:off x="2883791" y="45710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21" name="Rectangle 1920">
            <a:extLst>
              <a:ext uri="{FF2B5EF4-FFF2-40B4-BE49-F238E27FC236}">
                <a16:creationId xmlns:a16="http://schemas.microsoft.com/office/drawing/2014/main" id="{CD2A40AF-C06F-F8A8-D02A-F434EECAC8AE}"/>
              </a:ext>
            </a:extLst>
          </p:cNvPr>
          <p:cNvSpPr/>
          <p:nvPr/>
        </p:nvSpPr>
        <p:spPr>
          <a:xfrm>
            <a:off x="2794721" y="481306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2" name="Rectangle 1921">
            <a:extLst>
              <a:ext uri="{FF2B5EF4-FFF2-40B4-BE49-F238E27FC236}">
                <a16:creationId xmlns:a16="http://schemas.microsoft.com/office/drawing/2014/main" id="{7D3E6315-1881-AA29-0B71-7E5085E3B2A8}"/>
              </a:ext>
            </a:extLst>
          </p:cNvPr>
          <p:cNvSpPr/>
          <p:nvPr/>
        </p:nvSpPr>
        <p:spPr>
          <a:xfrm>
            <a:off x="2582190" y="480967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3" name="Rectangle 1922">
            <a:extLst>
              <a:ext uri="{FF2B5EF4-FFF2-40B4-BE49-F238E27FC236}">
                <a16:creationId xmlns:a16="http://schemas.microsoft.com/office/drawing/2014/main" id="{8D8F28A3-2526-C8B5-0EF0-9F7F1E15755B}"/>
              </a:ext>
            </a:extLst>
          </p:cNvPr>
          <p:cNvSpPr/>
          <p:nvPr/>
        </p:nvSpPr>
        <p:spPr>
          <a:xfrm>
            <a:off x="2958972" y="48130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4" name="Rectangle 1923">
            <a:extLst>
              <a:ext uri="{FF2B5EF4-FFF2-40B4-BE49-F238E27FC236}">
                <a16:creationId xmlns:a16="http://schemas.microsoft.com/office/drawing/2014/main" id="{7054AA54-D8A0-58B1-6CE3-9C6C1F1772A2}"/>
              </a:ext>
            </a:extLst>
          </p:cNvPr>
          <p:cNvSpPr/>
          <p:nvPr/>
        </p:nvSpPr>
        <p:spPr>
          <a:xfrm>
            <a:off x="2793155" y="49152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5" name="Rectangle 1924">
            <a:extLst>
              <a:ext uri="{FF2B5EF4-FFF2-40B4-BE49-F238E27FC236}">
                <a16:creationId xmlns:a16="http://schemas.microsoft.com/office/drawing/2014/main" id="{D0A6D7F9-E555-8E65-0082-BBE236C506E1}"/>
              </a:ext>
            </a:extLst>
          </p:cNvPr>
          <p:cNvSpPr/>
          <p:nvPr/>
        </p:nvSpPr>
        <p:spPr>
          <a:xfrm>
            <a:off x="2580624" y="49118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6" name="Rectangle 1925">
            <a:extLst>
              <a:ext uri="{FF2B5EF4-FFF2-40B4-BE49-F238E27FC236}">
                <a16:creationId xmlns:a16="http://schemas.microsoft.com/office/drawing/2014/main" id="{7E163237-DEB1-D841-E238-C7E585903398}"/>
              </a:ext>
            </a:extLst>
          </p:cNvPr>
          <p:cNvSpPr/>
          <p:nvPr/>
        </p:nvSpPr>
        <p:spPr>
          <a:xfrm>
            <a:off x="2957406" y="49152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1AA2EC27-7924-6325-BC97-E6F1F2320713}"/>
              </a:ext>
            </a:extLst>
          </p:cNvPr>
          <p:cNvSpPr txBox="1"/>
          <p:nvPr/>
        </p:nvSpPr>
        <p:spPr>
          <a:xfrm>
            <a:off x="2556089" y="487110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FC031F79-F3CB-F5B1-92E4-7C5726E95DA3}"/>
              </a:ext>
            </a:extLst>
          </p:cNvPr>
          <p:cNvSpPr txBox="1"/>
          <p:nvPr/>
        </p:nvSpPr>
        <p:spPr>
          <a:xfrm>
            <a:off x="2523955" y="476829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24179AF7-DA2C-3626-32ED-9338DB6807D2}"/>
              </a:ext>
            </a:extLst>
          </p:cNvPr>
          <p:cNvSpPr txBox="1"/>
          <p:nvPr/>
        </p:nvSpPr>
        <p:spPr>
          <a:xfrm>
            <a:off x="2510366" y="467756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722EEFAA-A12B-2669-699A-15B80DF4C034}"/>
              </a:ext>
            </a:extLst>
          </p:cNvPr>
          <p:cNvSpPr txBox="1"/>
          <p:nvPr/>
        </p:nvSpPr>
        <p:spPr>
          <a:xfrm>
            <a:off x="2750737" y="466780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330F99C1-131E-0CDD-CA01-897DFB8A6F20}"/>
              </a:ext>
            </a:extLst>
          </p:cNvPr>
          <p:cNvSpPr txBox="1"/>
          <p:nvPr/>
        </p:nvSpPr>
        <p:spPr>
          <a:xfrm>
            <a:off x="2919854" y="466809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33" name="Rectangle 1932">
            <a:extLst>
              <a:ext uri="{FF2B5EF4-FFF2-40B4-BE49-F238E27FC236}">
                <a16:creationId xmlns:a16="http://schemas.microsoft.com/office/drawing/2014/main" id="{CBE912F4-0D21-BE35-2047-F5D5AA370C28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4" name="Rectangle 1933">
            <a:extLst>
              <a:ext uri="{FF2B5EF4-FFF2-40B4-BE49-F238E27FC236}">
                <a16:creationId xmlns:a16="http://schemas.microsoft.com/office/drawing/2014/main" id="{DB4A17D4-A060-7B03-C75D-B062803241FB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5" name="Rectangle 1934">
            <a:extLst>
              <a:ext uri="{FF2B5EF4-FFF2-40B4-BE49-F238E27FC236}">
                <a16:creationId xmlns:a16="http://schemas.microsoft.com/office/drawing/2014/main" id="{E77375E9-8304-31CB-74AD-B8EE1D2849AD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6" name="Rectangle 1935">
            <a:extLst>
              <a:ext uri="{FF2B5EF4-FFF2-40B4-BE49-F238E27FC236}">
                <a16:creationId xmlns:a16="http://schemas.microsoft.com/office/drawing/2014/main" id="{F0F4F314-49CE-0033-9B60-A0D7FD314B1F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7" name="Rectangle 1936">
            <a:extLst>
              <a:ext uri="{FF2B5EF4-FFF2-40B4-BE49-F238E27FC236}">
                <a16:creationId xmlns:a16="http://schemas.microsoft.com/office/drawing/2014/main" id="{A3187225-483A-2075-9DB6-07CD53C00CF5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8" name="Rectangle 1937">
            <a:extLst>
              <a:ext uri="{FF2B5EF4-FFF2-40B4-BE49-F238E27FC236}">
                <a16:creationId xmlns:a16="http://schemas.microsoft.com/office/drawing/2014/main" id="{192FB7BA-2DCF-B001-0B7D-5946C430DB51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6E80E822-2DBD-6DB4-EB8D-DE259D07076F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940" name="Rectangle 1939">
            <a:extLst>
              <a:ext uri="{FF2B5EF4-FFF2-40B4-BE49-F238E27FC236}">
                <a16:creationId xmlns:a16="http://schemas.microsoft.com/office/drawing/2014/main" id="{E343FB11-560E-CEB5-2521-9DA95DADB6C3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1" name="Rectangle 1940">
            <a:extLst>
              <a:ext uri="{FF2B5EF4-FFF2-40B4-BE49-F238E27FC236}">
                <a16:creationId xmlns:a16="http://schemas.microsoft.com/office/drawing/2014/main" id="{7DDF8977-AE96-5A70-9F13-48BC4876E20D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2" name="Rectangle 1941">
            <a:extLst>
              <a:ext uri="{FF2B5EF4-FFF2-40B4-BE49-F238E27FC236}">
                <a16:creationId xmlns:a16="http://schemas.microsoft.com/office/drawing/2014/main" id="{AB3FDCFB-9BB2-4333-7EAD-F86F921DC99C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3" name="Rectangle 1942">
            <a:extLst>
              <a:ext uri="{FF2B5EF4-FFF2-40B4-BE49-F238E27FC236}">
                <a16:creationId xmlns:a16="http://schemas.microsoft.com/office/drawing/2014/main" id="{42189FCD-084D-D816-B024-0F1BBD80D888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0A201-841A-194E-3331-9CFC0F17AF65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5" name="Rectangle 1944">
            <a:extLst>
              <a:ext uri="{FF2B5EF4-FFF2-40B4-BE49-F238E27FC236}">
                <a16:creationId xmlns:a16="http://schemas.microsoft.com/office/drawing/2014/main" id="{ADC08BA5-3BB4-3D4E-863D-630EAD9CC950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418367CC-C883-B95B-4EB7-FBA786DF1928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8AAFB95A-F5A4-2AAF-32B6-A7C75555BE9E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2101F3B4-FBE4-0179-C83C-7D9DD939ECE7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185FC9FB-B6B6-A0A4-8454-FF85D97B8083}"/>
              </a:ext>
            </a:extLst>
          </p:cNvPr>
          <p:cNvSpPr txBox="1"/>
          <p:nvPr/>
        </p:nvSpPr>
        <p:spPr>
          <a:xfrm>
            <a:off x="261766" y="427330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2E5C4490-1045-788E-D4FE-1BA4735004E3}"/>
              </a:ext>
            </a:extLst>
          </p:cNvPr>
          <p:cNvSpPr txBox="1"/>
          <p:nvPr/>
        </p:nvSpPr>
        <p:spPr>
          <a:xfrm>
            <a:off x="414181" y="42689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3A665A4C-4EFF-3E60-2C1F-3C5103A9012B}"/>
              </a:ext>
            </a:extLst>
          </p:cNvPr>
          <p:cNvSpPr txBox="1"/>
          <p:nvPr/>
        </p:nvSpPr>
        <p:spPr>
          <a:xfrm>
            <a:off x="641156" y="4183140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Aluminum buildup on temp gauge 1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FDD2A7AA-1C9E-57D3-0322-F1E6ADAD617B}"/>
              </a:ext>
            </a:extLst>
          </p:cNvPr>
          <p:cNvSpPr txBox="1"/>
          <p:nvPr/>
        </p:nvSpPr>
        <p:spPr>
          <a:xfrm>
            <a:off x="1901725" y="3676801"/>
            <a:ext cx="819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WI not  delivered to production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884AEAB7-8C00-C253-D391-085D281F62FB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959" name="Cross 1958">
            <a:extLst>
              <a:ext uri="{FF2B5EF4-FFF2-40B4-BE49-F238E27FC236}">
                <a16:creationId xmlns:a16="http://schemas.microsoft.com/office/drawing/2014/main" id="{9A8E3800-1219-FA54-E29B-0A576724051A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1" name="Cross 1960">
            <a:extLst>
              <a:ext uri="{FF2B5EF4-FFF2-40B4-BE49-F238E27FC236}">
                <a16:creationId xmlns:a16="http://schemas.microsoft.com/office/drawing/2014/main" id="{088C5B7F-7947-CFF5-616C-AD5BCEA03780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2" name="Cross 1961">
            <a:extLst>
              <a:ext uri="{FF2B5EF4-FFF2-40B4-BE49-F238E27FC236}">
                <a16:creationId xmlns:a16="http://schemas.microsoft.com/office/drawing/2014/main" id="{7033525F-6D71-C76C-CF3C-47C9185DF1B8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3" name="Arrow: Down 1962">
            <a:extLst>
              <a:ext uri="{FF2B5EF4-FFF2-40B4-BE49-F238E27FC236}">
                <a16:creationId xmlns:a16="http://schemas.microsoft.com/office/drawing/2014/main" id="{6016ECA0-7116-F774-34B2-2817A35F6BEE}"/>
              </a:ext>
            </a:extLst>
          </p:cNvPr>
          <p:cNvSpPr/>
          <p:nvPr/>
        </p:nvSpPr>
        <p:spPr>
          <a:xfrm>
            <a:off x="2030335" y="5245352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3709BC7A-2229-15E9-7A74-09526F0DF7A5}"/>
              </a:ext>
            </a:extLst>
          </p:cNvPr>
          <p:cNvSpPr txBox="1"/>
          <p:nvPr/>
        </p:nvSpPr>
        <p:spPr>
          <a:xfrm>
            <a:off x="2075681" y="520082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1965" name="Rectangle 1964">
            <a:extLst>
              <a:ext uri="{FF2B5EF4-FFF2-40B4-BE49-F238E27FC236}">
                <a16:creationId xmlns:a16="http://schemas.microsoft.com/office/drawing/2014/main" id="{26134B92-3F1C-DEEC-4ABF-BE041D1C1679}"/>
              </a:ext>
            </a:extLst>
          </p:cNvPr>
          <p:cNvSpPr/>
          <p:nvPr/>
        </p:nvSpPr>
        <p:spPr>
          <a:xfrm>
            <a:off x="1972361" y="420984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6" name="Rectangle 1965">
            <a:extLst>
              <a:ext uri="{FF2B5EF4-FFF2-40B4-BE49-F238E27FC236}">
                <a16:creationId xmlns:a16="http://schemas.microsoft.com/office/drawing/2014/main" id="{DA358287-D0A1-0BAB-3FC6-EAD2379D9930}"/>
              </a:ext>
            </a:extLst>
          </p:cNvPr>
          <p:cNvSpPr/>
          <p:nvPr/>
        </p:nvSpPr>
        <p:spPr>
          <a:xfrm>
            <a:off x="1972362" y="420984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67" name="Rectangle 1966">
            <a:extLst>
              <a:ext uri="{FF2B5EF4-FFF2-40B4-BE49-F238E27FC236}">
                <a16:creationId xmlns:a16="http://schemas.microsoft.com/office/drawing/2014/main" id="{0E1C9982-4B7C-59F4-FA1F-C7454C4B74CF}"/>
              </a:ext>
            </a:extLst>
          </p:cNvPr>
          <p:cNvSpPr/>
          <p:nvPr/>
        </p:nvSpPr>
        <p:spPr>
          <a:xfrm>
            <a:off x="2795988" y="511467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8" name="Rectangle 1967">
            <a:extLst>
              <a:ext uri="{FF2B5EF4-FFF2-40B4-BE49-F238E27FC236}">
                <a16:creationId xmlns:a16="http://schemas.microsoft.com/office/drawing/2014/main" id="{1A1DF969-9053-CE7B-52B6-97FB581C468F}"/>
              </a:ext>
            </a:extLst>
          </p:cNvPr>
          <p:cNvSpPr/>
          <p:nvPr/>
        </p:nvSpPr>
        <p:spPr>
          <a:xfrm>
            <a:off x="2583457" y="511128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69" name="Rectangle 1968">
            <a:extLst>
              <a:ext uri="{FF2B5EF4-FFF2-40B4-BE49-F238E27FC236}">
                <a16:creationId xmlns:a16="http://schemas.microsoft.com/office/drawing/2014/main" id="{A7070E38-6B56-C978-91F0-A3FAFC36C3BF}"/>
              </a:ext>
            </a:extLst>
          </p:cNvPr>
          <p:cNvSpPr/>
          <p:nvPr/>
        </p:nvSpPr>
        <p:spPr>
          <a:xfrm>
            <a:off x="2960239" y="511467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0" name="Rectangle 1969">
            <a:extLst>
              <a:ext uri="{FF2B5EF4-FFF2-40B4-BE49-F238E27FC236}">
                <a16:creationId xmlns:a16="http://schemas.microsoft.com/office/drawing/2014/main" id="{B253B35B-AC75-8DBD-1C23-52D139A1296D}"/>
              </a:ext>
            </a:extLst>
          </p:cNvPr>
          <p:cNvSpPr/>
          <p:nvPr/>
        </p:nvSpPr>
        <p:spPr>
          <a:xfrm>
            <a:off x="2798371" y="431790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1" name="Rectangle 1970">
            <a:extLst>
              <a:ext uri="{FF2B5EF4-FFF2-40B4-BE49-F238E27FC236}">
                <a16:creationId xmlns:a16="http://schemas.microsoft.com/office/drawing/2014/main" id="{2DFD7FEB-0A93-7E8A-D249-F6176B358764}"/>
              </a:ext>
            </a:extLst>
          </p:cNvPr>
          <p:cNvSpPr/>
          <p:nvPr/>
        </p:nvSpPr>
        <p:spPr>
          <a:xfrm>
            <a:off x="2585840" y="431451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2" name="Rectangle 1971">
            <a:extLst>
              <a:ext uri="{FF2B5EF4-FFF2-40B4-BE49-F238E27FC236}">
                <a16:creationId xmlns:a16="http://schemas.microsoft.com/office/drawing/2014/main" id="{13D5FC6D-5B49-4E8E-5F3B-8AECEE0A9300}"/>
              </a:ext>
            </a:extLst>
          </p:cNvPr>
          <p:cNvSpPr/>
          <p:nvPr/>
        </p:nvSpPr>
        <p:spPr>
          <a:xfrm>
            <a:off x="2962622" y="431790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3" name="Rectangle 1972">
            <a:extLst>
              <a:ext uri="{FF2B5EF4-FFF2-40B4-BE49-F238E27FC236}">
                <a16:creationId xmlns:a16="http://schemas.microsoft.com/office/drawing/2014/main" id="{FEA32FA2-22A7-6182-98AC-08FF21BE12D5}"/>
              </a:ext>
            </a:extLst>
          </p:cNvPr>
          <p:cNvSpPr/>
          <p:nvPr/>
        </p:nvSpPr>
        <p:spPr>
          <a:xfrm>
            <a:off x="2798145" y="441791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4" name="Rectangle 1973">
            <a:extLst>
              <a:ext uri="{FF2B5EF4-FFF2-40B4-BE49-F238E27FC236}">
                <a16:creationId xmlns:a16="http://schemas.microsoft.com/office/drawing/2014/main" id="{2EC16EE9-0ACB-9305-0EE2-007A60D464D2}"/>
              </a:ext>
            </a:extLst>
          </p:cNvPr>
          <p:cNvSpPr/>
          <p:nvPr/>
        </p:nvSpPr>
        <p:spPr>
          <a:xfrm>
            <a:off x="2585614" y="441452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5" name="Rectangle 1974">
            <a:extLst>
              <a:ext uri="{FF2B5EF4-FFF2-40B4-BE49-F238E27FC236}">
                <a16:creationId xmlns:a16="http://schemas.microsoft.com/office/drawing/2014/main" id="{FB264B89-28F9-A27E-9F35-7BAA4BDFABE7}"/>
              </a:ext>
            </a:extLst>
          </p:cNvPr>
          <p:cNvSpPr/>
          <p:nvPr/>
        </p:nvSpPr>
        <p:spPr>
          <a:xfrm>
            <a:off x="2962396" y="44179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6" name="Rectangle 1975">
            <a:extLst>
              <a:ext uri="{FF2B5EF4-FFF2-40B4-BE49-F238E27FC236}">
                <a16:creationId xmlns:a16="http://schemas.microsoft.com/office/drawing/2014/main" id="{62143CA4-D4FA-EEE4-9C0D-D816626DE71E}"/>
              </a:ext>
            </a:extLst>
          </p:cNvPr>
          <p:cNvSpPr/>
          <p:nvPr/>
        </p:nvSpPr>
        <p:spPr>
          <a:xfrm>
            <a:off x="2796579" y="452010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09AF2D44-9502-4B9A-525C-42734FC31A72}"/>
              </a:ext>
            </a:extLst>
          </p:cNvPr>
          <p:cNvSpPr/>
          <p:nvPr/>
        </p:nvSpPr>
        <p:spPr>
          <a:xfrm>
            <a:off x="2584048" y="451672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8" name="Rectangle 1977">
            <a:extLst>
              <a:ext uri="{FF2B5EF4-FFF2-40B4-BE49-F238E27FC236}">
                <a16:creationId xmlns:a16="http://schemas.microsoft.com/office/drawing/2014/main" id="{9BFF669B-B8DE-5EC3-5D70-7F616DD1D8FE}"/>
              </a:ext>
            </a:extLst>
          </p:cNvPr>
          <p:cNvSpPr/>
          <p:nvPr/>
        </p:nvSpPr>
        <p:spPr>
          <a:xfrm>
            <a:off x="2960830" y="452010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79" name="TextBox 1978">
            <a:extLst>
              <a:ext uri="{FF2B5EF4-FFF2-40B4-BE49-F238E27FC236}">
                <a16:creationId xmlns:a16="http://schemas.microsoft.com/office/drawing/2014/main" id="{52ADD28A-C91E-2265-2072-E72C79F3ECA1}"/>
              </a:ext>
            </a:extLst>
          </p:cNvPr>
          <p:cNvSpPr txBox="1"/>
          <p:nvPr/>
        </p:nvSpPr>
        <p:spPr>
          <a:xfrm>
            <a:off x="2559513" y="447595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80" name="TextBox 1979">
            <a:extLst>
              <a:ext uri="{FF2B5EF4-FFF2-40B4-BE49-F238E27FC236}">
                <a16:creationId xmlns:a16="http://schemas.microsoft.com/office/drawing/2014/main" id="{58F4763E-48B4-28BC-8904-2BE5FA204EB6}"/>
              </a:ext>
            </a:extLst>
          </p:cNvPr>
          <p:cNvSpPr txBox="1"/>
          <p:nvPr/>
        </p:nvSpPr>
        <p:spPr>
          <a:xfrm>
            <a:off x="2527379" y="437314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81" name="TextBox 1980">
            <a:extLst>
              <a:ext uri="{FF2B5EF4-FFF2-40B4-BE49-F238E27FC236}">
                <a16:creationId xmlns:a16="http://schemas.microsoft.com/office/drawing/2014/main" id="{93AD4922-CD0A-785C-0259-4BE379B39B39}"/>
              </a:ext>
            </a:extLst>
          </p:cNvPr>
          <p:cNvSpPr txBox="1"/>
          <p:nvPr/>
        </p:nvSpPr>
        <p:spPr>
          <a:xfrm>
            <a:off x="2513790" y="428242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82" name="TextBox 1981">
            <a:extLst>
              <a:ext uri="{FF2B5EF4-FFF2-40B4-BE49-F238E27FC236}">
                <a16:creationId xmlns:a16="http://schemas.microsoft.com/office/drawing/2014/main" id="{4FCC415E-642F-0A5B-1720-F7254B32E5FD}"/>
              </a:ext>
            </a:extLst>
          </p:cNvPr>
          <p:cNvSpPr txBox="1"/>
          <p:nvPr/>
        </p:nvSpPr>
        <p:spPr>
          <a:xfrm>
            <a:off x="2752855" y="428058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83" name="TextBox 1982">
            <a:extLst>
              <a:ext uri="{FF2B5EF4-FFF2-40B4-BE49-F238E27FC236}">
                <a16:creationId xmlns:a16="http://schemas.microsoft.com/office/drawing/2014/main" id="{C30F95B6-9F2E-B686-2F23-9F1A13B6E213}"/>
              </a:ext>
            </a:extLst>
          </p:cNvPr>
          <p:cNvSpPr txBox="1"/>
          <p:nvPr/>
        </p:nvSpPr>
        <p:spPr>
          <a:xfrm>
            <a:off x="2922179" y="427378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985" name="Rectangle 1984">
            <a:extLst>
              <a:ext uri="{FF2B5EF4-FFF2-40B4-BE49-F238E27FC236}">
                <a16:creationId xmlns:a16="http://schemas.microsoft.com/office/drawing/2014/main" id="{14E299E4-2271-1B26-93C7-E159ABCA5545}"/>
              </a:ext>
            </a:extLst>
          </p:cNvPr>
          <p:cNvSpPr/>
          <p:nvPr/>
        </p:nvSpPr>
        <p:spPr>
          <a:xfrm>
            <a:off x="83451" y="471394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88" name="Rectangle 1987">
            <a:extLst>
              <a:ext uri="{FF2B5EF4-FFF2-40B4-BE49-F238E27FC236}">
                <a16:creationId xmlns:a16="http://schemas.microsoft.com/office/drawing/2014/main" id="{A3488DB9-FA8F-D16A-D08C-7FADB5C58026}"/>
              </a:ext>
            </a:extLst>
          </p:cNvPr>
          <p:cNvSpPr/>
          <p:nvPr/>
        </p:nvSpPr>
        <p:spPr>
          <a:xfrm>
            <a:off x="85834" y="48163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1" name="Rectangle 1990">
            <a:extLst>
              <a:ext uri="{FF2B5EF4-FFF2-40B4-BE49-F238E27FC236}">
                <a16:creationId xmlns:a16="http://schemas.microsoft.com/office/drawing/2014/main" id="{D3B4361B-E20F-89A4-98F6-FFA92EF5D03C}"/>
              </a:ext>
            </a:extLst>
          </p:cNvPr>
          <p:cNvSpPr/>
          <p:nvPr/>
        </p:nvSpPr>
        <p:spPr>
          <a:xfrm>
            <a:off x="85608" y="491634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4" name="Rectangle 1993">
            <a:extLst>
              <a:ext uri="{FF2B5EF4-FFF2-40B4-BE49-F238E27FC236}">
                <a16:creationId xmlns:a16="http://schemas.microsoft.com/office/drawing/2014/main" id="{D5CB27EE-8233-2573-C9ED-C7BAD5455EA6}"/>
              </a:ext>
            </a:extLst>
          </p:cNvPr>
          <p:cNvSpPr/>
          <p:nvPr/>
        </p:nvSpPr>
        <p:spPr>
          <a:xfrm>
            <a:off x="84042" y="50185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1C77C267-5AB0-5133-31DA-9A7383D8F5B0}"/>
              </a:ext>
            </a:extLst>
          </p:cNvPr>
          <p:cNvSpPr txBox="1"/>
          <p:nvPr/>
        </p:nvSpPr>
        <p:spPr>
          <a:xfrm>
            <a:off x="59507" y="497777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D3F65DA0-38B7-A4C6-9101-E49DB673B7A5}"/>
              </a:ext>
            </a:extLst>
          </p:cNvPr>
          <p:cNvSpPr txBox="1"/>
          <p:nvPr/>
        </p:nvSpPr>
        <p:spPr>
          <a:xfrm>
            <a:off x="27373" y="487496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4C6E857C-A44D-4AFA-9A17-CE3E0D8B7290}"/>
              </a:ext>
            </a:extLst>
          </p:cNvPr>
          <p:cNvSpPr txBox="1"/>
          <p:nvPr/>
        </p:nvSpPr>
        <p:spPr>
          <a:xfrm>
            <a:off x="13784" y="478423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5A27F420-40F2-6B8B-9B30-F29A9B2769FC}"/>
              </a:ext>
            </a:extLst>
          </p:cNvPr>
          <p:cNvSpPr txBox="1"/>
          <p:nvPr/>
        </p:nvSpPr>
        <p:spPr>
          <a:xfrm>
            <a:off x="254155" y="477447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01" name="Rectangle 2000">
            <a:extLst>
              <a:ext uri="{FF2B5EF4-FFF2-40B4-BE49-F238E27FC236}">
                <a16:creationId xmlns:a16="http://schemas.microsoft.com/office/drawing/2014/main" id="{51A97D2F-7108-9902-9C6A-4C9C0E5196BE}"/>
              </a:ext>
            </a:extLst>
          </p:cNvPr>
          <p:cNvSpPr/>
          <p:nvPr/>
        </p:nvSpPr>
        <p:spPr>
          <a:xfrm>
            <a:off x="1977439" y="4711615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2" name="Rectangle 2001">
            <a:extLst>
              <a:ext uri="{FF2B5EF4-FFF2-40B4-BE49-F238E27FC236}">
                <a16:creationId xmlns:a16="http://schemas.microsoft.com/office/drawing/2014/main" id="{A0EE4A8C-CC27-8DDC-6D2A-43E8713CADF9}"/>
              </a:ext>
            </a:extLst>
          </p:cNvPr>
          <p:cNvSpPr/>
          <p:nvPr/>
        </p:nvSpPr>
        <p:spPr>
          <a:xfrm>
            <a:off x="1977440" y="4711613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03" name="Rectangle 2002">
            <a:extLst>
              <a:ext uri="{FF2B5EF4-FFF2-40B4-BE49-F238E27FC236}">
                <a16:creationId xmlns:a16="http://schemas.microsoft.com/office/drawing/2014/main" id="{9B2AFD9A-ADCD-FC7E-1AA2-38F82DE515BB}"/>
              </a:ext>
            </a:extLst>
          </p:cNvPr>
          <p:cNvSpPr/>
          <p:nvPr/>
        </p:nvSpPr>
        <p:spPr>
          <a:xfrm>
            <a:off x="2801066" y="471728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4" name="Rectangle 2003">
            <a:extLst>
              <a:ext uri="{FF2B5EF4-FFF2-40B4-BE49-F238E27FC236}">
                <a16:creationId xmlns:a16="http://schemas.microsoft.com/office/drawing/2014/main" id="{289E8E57-72FF-4DFB-E8AD-599EE1749C81}"/>
              </a:ext>
            </a:extLst>
          </p:cNvPr>
          <p:cNvSpPr/>
          <p:nvPr/>
        </p:nvSpPr>
        <p:spPr>
          <a:xfrm>
            <a:off x="2588535" y="471389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5" name="Rectangle 2004">
            <a:extLst>
              <a:ext uri="{FF2B5EF4-FFF2-40B4-BE49-F238E27FC236}">
                <a16:creationId xmlns:a16="http://schemas.microsoft.com/office/drawing/2014/main" id="{2AA5F855-8E50-25B0-A01B-745D8E9CAEA9}"/>
              </a:ext>
            </a:extLst>
          </p:cNvPr>
          <p:cNvSpPr/>
          <p:nvPr/>
        </p:nvSpPr>
        <p:spPr>
          <a:xfrm>
            <a:off x="2965317" y="471728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6" name="Rectangle 2005">
            <a:extLst>
              <a:ext uri="{FF2B5EF4-FFF2-40B4-BE49-F238E27FC236}">
                <a16:creationId xmlns:a16="http://schemas.microsoft.com/office/drawing/2014/main" id="{98A90C58-46D8-23B4-85C3-65BE10F5CA6F}"/>
              </a:ext>
            </a:extLst>
          </p:cNvPr>
          <p:cNvSpPr/>
          <p:nvPr/>
        </p:nvSpPr>
        <p:spPr>
          <a:xfrm>
            <a:off x="2803449" y="4819674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7" name="Rectangle 2006">
            <a:extLst>
              <a:ext uri="{FF2B5EF4-FFF2-40B4-BE49-F238E27FC236}">
                <a16:creationId xmlns:a16="http://schemas.microsoft.com/office/drawing/2014/main" id="{36A2B35A-3F4D-D729-AB44-8A3D33D152B9}"/>
              </a:ext>
            </a:extLst>
          </p:cNvPr>
          <p:cNvSpPr/>
          <p:nvPr/>
        </p:nvSpPr>
        <p:spPr>
          <a:xfrm>
            <a:off x="2590918" y="481628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8" name="Rectangle 2007">
            <a:extLst>
              <a:ext uri="{FF2B5EF4-FFF2-40B4-BE49-F238E27FC236}">
                <a16:creationId xmlns:a16="http://schemas.microsoft.com/office/drawing/2014/main" id="{8B40945F-48DF-58DA-D268-A3AD3E773DEC}"/>
              </a:ext>
            </a:extLst>
          </p:cNvPr>
          <p:cNvSpPr/>
          <p:nvPr/>
        </p:nvSpPr>
        <p:spPr>
          <a:xfrm>
            <a:off x="2967700" y="4819673"/>
            <a:ext cx="170227" cy="10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09" name="Rectangle 2008">
            <a:extLst>
              <a:ext uri="{FF2B5EF4-FFF2-40B4-BE49-F238E27FC236}">
                <a16:creationId xmlns:a16="http://schemas.microsoft.com/office/drawing/2014/main" id="{66A6EDC0-EA33-9141-5D2E-52DB489D449D}"/>
              </a:ext>
            </a:extLst>
          </p:cNvPr>
          <p:cNvSpPr/>
          <p:nvPr/>
        </p:nvSpPr>
        <p:spPr>
          <a:xfrm>
            <a:off x="2803223" y="491968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0" name="Rectangle 2009">
            <a:extLst>
              <a:ext uri="{FF2B5EF4-FFF2-40B4-BE49-F238E27FC236}">
                <a16:creationId xmlns:a16="http://schemas.microsoft.com/office/drawing/2014/main" id="{DB659DE6-15FF-F1A6-8AF6-E3989481CB80}"/>
              </a:ext>
            </a:extLst>
          </p:cNvPr>
          <p:cNvSpPr/>
          <p:nvPr/>
        </p:nvSpPr>
        <p:spPr>
          <a:xfrm>
            <a:off x="2590692" y="491629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4F25CD00-ED9B-05DC-F007-86915F06A999}"/>
              </a:ext>
            </a:extLst>
          </p:cNvPr>
          <p:cNvSpPr/>
          <p:nvPr/>
        </p:nvSpPr>
        <p:spPr>
          <a:xfrm>
            <a:off x="2967474" y="491968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2" name="Rectangle 2011">
            <a:extLst>
              <a:ext uri="{FF2B5EF4-FFF2-40B4-BE49-F238E27FC236}">
                <a16:creationId xmlns:a16="http://schemas.microsoft.com/office/drawing/2014/main" id="{8D1F6964-CB87-F02C-26AC-DF5BAE3087B1}"/>
              </a:ext>
            </a:extLst>
          </p:cNvPr>
          <p:cNvSpPr/>
          <p:nvPr/>
        </p:nvSpPr>
        <p:spPr>
          <a:xfrm>
            <a:off x="2801657" y="502187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3" name="Rectangle 2012">
            <a:extLst>
              <a:ext uri="{FF2B5EF4-FFF2-40B4-BE49-F238E27FC236}">
                <a16:creationId xmlns:a16="http://schemas.microsoft.com/office/drawing/2014/main" id="{0885C34C-F782-0C0B-3C75-459BAE470937}"/>
              </a:ext>
            </a:extLst>
          </p:cNvPr>
          <p:cNvSpPr/>
          <p:nvPr/>
        </p:nvSpPr>
        <p:spPr>
          <a:xfrm>
            <a:off x="2589126" y="501849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4" name="Rectangle 2013">
            <a:extLst>
              <a:ext uri="{FF2B5EF4-FFF2-40B4-BE49-F238E27FC236}">
                <a16:creationId xmlns:a16="http://schemas.microsoft.com/office/drawing/2014/main" id="{7FC658B9-FACB-E3B6-787A-4D4F07E24118}"/>
              </a:ext>
            </a:extLst>
          </p:cNvPr>
          <p:cNvSpPr/>
          <p:nvPr/>
        </p:nvSpPr>
        <p:spPr>
          <a:xfrm>
            <a:off x="2965908" y="502187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15" name="TextBox 2014">
            <a:extLst>
              <a:ext uri="{FF2B5EF4-FFF2-40B4-BE49-F238E27FC236}">
                <a16:creationId xmlns:a16="http://schemas.microsoft.com/office/drawing/2014/main" id="{058285BD-6490-1ACD-0591-0F5606A3EE35}"/>
              </a:ext>
            </a:extLst>
          </p:cNvPr>
          <p:cNvSpPr txBox="1"/>
          <p:nvPr/>
        </p:nvSpPr>
        <p:spPr>
          <a:xfrm>
            <a:off x="2564591" y="497772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016" name="TextBox 2015">
            <a:extLst>
              <a:ext uri="{FF2B5EF4-FFF2-40B4-BE49-F238E27FC236}">
                <a16:creationId xmlns:a16="http://schemas.microsoft.com/office/drawing/2014/main" id="{C387FB40-E02E-E4B8-2224-1874D3EC87CE}"/>
              </a:ext>
            </a:extLst>
          </p:cNvPr>
          <p:cNvSpPr txBox="1"/>
          <p:nvPr/>
        </p:nvSpPr>
        <p:spPr>
          <a:xfrm>
            <a:off x="2532457" y="4874919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017" name="TextBox 2016">
            <a:extLst>
              <a:ext uri="{FF2B5EF4-FFF2-40B4-BE49-F238E27FC236}">
                <a16:creationId xmlns:a16="http://schemas.microsoft.com/office/drawing/2014/main" id="{C3F207ED-85A6-073B-59F2-F14CA0AFFE0F}"/>
              </a:ext>
            </a:extLst>
          </p:cNvPr>
          <p:cNvSpPr txBox="1"/>
          <p:nvPr/>
        </p:nvSpPr>
        <p:spPr>
          <a:xfrm>
            <a:off x="2518868" y="4784191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018" name="TextBox 2017">
            <a:extLst>
              <a:ext uri="{FF2B5EF4-FFF2-40B4-BE49-F238E27FC236}">
                <a16:creationId xmlns:a16="http://schemas.microsoft.com/office/drawing/2014/main" id="{BC0DED0E-0E9D-7D4C-6640-6A927274C7BC}"/>
              </a:ext>
            </a:extLst>
          </p:cNvPr>
          <p:cNvSpPr txBox="1"/>
          <p:nvPr/>
        </p:nvSpPr>
        <p:spPr>
          <a:xfrm>
            <a:off x="2758062" y="477402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19" name="TextBox 2018">
            <a:extLst>
              <a:ext uri="{FF2B5EF4-FFF2-40B4-BE49-F238E27FC236}">
                <a16:creationId xmlns:a16="http://schemas.microsoft.com/office/drawing/2014/main" id="{95BC42AD-DA37-629B-0D1B-AA6628749355}"/>
              </a:ext>
            </a:extLst>
          </p:cNvPr>
          <p:cNvSpPr txBox="1"/>
          <p:nvPr/>
        </p:nvSpPr>
        <p:spPr>
          <a:xfrm>
            <a:off x="2925525" y="47773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020" name="TextBox 2019">
            <a:extLst>
              <a:ext uri="{FF2B5EF4-FFF2-40B4-BE49-F238E27FC236}">
                <a16:creationId xmlns:a16="http://schemas.microsoft.com/office/drawing/2014/main" id="{14B1EB7F-AAE6-EA11-EAFF-0274FDFF6F98}"/>
              </a:ext>
            </a:extLst>
          </p:cNvPr>
          <p:cNvSpPr txBox="1"/>
          <p:nvPr/>
        </p:nvSpPr>
        <p:spPr>
          <a:xfrm>
            <a:off x="1896341" y="4181719"/>
            <a:ext cx="83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General WI not correct</a:t>
            </a:r>
          </a:p>
        </p:txBody>
      </p:sp>
      <p:sp>
        <p:nvSpPr>
          <p:cNvPr id="2021" name="TextBox 2020">
            <a:extLst>
              <a:ext uri="{FF2B5EF4-FFF2-40B4-BE49-F238E27FC236}">
                <a16:creationId xmlns:a16="http://schemas.microsoft.com/office/drawing/2014/main" id="{540B95F0-3D1B-D264-AFA7-A2192F653CC9}"/>
              </a:ext>
            </a:extLst>
          </p:cNvPr>
          <p:cNvSpPr txBox="1"/>
          <p:nvPr/>
        </p:nvSpPr>
        <p:spPr>
          <a:xfrm>
            <a:off x="1921717" y="4684242"/>
            <a:ext cx="725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Product specific WI not correct</a:t>
            </a:r>
          </a:p>
        </p:txBody>
      </p:sp>
      <p:sp>
        <p:nvSpPr>
          <p:cNvPr id="2022" name="TextBox 2021">
            <a:extLst>
              <a:ext uri="{FF2B5EF4-FFF2-40B4-BE49-F238E27FC236}">
                <a16:creationId xmlns:a16="http://schemas.microsoft.com/office/drawing/2014/main" id="{467F1727-3809-DF57-8A27-5C31E5996535}"/>
              </a:ext>
            </a:extLst>
          </p:cNvPr>
          <p:cNvSpPr txBox="1"/>
          <p:nvPr/>
        </p:nvSpPr>
        <p:spPr>
          <a:xfrm>
            <a:off x="1682435" y="377211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023" name="Rectangle 2022">
            <a:extLst>
              <a:ext uri="{FF2B5EF4-FFF2-40B4-BE49-F238E27FC236}">
                <a16:creationId xmlns:a16="http://schemas.microsoft.com/office/drawing/2014/main" id="{130574CF-DE42-22A7-32C2-E0DE4217C9D3}"/>
              </a:ext>
            </a:extLst>
          </p:cNvPr>
          <p:cNvSpPr/>
          <p:nvPr/>
        </p:nvSpPr>
        <p:spPr>
          <a:xfrm>
            <a:off x="1115169" y="32043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4" name="Rectangle 2023">
            <a:extLst>
              <a:ext uri="{FF2B5EF4-FFF2-40B4-BE49-F238E27FC236}">
                <a16:creationId xmlns:a16="http://schemas.microsoft.com/office/drawing/2014/main" id="{E2FB99FB-43DD-CA88-7232-9FB4F0E03042}"/>
              </a:ext>
            </a:extLst>
          </p:cNvPr>
          <p:cNvSpPr/>
          <p:nvPr/>
        </p:nvSpPr>
        <p:spPr>
          <a:xfrm>
            <a:off x="1903712" y="29607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5" name="Rectangle 2024">
            <a:extLst>
              <a:ext uri="{FF2B5EF4-FFF2-40B4-BE49-F238E27FC236}">
                <a16:creationId xmlns:a16="http://schemas.microsoft.com/office/drawing/2014/main" id="{43E21248-4272-53DB-2878-CFE7184DACAA}"/>
              </a:ext>
            </a:extLst>
          </p:cNvPr>
          <p:cNvSpPr/>
          <p:nvPr/>
        </p:nvSpPr>
        <p:spPr>
          <a:xfrm>
            <a:off x="1903712" y="30814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26" name="TextBox 2025">
            <a:extLst>
              <a:ext uri="{FF2B5EF4-FFF2-40B4-BE49-F238E27FC236}">
                <a16:creationId xmlns:a16="http://schemas.microsoft.com/office/drawing/2014/main" id="{02FE365F-B21E-471A-98AA-85B6793953E0}"/>
              </a:ext>
            </a:extLst>
          </p:cNvPr>
          <p:cNvSpPr txBox="1"/>
          <p:nvPr/>
        </p:nvSpPr>
        <p:spPr>
          <a:xfrm>
            <a:off x="1393913" y="30554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027" name="Straight Connector 2026">
            <a:extLst>
              <a:ext uri="{FF2B5EF4-FFF2-40B4-BE49-F238E27FC236}">
                <a16:creationId xmlns:a16="http://schemas.microsoft.com/office/drawing/2014/main" id="{50382BD9-B762-3564-DB67-D5C7DE4221E5}"/>
              </a:ext>
            </a:extLst>
          </p:cNvPr>
          <p:cNvCxnSpPr>
            <a:cxnSpLocks/>
          </p:cNvCxnSpPr>
          <p:nvPr/>
        </p:nvCxnSpPr>
        <p:spPr>
          <a:xfrm>
            <a:off x="1309697" y="32043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8" name="Straight Connector 2027">
            <a:extLst>
              <a:ext uri="{FF2B5EF4-FFF2-40B4-BE49-F238E27FC236}">
                <a16:creationId xmlns:a16="http://schemas.microsoft.com/office/drawing/2014/main" id="{351A9014-1A29-B46B-E2EC-BBE13FCEF311}"/>
              </a:ext>
            </a:extLst>
          </p:cNvPr>
          <p:cNvCxnSpPr>
            <a:cxnSpLocks/>
          </p:cNvCxnSpPr>
          <p:nvPr/>
        </p:nvCxnSpPr>
        <p:spPr>
          <a:xfrm>
            <a:off x="1490672" y="32043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9" name="Straight Connector 2028">
            <a:extLst>
              <a:ext uri="{FF2B5EF4-FFF2-40B4-BE49-F238E27FC236}">
                <a16:creationId xmlns:a16="http://schemas.microsoft.com/office/drawing/2014/main" id="{7117B6DA-7961-AE4E-ACF4-CA84757789DC}"/>
              </a:ext>
            </a:extLst>
          </p:cNvPr>
          <p:cNvCxnSpPr>
            <a:cxnSpLocks/>
          </p:cNvCxnSpPr>
          <p:nvPr/>
        </p:nvCxnSpPr>
        <p:spPr>
          <a:xfrm>
            <a:off x="1621639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0" name="Straight Connector 2029">
            <a:extLst>
              <a:ext uri="{FF2B5EF4-FFF2-40B4-BE49-F238E27FC236}">
                <a16:creationId xmlns:a16="http://schemas.microsoft.com/office/drawing/2014/main" id="{C2D47640-1216-FA0D-4BB1-61EA342C5488}"/>
              </a:ext>
            </a:extLst>
          </p:cNvPr>
          <p:cNvCxnSpPr>
            <a:cxnSpLocks/>
          </p:cNvCxnSpPr>
          <p:nvPr/>
        </p:nvCxnSpPr>
        <p:spPr>
          <a:xfrm>
            <a:off x="1750223" y="32043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1" name="TextBox 2030">
            <a:extLst>
              <a:ext uri="{FF2B5EF4-FFF2-40B4-BE49-F238E27FC236}">
                <a16:creationId xmlns:a16="http://schemas.microsoft.com/office/drawing/2014/main" id="{190C62A8-5AA8-EA71-E588-2BC9BC1F77D9}"/>
              </a:ext>
            </a:extLst>
          </p:cNvPr>
          <p:cNvSpPr txBox="1"/>
          <p:nvPr/>
        </p:nvSpPr>
        <p:spPr>
          <a:xfrm>
            <a:off x="1863385" y="29443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032" name="TextBox 2031">
            <a:extLst>
              <a:ext uri="{FF2B5EF4-FFF2-40B4-BE49-F238E27FC236}">
                <a16:creationId xmlns:a16="http://schemas.microsoft.com/office/drawing/2014/main" id="{EE3CF460-8D17-0451-3C53-3BA98731DDAE}"/>
              </a:ext>
            </a:extLst>
          </p:cNvPr>
          <p:cNvSpPr txBox="1"/>
          <p:nvPr/>
        </p:nvSpPr>
        <p:spPr>
          <a:xfrm>
            <a:off x="1895218" y="31817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033" name="Rectangle 2032">
            <a:extLst>
              <a:ext uri="{FF2B5EF4-FFF2-40B4-BE49-F238E27FC236}">
                <a16:creationId xmlns:a16="http://schemas.microsoft.com/office/drawing/2014/main" id="{D62038FB-7F30-A830-48D9-8AF0C0D764AD}"/>
              </a:ext>
            </a:extLst>
          </p:cNvPr>
          <p:cNvSpPr/>
          <p:nvPr/>
        </p:nvSpPr>
        <p:spPr>
          <a:xfrm>
            <a:off x="1903712" y="32078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034" name="Picture 2033">
            <a:extLst>
              <a:ext uri="{FF2B5EF4-FFF2-40B4-BE49-F238E27FC236}">
                <a16:creationId xmlns:a16="http://schemas.microsoft.com/office/drawing/2014/main" id="{F841892A-0B51-698D-33BC-8366A6091E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78328" b="-4822"/>
          <a:stretch/>
        </p:blipFill>
        <p:spPr>
          <a:xfrm>
            <a:off x="1161506" y="3215511"/>
            <a:ext cx="101441" cy="95055"/>
          </a:xfrm>
          <a:prstGeom prst="rect">
            <a:avLst/>
          </a:prstGeom>
        </p:spPr>
      </p:pic>
      <p:sp>
        <p:nvSpPr>
          <p:cNvPr id="2035" name="TextBox 2034">
            <a:extLst>
              <a:ext uri="{FF2B5EF4-FFF2-40B4-BE49-F238E27FC236}">
                <a16:creationId xmlns:a16="http://schemas.microsoft.com/office/drawing/2014/main" id="{B428673C-533E-0C45-7D61-29FD3382AFAA}"/>
              </a:ext>
            </a:extLst>
          </p:cNvPr>
          <p:cNvSpPr txBox="1"/>
          <p:nvPr/>
        </p:nvSpPr>
        <p:spPr>
          <a:xfrm>
            <a:off x="1306202" y="31687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037" name="TextBox 2036">
            <a:extLst>
              <a:ext uri="{FF2B5EF4-FFF2-40B4-BE49-F238E27FC236}">
                <a16:creationId xmlns:a16="http://schemas.microsoft.com/office/drawing/2014/main" id="{D672D314-162A-C81B-55B6-93F898607519}"/>
              </a:ext>
            </a:extLst>
          </p:cNvPr>
          <p:cNvSpPr txBox="1"/>
          <p:nvPr/>
        </p:nvSpPr>
        <p:spPr>
          <a:xfrm>
            <a:off x="971780" y="353303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039" name="Rectangle 2038">
            <a:extLst>
              <a:ext uri="{FF2B5EF4-FFF2-40B4-BE49-F238E27FC236}">
                <a16:creationId xmlns:a16="http://schemas.microsoft.com/office/drawing/2014/main" id="{5C2A0E2E-08F5-ACF0-48F8-AA2F1C75A62D}"/>
              </a:ext>
            </a:extLst>
          </p:cNvPr>
          <p:cNvSpPr/>
          <p:nvPr/>
        </p:nvSpPr>
        <p:spPr>
          <a:xfrm>
            <a:off x="667597" y="2954990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0" name="Rectangle 2039">
            <a:extLst>
              <a:ext uri="{FF2B5EF4-FFF2-40B4-BE49-F238E27FC236}">
                <a16:creationId xmlns:a16="http://schemas.microsoft.com/office/drawing/2014/main" id="{1012A38B-2F8F-550C-F5C8-A86EA681C41E}"/>
              </a:ext>
            </a:extLst>
          </p:cNvPr>
          <p:cNvSpPr/>
          <p:nvPr/>
        </p:nvSpPr>
        <p:spPr>
          <a:xfrm>
            <a:off x="667595" y="30788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1" name="TextBox 2040">
            <a:extLst>
              <a:ext uri="{FF2B5EF4-FFF2-40B4-BE49-F238E27FC236}">
                <a16:creationId xmlns:a16="http://schemas.microsoft.com/office/drawing/2014/main" id="{376A84D3-FE09-9F23-DF57-5DB687E575E2}"/>
              </a:ext>
            </a:extLst>
          </p:cNvPr>
          <p:cNvSpPr txBox="1"/>
          <p:nvPr/>
        </p:nvSpPr>
        <p:spPr>
          <a:xfrm>
            <a:off x="661637" y="294178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042" name="Rectangle 2041">
            <a:extLst>
              <a:ext uri="{FF2B5EF4-FFF2-40B4-BE49-F238E27FC236}">
                <a16:creationId xmlns:a16="http://schemas.microsoft.com/office/drawing/2014/main" id="{7271EA0F-5F32-8FFD-8F4B-17EE928D6E90}"/>
              </a:ext>
            </a:extLst>
          </p:cNvPr>
          <p:cNvSpPr/>
          <p:nvPr/>
        </p:nvSpPr>
        <p:spPr>
          <a:xfrm>
            <a:off x="803508" y="2955931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3" name="Rectangle 2042">
            <a:extLst>
              <a:ext uri="{FF2B5EF4-FFF2-40B4-BE49-F238E27FC236}">
                <a16:creationId xmlns:a16="http://schemas.microsoft.com/office/drawing/2014/main" id="{F1DA656A-5D69-B599-B3FB-4925E0720EB5}"/>
              </a:ext>
            </a:extLst>
          </p:cNvPr>
          <p:cNvSpPr/>
          <p:nvPr/>
        </p:nvSpPr>
        <p:spPr>
          <a:xfrm>
            <a:off x="802501" y="30790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4CFD74E8-7DB7-3664-5E01-72F18AC5A538}"/>
              </a:ext>
            </a:extLst>
          </p:cNvPr>
          <p:cNvSpPr txBox="1"/>
          <p:nvPr/>
        </p:nvSpPr>
        <p:spPr>
          <a:xfrm>
            <a:off x="797051" y="29402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045" name="Rectangle 2044">
            <a:extLst>
              <a:ext uri="{FF2B5EF4-FFF2-40B4-BE49-F238E27FC236}">
                <a16:creationId xmlns:a16="http://schemas.microsoft.com/office/drawing/2014/main" id="{FF435095-8BF2-F3FE-BA72-C75FF0D4ED75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8300CFE1-E28F-BDBB-791B-73A9305BD049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7" name="Rectangle 2046">
            <a:extLst>
              <a:ext uri="{FF2B5EF4-FFF2-40B4-BE49-F238E27FC236}">
                <a16:creationId xmlns:a16="http://schemas.microsoft.com/office/drawing/2014/main" id="{9700B029-99D4-2D6A-384C-F44BF00128A2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81EA33CB-34B2-15C9-501E-F30D97736A34}"/>
              </a:ext>
            </a:extLst>
          </p:cNvPr>
          <p:cNvSpPr txBox="1"/>
          <p:nvPr/>
        </p:nvSpPr>
        <p:spPr>
          <a:xfrm>
            <a:off x="596142" y="3046034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BFF35C60-84EA-DE1E-FC47-073CCFEDDDF5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50" name="Rectangle 2049">
            <a:extLst>
              <a:ext uri="{FF2B5EF4-FFF2-40B4-BE49-F238E27FC236}">
                <a16:creationId xmlns:a16="http://schemas.microsoft.com/office/drawing/2014/main" id="{E3731760-765D-D3DF-CEC0-BC741EB67836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2EDC3DFB-BEAB-F3A1-68F6-BA0FDD9BC38F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52" name="Rectangle 2051">
            <a:extLst>
              <a:ext uri="{FF2B5EF4-FFF2-40B4-BE49-F238E27FC236}">
                <a16:creationId xmlns:a16="http://schemas.microsoft.com/office/drawing/2014/main" id="{B173FE7A-DB7D-4770-5276-6094A58B3267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053" name="Straight Connector 2052">
            <a:extLst>
              <a:ext uri="{FF2B5EF4-FFF2-40B4-BE49-F238E27FC236}">
                <a16:creationId xmlns:a16="http://schemas.microsoft.com/office/drawing/2014/main" id="{E8980329-D9FC-04D0-7864-B5FF64087F34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Straight Connector 2053">
            <a:extLst>
              <a:ext uri="{FF2B5EF4-FFF2-40B4-BE49-F238E27FC236}">
                <a16:creationId xmlns:a16="http://schemas.microsoft.com/office/drawing/2014/main" id="{2F55E265-537B-F699-E03F-5838E5C79608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5F9146A5-6C09-89FB-60E4-62286D68E30B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Straight Connector 2055">
            <a:extLst>
              <a:ext uri="{FF2B5EF4-FFF2-40B4-BE49-F238E27FC236}">
                <a16:creationId xmlns:a16="http://schemas.microsoft.com/office/drawing/2014/main" id="{87400AE9-C9EF-C51D-A52A-306C44DFE715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TextBox 2056">
            <a:extLst>
              <a:ext uri="{FF2B5EF4-FFF2-40B4-BE49-F238E27FC236}">
                <a16:creationId xmlns:a16="http://schemas.microsoft.com/office/drawing/2014/main" id="{B4A71F93-9137-2634-13C7-6B0615B1A927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39E45DFF-8247-0FA4-A66D-346F360FF641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404B564B-551E-F859-5F6F-1237C9D75CAD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E25EBC51-B946-626E-D102-D3D9B13455AF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5CE6EABE-EF2C-85C4-86D7-83E0E1B5248E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3E7A0FD-F512-9893-178E-BA1D9810F53D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39BC155C-E56B-7EC7-E7A9-461C0672863D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B752F2C1-86C4-9723-8867-3839C70C6827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071" name="TextBox 2070">
            <a:extLst>
              <a:ext uri="{FF2B5EF4-FFF2-40B4-BE49-F238E27FC236}">
                <a16:creationId xmlns:a16="http://schemas.microsoft.com/office/drawing/2014/main" id="{9D721DF3-1E04-26A2-66FC-76C8FEF7C4F4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ADE2100-06EC-0007-3E32-2794D9293DBC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FB382C61-0458-2CEF-DE16-3AE6751D8987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91E3BB0D-22CC-84C5-E71E-2F2962AD464E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325E4C52-0013-1FD8-87F4-3CFFFEFF7D36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7" name="TextBox 2076">
            <a:extLst>
              <a:ext uri="{FF2B5EF4-FFF2-40B4-BE49-F238E27FC236}">
                <a16:creationId xmlns:a16="http://schemas.microsoft.com/office/drawing/2014/main" id="{E93A813C-5D29-390D-F016-8F72E67692D0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2856C9A1-7F94-3074-794E-741BA1C005FA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7D2D16BA-51E6-D76B-0B3E-8D1E99CC9924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08F29507-80BC-7160-9AB6-C19E8E512688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7379FE74-312A-048C-3B51-BB934E27ABCB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7A93D10B-CED4-95D3-F385-C82842E977AA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392C3883-17D2-1AB7-0259-E507DAF8F2A9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CC22F478-A0FB-35B1-716B-7AEFB8C84ADD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085" name="TextBox 2084">
            <a:extLst>
              <a:ext uri="{FF2B5EF4-FFF2-40B4-BE49-F238E27FC236}">
                <a16:creationId xmlns:a16="http://schemas.microsoft.com/office/drawing/2014/main" id="{0B718FC1-290C-6C2B-CB75-A5BF0E439B6D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8F329DAB-0DE4-763A-0B4B-CD0F5944F7CA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32E1CC57-606B-61BF-F633-5EEBDB2CBC6C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094" name="Arrow: Down 2093">
            <a:extLst>
              <a:ext uri="{FF2B5EF4-FFF2-40B4-BE49-F238E27FC236}">
                <a16:creationId xmlns:a16="http://schemas.microsoft.com/office/drawing/2014/main" id="{2EFAB8EF-EEAE-9631-94F1-1A30A5D49216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96" name="Arrow: Down 2095">
            <a:extLst>
              <a:ext uri="{FF2B5EF4-FFF2-40B4-BE49-F238E27FC236}">
                <a16:creationId xmlns:a16="http://schemas.microsoft.com/office/drawing/2014/main" id="{1D8CDB49-58F0-FB9A-2FA9-613650BD19DD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097" name="TextBox 2096">
            <a:extLst>
              <a:ext uri="{FF2B5EF4-FFF2-40B4-BE49-F238E27FC236}">
                <a16:creationId xmlns:a16="http://schemas.microsoft.com/office/drawing/2014/main" id="{39D9382C-C625-C22A-53F1-52D87BD538BF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6F26357E-4B21-C25B-3E27-BDA8CD09F6C5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9BD8160F-8F06-E8C5-7CE9-EE89A433006A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FC67C669-89FB-63D9-62E2-B436AEFD7F95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1" name="Rectangle 2100">
            <a:extLst>
              <a:ext uri="{FF2B5EF4-FFF2-40B4-BE49-F238E27FC236}">
                <a16:creationId xmlns:a16="http://schemas.microsoft.com/office/drawing/2014/main" id="{654D65A2-FD1B-A35F-BC82-88DC1ADB7ACF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626B7471-2989-B8BF-E8E6-E2874835C7C7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099D1BA7-97D6-1EA6-2F57-2D649BEC40E2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4" name="TextBox 2103">
            <a:extLst>
              <a:ext uri="{FF2B5EF4-FFF2-40B4-BE49-F238E27FC236}">
                <a16:creationId xmlns:a16="http://schemas.microsoft.com/office/drawing/2014/main" id="{DA976957-1286-7789-2B8D-BBF0F0C18BA2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91015259-9E98-F4AF-C458-A93DA17AA021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3D4B600B-E60F-654A-39FD-CB27E53D17E7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31DF759E-4105-7543-EECA-1179EF9EEB4E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108" name="Straight Connector 2107">
            <a:extLst>
              <a:ext uri="{FF2B5EF4-FFF2-40B4-BE49-F238E27FC236}">
                <a16:creationId xmlns:a16="http://schemas.microsoft.com/office/drawing/2014/main" id="{FC24E158-D177-7B44-3D8E-FBB34A1B40A9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9" name="Straight Connector 2108">
            <a:extLst>
              <a:ext uri="{FF2B5EF4-FFF2-40B4-BE49-F238E27FC236}">
                <a16:creationId xmlns:a16="http://schemas.microsoft.com/office/drawing/2014/main" id="{9D44CDB7-B279-6DC7-9466-46CC595D804C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Straight Connector 2109">
            <a:extLst>
              <a:ext uri="{FF2B5EF4-FFF2-40B4-BE49-F238E27FC236}">
                <a16:creationId xmlns:a16="http://schemas.microsoft.com/office/drawing/2014/main" id="{3C725694-5018-C658-4A2C-38F2466D13EA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Straight Connector 2110">
            <a:extLst>
              <a:ext uri="{FF2B5EF4-FFF2-40B4-BE49-F238E27FC236}">
                <a16:creationId xmlns:a16="http://schemas.microsoft.com/office/drawing/2014/main" id="{E4EB2F03-2137-0F46-A30B-A352813A4660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2" name="TextBox 2111">
            <a:extLst>
              <a:ext uri="{FF2B5EF4-FFF2-40B4-BE49-F238E27FC236}">
                <a16:creationId xmlns:a16="http://schemas.microsoft.com/office/drawing/2014/main" id="{91E86546-6624-636E-BA8F-411C704C8A62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ABD1FD2A-EC85-F423-16D7-0866AFC81066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114" name="Rectangle 2113">
            <a:extLst>
              <a:ext uri="{FF2B5EF4-FFF2-40B4-BE49-F238E27FC236}">
                <a16:creationId xmlns:a16="http://schemas.microsoft.com/office/drawing/2014/main" id="{326C5F19-11CE-96A7-B5F8-7A4BEEE8FB4A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E57BFEAA-F639-AE1B-75D1-42F25AFC37A2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C68AE6FB-C2C7-4D83-D6BD-F005BD873FDB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55DBF670-AF2A-A95E-C523-1A3CFE088F52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3B6CD88B-88C9-B56D-DDCB-E1CC23E2719F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25" name="TextBox 2124">
            <a:extLst>
              <a:ext uri="{FF2B5EF4-FFF2-40B4-BE49-F238E27FC236}">
                <a16:creationId xmlns:a16="http://schemas.microsoft.com/office/drawing/2014/main" id="{794D95D8-7916-B080-8A53-42C25BFE89F5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126" name="TextBox 2125">
            <a:extLst>
              <a:ext uri="{FF2B5EF4-FFF2-40B4-BE49-F238E27FC236}">
                <a16:creationId xmlns:a16="http://schemas.microsoft.com/office/drawing/2014/main" id="{0FE62FB6-6AAD-6DD3-8C3E-0D8C99A8553A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127" name="TextBox 2126">
            <a:extLst>
              <a:ext uri="{FF2B5EF4-FFF2-40B4-BE49-F238E27FC236}">
                <a16:creationId xmlns:a16="http://schemas.microsoft.com/office/drawing/2014/main" id="{9181FF84-037A-036D-D1B1-04461FB0757D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128" name="TextBox 2127">
            <a:extLst>
              <a:ext uri="{FF2B5EF4-FFF2-40B4-BE49-F238E27FC236}">
                <a16:creationId xmlns:a16="http://schemas.microsoft.com/office/drawing/2014/main" id="{5524748C-7CFC-D2FC-54A2-D9D7EC68F33B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130" name="Rectangle 2129">
            <a:extLst>
              <a:ext uri="{FF2B5EF4-FFF2-40B4-BE49-F238E27FC236}">
                <a16:creationId xmlns:a16="http://schemas.microsoft.com/office/drawing/2014/main" id="{579E26FA-6DD1-C086-59D3-829C24B77D82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1" name="Rectangle 2130">
            <a:extLst>
              <a:ext uri="{FF2B5EF4-FFF2-40B4-BE49-F238E27FC236}">
                <a16:creationId xmlns:a16="http://schemas.microsoft.com/office/drawing/2014/main" id="{EF5E0340-B903-FCA7-C649-7BE298964090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2" name="TextBox 2131">
            <a:extLst>
              <a:ext uri="{FF2B5EF4-FFF2-40B4-BE49-F238E27FC236}">
                <a16:creationId xmlns:a16="http://schemas.microsoft.com/office/drawing/2014/main" id="{D7239CEE-6778-5FCD-7472-B6FE84263242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33" name="Rectangle 2132">
            <a:extLst>
              <a:ext uri="{FF2B5EF4-FFF2-40B4-BE49-F238E27FC236}">
                <a16:creationId xmlns:a16="http://schemas.microsoft.com/office/drawing/2014/main" id="{AEF13DBD-F40F-7E04-F485-0220B4A3559B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4" name="Rectangle 2133">
            <a:extLst>
              <a:ext uri="{FF2B5EF4-FFF2-40B4-BE49-F238E27FC236}">
                <a16:creationId xmlns:a16="http://schemas.microsoft.com/office/drawing/2014/main" id="{55DA3A0B-203E-DB6A-CB5E-90ADA2BD0AE9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5" name="Rectangle 2134">
            <a:extLst>
              <a:ext uri="{FF2B5EF4-FFF2-40B4-BE49-F238E27FC236}">
                <a16:creationId xmlns:a16="http://schemas.microsoft.com/office/drawing/2014/main" id="{95ACBF65-E716-B91E-A22A-3A0BC74C1F62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6" name="Rectangle 2135">
            <a:extLst>
              <a:ext uri="{FF2B5EF4-FFF2-40B4-BE49-F238E27FC236}">
                <a16:creationId xmlns:a16="http://schemas.microsoft.com/office/drawing/2014/main" id="{03D3219C-C433-CBA6-7344-9B0F3BBCA366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7" name="Rectangle 2136">
            <a:extLst>
              <a:ext uri="{FF2B5EF4-FFF2-40B4-BE49-F238E27FC236}">
                <a16:creationId xmlns:a16="http://schemas.microsoft.com/office/drawing/2014/main" id="{59DF4909-BB28-A3A1-1A92-544A350BF456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8" name="Rectangle 2137">
            <a:extLst>
              <a:ext uri="{FF2B5EF4-FFF2-40B4-BE49-F238E27FC236}">
                <a16:creationId xmlns:a16="http://schemas.microsoft.com/office/drawing/2014/main" id="{12A8E302-FF6B-9592-7FE7-64F17F453EC8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077D4939-A7BB-7E9F-1AB4-7FF5E94DE3C4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140" name="TextBox 2139">
            <a:extLst>
              <a:ext uri="{FF2B5EF4-FFF2-40B4-BE49-F238E27FC236}">
                <a16:creationId xmlns:a16="http://schemas.microsoft.com/office/drawing/2014/main" id="{8C3C178C-9B4F-DD9A-42B2-591B0C4C031D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141" name="TextBox 2140">
            <a:extLst>
              <a:ext uri="{FF2B5EF4-FFF2-40B4-BE49-F238E27FC236}">
                <a16:creationId xmlns:a16="http://schemas.microsoft.com/office/drawing/2014/main" id="{1AC3968D-A9F6-C986-AD5D-EF61236543C4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142" name="TextBox 2141">
            <a:extLst>
              <a:ext uri="{FF2B5EF4-FFF2-40B4-BE49-F238E27FC236}">
                <a16:creationId xmlns:a16="http://schemas.microsoft.com/office/drawing/2014/main" id="{68A36F29-93E3-D8F1-67B8-15D23516FCA3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149" name="Arrow: Down 2148">
            <a:extLst>
              <a:ext uri="{FF2B5EF4-FFF2-40B4-BE49-F238E27FC236}">
                <a16:creationId xmlns:a16="http://schemas.microsoft.com/office/drawing/2014/main" id="{10DA2708-05DE-A1A5-CB68-ADA7A5420B25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51" name="Arrow: Down 2150">
            <a:extLst>
              <a:ext uri="{FF2B5EF4-FFF2-40B4-BE49-F238E27FC236}">
                <a16:creationId xmlns:a16="http://schemas.microsoft.com/office/drawing/2014/main" id="{AF9239C0-B4EE-95BA-9BC2-8A64BF3628AD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152" name="TextBox 2151">
            <a:extLst>
              <a:ext uri="{FF2B5EF4-FFF2-40B4-BE49-F238E27FC236}">
                <a16:creationId xmlns:a16="http://schemas.microsoft.com/office/drawing/2014/main" id="{ECA02084-CA06-E63B-F468-7008DFE16276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153" name="Rectangle 2152">
            <a:extLst>
              <a:ext uri="{FF2B5EF4-FFF2-40B4-BE49-F238E27FC236}">
                <a16:creationId xmlns:a16="http://schemas.microsoft.com/office/drawing/2014/main" id="{6CF89F7B-8161-E34D-6A4E-C4AB3E640A01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4" name="Rectangle 2153">
            <a:extLst>
              <a:ext uri="{FF2B5EF4-FFF2-40B4-BE49-F238E27FC236}">
                <a16:creationId xmlns:a16="http://schemas.microsoft.com/office/drawing/2014/main" id="{3E91A4C1-973D-42A9-AA1B-FCDAD039A4DE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5" name="Rectangle 2154">
            <a:extLst>
              <a:ext uri="{FF2B5EF4-FFF2-40B4-BE49-F238E27FC236}">
                <a16:creationId xmlns:a16="http://schemas.microsoft.com/office/drawing/2014/main" id="{7FFF5B97-25E4-99F2-E0C4-8A0581FB2A29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6" name="Rectangle 2155">
            <a:extLst>
              <a:ext uri="{FF2B5EF4-FFF2-40B4-BE49-F238E27FC236}">
                <a16:creationId xmlns:a16="http://schemas.microsoft.com/office/drawing/2014/main" id="{AC1CEAE2-691D-96DE-7098-6B7A65E9FAC4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EE7E1D-9EAD-6B2B-F3B1-B60E184C8F66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58" name="TextBox 2157">
            <a:extLst>
              <a:ext uri="{FF2B5EF4-FFF2-40B4-BE49-F238E27FC236}">
                <a16:creationId xmlns:a16="http://schemas.microsoft.com/office/drawing/2014/main" id="{C735DF94-943D-DB82-A06D-5D744AA6B01B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159" name="TextBox 2158">
            <a:extLst>
              <a:ext uri="{FF2B5EF4-FFF2-40B4-BE49-F238E27FC236}">
                <a16:creationId xmlns:a16="http://schemas.microsoft.com/office/drawing/2014/main" id="{AE562268-3B24-9029-C564-7FBDD95BD96F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160" name="Rectangle 2159">
            <a:extLst>
              <a:ext uri="{FF2B5EF4-FFF2-40B4-BE49-F238E27FC236}">
                <a16:creationId xmlns:a16="http://schemas.microsoft.com/office/drawing/2014/main" id="{6584A79E-6847-3116-3313-3462D06A51F2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1" name="TextBox 2160">
            <a:extLst>
              <a:ext uri="{FF2B5EF4-FFF2-40B4-BE49-F238E27FC236}">
                <a16:creationId xmlns:a16="http://schemas.microsoft.com/office/drawing/2014/main" id="{84B580EB-7719-685E-E328-81812195B4FD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162" name="TextBox 2161">
            <a:extLst>
              <a:ext uri="{FF2B5EF4-FFF2-40B4-BE49-F238E27FC236}">
                <a16:creationId xmlns:a16="http://schemas.microsoft.com/office/drawing/2014/main" id="{E0ABF95A-6499-28FE-A6D0-D610F4EFFB4C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163" name="Rectangle 2162">
            <a:extLst>
              <a:ext uri="{FF2B5EF4-FFF2-40B4-BE49-F238E27FC236}">
                <a16:creationId xmlns:a16="http://schemas.microsoft.com/office/drawing/2014/main" id="{2E65D40B-3CE4-8F56-34B3-3A2FC678C5FC}"/>
              </a:ext>
            </a:extLst>
          </p:cNvPr>
          <p:cNvSpPr/>
          <p:nvPr/>
        </p:nvSpPr>
        <p:spPr>
          <a:xfrm>
            <a:off x="632878" y="2942653"/>
            <a:ext cx="1554610" cy="18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4" name="Rectangle 2163">
            <a:extLst>
              <a:ext uri="{FF2B5EF4-FFF2-40B4-BE49-F238E27FC236}">
                <a16:creationId xmlns:a16="http://schemas.microsoft.com/office/drawing/2014/main" id="{06ADE201-69C2-1740-6F33-43CA5053B2AE}"/>
              </a:ext>
            </a:extLst>
          </p:cNvPr>
          <p:cNvSpPr/>
          <p:nvPr/>
        </p:nvSpPr>
        <p:spPr>
          <a:xfrm>
            <a:off x="630420" y="2943125"/>
            <a:ext cx="88829" cy="180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5" name="Rectangle 2164">
            <a:extLst>
              <a:ext uri="{FF2B5EF4-FFF2-40B4-BE49-F238E27FC236}">
                <a16:creationId xmlns:a16="http://schemas.microsoft.com/office/drawing/2014/main" id="{B4466AE7-B654-C0CD-906A-085A5621B979}"/>
              </a:ext>
            </a:extLst>
          </p:cNvPr>
          <p:cNvSpPr/>
          <p:nvPr/>
        </p:nvSpPr>
        <p:spPr>
          <a:xfrm>
            <a:off x="2097841" y="2942652"/>
            <a:ext cx="89648" cy="1807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6" name="Isosceles Triangle 2165">
            <a:extLst>
              <a:ext uri="{FF2B5EF4-FFF2-40B4-BE49-F238E27FC236}">
                <a16:creationId xmlns:a16="http://schemas.microsoft.com/office/drawing/2014/main" id="{8FBC591C-5A88-0D4C-6B27-9B6E0BF575B0}"/>
              </a:ext>
            </a:extLst>
          </p:cNvPr>
          <p:cNvSpPr/>
          <p:nvPr/>
        </p:nvSpPr>
        <p:spPr>
          <a:xfrm rot="16200000">
            <a:off x="631518" y="3010012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7" name="Isosceles Triangle 2166">
            <a:extLst>
              <a:ext uri="{FF2B5EF4-FFF2-40B4-BE49-F238E27FC236}">
                <a16:creationId xmlns:a16="http://schemas.microsoft.com/office/drawing/2014/main" id="{EF28168A-798F-8E7E-03DB-B666CF402B18}"/>
              </a:ext>
            </a:extLst>
          </p:cNvPr>
          <p:cNvSpPr/>
          <p:nvPr/>
        </p:nvSpPr>
        <p:spPr>
          <a:xfrm rot="5400000">
            <a:off x="2107741" y="3005249"/>
            <a:ext cx="77903" cy="4571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8" name="Rectangle 2167">
            <a:extLst>
              <a:ext uri="{FF2B5EF4-FFF2-40B4-BE49-F238E27FC236}">
                <a16:creationId xmlns:a16="http://schemas.microsoft.com/office/drawing/2014/main" id="{D7E50A1D-91B1-68CE-F471-C99EDEC87323}"/>
              </a:ext>
            </a:extLst>
          </p:cNvPr>
          <p:cNvSpPr/>
          <p:nvPr/>
        </p:nvSpPr>
        <p:spPr>
          <a:xfrm>
            <a:off x="1390381" y="2942280"/>
            <a:ext cx="699565" cy="18070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69" name="TextBox 2168">
            <a:extLst>
              <a:ext uri="{FF2B5EF4-FFF2-40B4-BE49-F238E27FC236}">
                <a16:creationId xmlns:a16="http://schemas.microsoft.com/office/drawing/2014/main" id="{A64EA7E6-330A-5F76-9E5E-41DC033FA973}"/>
              </a:ext>
            </a:extLst>
          </p:cNvPr>
          <p:cNvSpPr txBox="1"/>
          <p:nvPr/>
        </p:nvSpPr>
        <p:spPr>
          <a:xfrm>
            <a:off x="819293" y="2937128"/>
            <a:ext cx="4655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Planned</a:t>
            </a:r>
          </a:p>
        </p:txBody>
      </p:sp>
      <p:sp>
        <p:nvSpPr>
          <p:cNvPr id="2170" name="TextBox 2169">
            <a:extLst>
              <a:ext uri="{FF2B5EF4-FFF2-40B4-BE49-F238E27FC236}">
                <a16:creationId xmlns:a16="http://schemas.microsoft.com/office/drawing/2014/main" id="{AA07528F-C91B-60E5-A44A-21CB934320BA}"/>
              </a:ext>
            </a:extLst>
          </p:cNvPr>
          <p:cNvSpPr txBox="1"/>
          <p:nvPr/>
        </p:nvSpPr>
        <p:spPr>
          <a:xfrm>
            <a:off x="1440929" y="2939025"/>
            <a:ext cx="6485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Implemented</a:t>
            </a:r>
          </a:p>
        </p:txBody>
      </p:sp>
      <p:sp>
        <p:nvSpPr>
          <p:cNvPr id="2171" name="TextBox 2170">
            <a:extLst>
              <a:ext uri="{FF2B5EF4-FFF2-40B4-BE49-F238E27FC236}">
                <a16:creationId xmlns:a16="http://schemas.microsoft.com/office/drawing/2014/main" id="{3B902C43-8EE3-42BB-B91C-7C839A156B18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172" name="Rectangle 2171">
            <a:extLst>
              <a:ext uri="{FF2B5EF4-FFF2-40B4-BE49-F238E27FC236}">
                <a16:creationId xmlns:a16="http://schemas.microsoft.com/office/drawing/2014/main" id="{DC2BDDF0-4FBC-BBF7-D0B9-156D3AD4026E}"/>
              </a:ext>
            </a:extLst>
          </p:cNvPr>
          <p:cNvSpPr/>
          <p:nvPr/>
        </p:nvSpPr>
        <p:spPr>
          <a:xfrm>
            <a:off x="802397" y="4220312"/>
            <a:ext cx="1179048" cy="12425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73" name="TextBox 2172">
            <a:extLst>
              <a:ext uri="{FF2B5EF4-FFF2-40B4-BE49-F238E27FC236}">
                <a16:creationId xmlns:a16="http://schemas.microsoft.com/office/drawing/2014/main" id="{74D918E3-04C2-AADA-F39E-8357173CA531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174" name="Rectangle 2173">
            <a:extLst>
              <a:ext uri="{FF2B5EF4-FFF2-40B4-BE49-F238E27FC236}">
                <a16:creationId xmlns:a16="http://schemas.microsoft.com/office/drawing/2014/main" id="{C9D779E7-8125-A42C-1CAE-CD18F9B56936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75" name="TextBox 2174">
            <a:extLst>
              <a:ext uri="{FF2B5EF4-FFF2-40B4-BE49-F238E27FC236}">
                <a16:creationId xmlns:a16="http://schemas.microsoft.com/office/drawing/2014/main" id="{97ABF9C5-059F-90A6-9C63-22FCB435DE78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177" name="TextBox 2176">
            <a:extLst>
              <a:ext uri="{FF2B5EF4-FFF2-40B4-BE49-F238E27FC236}">
                <a16:creationId xmlns:a16="http://schemas.microsoft.com/office/drawing/2014/main" id="{F965A0D1-5A6B-A2A2-612E-9F3601DFF664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178" name="Straight Connector 2177">
            <a:extLst>
              <a:ext uri="{FF2B5EF4-FFF2-40B4-BE49-F238E27FC236}">
                <a16:creationId xmlns:a16="http://schemas.microsoft.com/office/drawing/2014/main" id="{AE30680E-B2D1-699A-DF41-FAE64D20C45D}"/>
              </a:ext>
            </a:extLst>
          </p:cNvPr>
          <p:cNvCxnSpPr>
            <a:cxnSpLocks/>
          </p:cNvCxnSpPr>
          <p:nvPr/>
        </p:nvCxnSpPr>
        <p:spPr>
          <a:xfrm flipH="1">
            <a:off x="804994" y="4345676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Straight Connector 2179">
            <a:extLst>
              <a:ext uri="{FF2B5EF4-FFF2-40B4-BE49-F238E27FC236}">
                <a16:creationId xmlns:a16="http://schemas.microsoft.com/office/drawing/2014/main" id="{BE20A2FD-C4CA-6570-214C-18CAAC628661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1" name="Straight Connector 2180">
            <a:extLst>
              <a:ext uri="{FF2B5EF4-FFF2-40B4-BE49-F238E27FC236}">
                <a16:creationId xmlns:a16="http://schemas.microsoft.com/office/drawing/2014/main" id="{E02126AC-5FD3-85FF-2585-7C668C99E8FF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2" name="Straight Connector 2181">
            <a:extLst>
              <a:ext uri="{FF2B5EF4-FFF2-40B4-BE49-F238E27FC236}">
                <a16:creationId xmlns:a16="http://schemas.microsoft.com/office/drawing/2014/main" id="{F5B9547F-44E3-F935-085E-662C0F2F76B1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Straight Connector 2182">
            <a:extLst>
              <a:ext uri="{FF2B5EF4-FFF2-40B4-BE49-F238E27FC236}">
                <a16:creationId xmlns:a16="http://schemas.microsoft.com/office/drawing/2014/main" id="{FAD2C451-4967-9D71-4A5C-40BEFC9503B7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4" name="Straight Connector 2183">
            <a:extLst>
              <a:ext uri="{FF2B5EF4-FFF2-40B4-BE49-F238E27FC236}">
                <a16:creationId xmlns:a16="http://schemas.microsoft.com/office/drawing/2014/main" id="{F899EDBB-24A4-7074-8D27-B4AE9104B96F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5" name="Straight Connector 2184">
            <a:extLst>
              <a:ext uri="{FF2B5EF4-FFF2-40B4-BE49-F238E27FC236}">
                <a16:creationId xmlns:a16="http://schemas.microsoft.com/office/drawing/2014/main" id="{F37986C7-D117-67C6-8EF9-3FC501BD332A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Straight Connector 2185">
            <a:extLst>
              <a:ext uri="{FF2B5EF4-FFF2-40B4-BE49-F238E27FC236}">
                <a16:creationId xmlns:a16="http://schemas.microsoft.com/office/drawing/2014/main" id="{01E09650-7B30-AA43-8B3B-A197F4D462E7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7" name="TextBox 2186">
            <a:extLst>
              <a:ext uri="{FF2B5EF4-FFF2-40B4-BE49-F238E27FC236}">
                <a16:creationId xmlns:a16="http://schemas.microsoft.com/office/drawing/2014/main" id="{FEC59C52-2A98-399D-F5AE-C713842C9A56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188" name="TextBox 2187">
            <a:extLst>
              <a:ext uri="{FF2B5EF4-FFF2-40B4-BE49-F238E27FC236}">
                <a16:creationId xmlns:a16="http://schemas.microsoft.com/office/drawing/2014/main" id="{80009D48-2EC5-523B-2224-75230E8A09B9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F85FD592-C020-A496-F8C2-0346CD863828}"/>
              </a:ext>
            </a:extLst>
          </p:cNvPr>
          <p:cNvSpPr txBox="1"/>
          <p:nvPr/>
        </p:nvSpPr>
        <p:spPr>
          <a:xfrm>
            <a:off x="1786866" y="4786717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D</a:t>
            </a:r>
            <a:endParaRPr lang="nb-NO" sz="600" dirty="0"/>
          </a:p>
        </p:txBody>
      </p:sp>
      <p:cxnSp>
        <p:nvCxnSpPr>
          <p:cNvPr id="2190" name="Straight Connector 2189">
            <a:extLst>
              <a:ext uri="{FF2B5EF4-FFF2-40B4-BE49-F238E27FC236}">
                <a16:creationId xmlns:a16="http://schemas.microsoft.com/office/drawing/2014/main" id="{41DB7619-980A-346F-E522-DB1E80F01D33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Straight Connector 2190">
            <a:extLst>
              <a:ext uri="{FF2B5EF4-FFF2-40B4-BE49-F238E27FC236}">
                <a16:creationId xmlns:a16="http://schemas.microsoft.com/office/drawing/2014/main" id="{770CC800-37AD-294B-1630-AFA6A034F9FA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2" name="Straight Connector 2191">
            <a:extLst>
              <a:ext uri="{FF2B5EF4-FFF2-40B4-BE49-F238E27FC236}">
                <a16:creationId xmlns:a16="http://schemas.microsoft.com/office/drawing/2014/main" id="{787BE57C-6300-5EDD-E76B-3FEFE84B1D85}"/>
              </a:ext>
            </a:extLst>
          </p:cNvPr>
          <p:cNvCxnSpPr>
            <a:cxnSpLocks/>
          </p:cNvCxnSpPr>
          <p:nvPr/>
        </p:nvCxnSpPr>
        <p:spPr>
          <a:xfrm>
            <a:off x="803874" y="452768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Straight Connector 2192">
            <a:extLst>
              <a:ext uri="{FF2B5EF4-FFF2-40B4-BE49-F238E27FC236}">
                <a16:creationId xmlns:a16="http://schemas.microsoft.com/office/drawing/2014/main" id="{84C07CB9-BE01-DE1E-0FC3-2ACB83341C37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4" name="Straight Connector 2193">
            <a:extLst>
              <a:ext uri="{FF2B5EF4-FFF2-40B4-BE49-F238E27FC236}">
                <a16:creationId xmlns:a16="http://schemas.microsoft.com/office/drawing/2014/main" id="{49EFE28F-3291-F3FE-0770-B8A028BF4740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Straight Connector 2194">
            <a:extLst>
              <a:ext uri="{FF2B5EF4-FFF2-40B4-BE49-F238E27FC236}">
                <a16:creationId xmlns:a16="http://schemas.microsoft.com/office/drawing/2014/main" id="{EB02AB16-C208-342D-87DD-75E6E7ECBE70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15440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A94027A2-D304-9577-42E5-34B442B5C86C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7" name="TextBox 2196">
            <a:extLst>
              <a:ext uri="{FF2B5EF4-FFF2-40B4-BE49-F238E27FC236}">
                <a16:creationId xmlns:a16="http://schemas.microsoft.com/office/drawing/2014/main" id="{62F24BD6-A8CE-0D94-8B3C-FA6111BE69E0}"/>
              </a:ext>
            </a:extLst>
          </p:cNvPr>
          <p:cNvSpPr txBox="1"/>
          <p:nvPr/>
        </p:nvSpPr>
        <p:spPr>
          <a:xfrm>
            <a:off x="1783676" y="5309678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198" name="Rectangle 2197">
            <a:extLst>
              <a:ext uri="{FF2B5EF4-FFF2-40B4-BE49-F238E27FC236}">
                <a16:creationId xmlns:a16="http://schemas.microsoft.com/office/drawing/2014/main" id="{16180D49-26E0-D6F3-E69A-ED963B597366}"/>
              </a:ext>
            </a:extLst>
          </p:cNvPr>
          <p:cNvSpPr/>
          <p:nvPr/>
        </p:nvSpPr>
        <p:spPr>
          <a:xfrm>
            <a:off x="623014" y="4459676"/>
            <a:ext cx="148666" cy="85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99" name="TextBox 2198">
            <a:extLst>
              <a:ext uri="{FF2B5EF4-FFF2-40B4-BE49-F238E27FC236}">
                <a16:creationId xmlns:a16="http://schemas.microsoft.com/office/drawing/2014/main" id="{3D958E3D-43F3-FDE3-1BBD-F900AD7B0930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0" name="TextBox 2199">
            <a:extLst>
              <a:ext uri="{FF2B5EF4-FFF2-40B4-BE49-F238E27FC236}">
                <a16:creationId xmlns:a16="http://schemas.microsoft.com/office/drawing/2014/main" id="{1ED63573-C9C1-9009-5893-552A6E7DE683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201" name="TextBox 2200">
            <a:extLst>
              <a:ext uri="{FF2B5EF4-FFF2-40B4-BE49-F238E27FC236}">
                <a16:creationId xmlns:a16="http://schemas.microsoft.com/office/drawing/2014/main" id="{3D69905A-7A23-294D-AD52-FC3EDC520435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2" name="TextBox 2201">
            <a:extLst>
              <a:ext uri="{FF2B5EF4-FFF2-40B4-BE49-F238E27FC236}">
                <a16:creationId xmlns:a16="http://schemas.microsoft.com/office/drawing/2014/main" id="{B51B17E5-9575-A1E8-5941-D578A394969A}"/>
              </a:ext>
            </a:extLst>
          </p:cNvPr>
          <p:cNvSpPr txBox="1"/>
          <p:nvPr/>
        </p:nvSpPr>
        <p:spPr>
          <a:xfrm>
            <a:off x="1782162" y="5196185"/>
            <a:ext cx="3219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203" name="TextBox 2202">
            <a:extLst>
              <a:ext uri="{FF2B5EF4-FFF2-40B4-BE49-F238E27FC236}">
                <a16:creationId xmlns:a16="http://schemas.microsoft.com/office/drawing/2014/main" id="{98550E7B-B2CE-2474-263E-5F458E7C8D81}"/>
              </a:ext>
            </a:extLst>
          </p:cNvPr>
          <p:cNvSpPr txBox="1"/>
          <p:nvPr/>
        </p:nvSpPr>
        <p:spPr>
          <a:xfrm>
            <a:off x="1502016" y="5173376"/>
            <a:ext cx="3450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91E1258B-0AF8-0C47-B684-E7E6480320C2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5" name="TextBox 2204">
            <a:extLst>
              <a:ext uri="{FF2B5EF4-FFF2-40B4-BE49-F238E27FC236}">
                <a16:creationId xmlns:a16="http://schemas.microsoft.com/office/drawing/2014/main" id="{CB806467-B353-2F0A-1E69-A5DFDA096E4C}"/>
              </a:ext>
            </a:extLst>
          </p:cNvPr>
          <p:cNvSpPr txBox="1"/>
          <p:nvPr/>
        </p:nvSpPr>
        <p:spPr>
          <a:xfrm>
            <a:off x="767466" y="4342320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Preventive maintaiance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6" name="TextBox 2205">
            <a:extLst>
              <a:ext uri="{FF2B5EF4-FFF2-40B4-BE49-F238E27FC236}">
                <a16:creationId xmlns:a16="http://schemas.microsoft.com/office/drawing/2014/main" id="{AFFF8193-36BD-C052-5073-75D1C071AB7D}"/>
              </a:ext>
            </a:extLst>
          </p:cNvPr>
          <p:cNvSpPr txBox="1"/>
          <p:nvPr/>
        </p:nvSpPr>
        <p:spPr>
          <a:xfrm>
            <a:off x="773775" y="4926903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Measuring fixture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07" name="TextBox 2206">
            <a:extLst>
              <a:ext uri="{FF2B5EF4-FFF2-40B4-BE49-F238E27FC236}">
                <a16:creationId xmlns:a16="http://schemas.microsoft.com/office/drawing/2014/main" id="{82FF3346-FFB4-34C2-A45C-8D8049475CCA}"/>
              </a:ext>
            </a:extLst>
          </p:cNvPr>
          <p:cNvSpPr txBox="1"/>
          <p:nvPr/>
        </p:nvSpPr>
        <p:spPr>
          <a:xfrm>
            <a:off x="765880" y="5069606"/>
            <a:ext cx="1221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CMM</a:t>
            </a:r>
          </a:p>
        </p:txBody>
      </p:sp>
      <p:sp>
        <p:nvSpPr>
          <p:cNvPr id="2208" name="Rectangle 2207">
            <a:extLst>
              <a:ext uri="{FF2B5EF4-FFF2-40B4-BE49-F238E27FC236}">
                <a16:creationId xmlns:a16="http://schemas.microsoft.com/office/drawing/2014/main" id="{929A65B6-9749-AA55-F7DE-ADE0CDDE588D}"/>
              </a:ext>
            </a:extLst>
          </p:cNvPr>
          <p:cNvSpPr/>
          <p:nvPr/>
        </p:nvSpPr>
        <p:spPr>
          <a:xfrm>
            <a:off x="663231" y="3061959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09" name="Rectangle 2208">
            <a:extLst>
              <a:ext uri="{FF2B5EF4-FFF2-40B4-BE49-F238E27FC236}">
                <a16:creationId xmlns:a16="http://schemas.microsoft.com/office/drawing/2014/main" id="{13E8FDF1-2A23-C866-09EA-47C9C707AF19}"/>
              </a:ext>
            </a:extLst>
          </p:cNvPr>
          <p:cNvSpPr/>
          <p:nvPr/>
        </p:nvSpPr>
        <p:spPr>
          <a:xfrm>
            <a:off x="663607" y="3306223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0" name="Rectangle 2209">
            <a:extLst>
              <a:ext uri="{FF2B5EF4-FFF2-40B4-BE49-F238E27FC236}">
                <a16:creationId xmlns:a16="http://schemas.microsoft.com/office/drawing/2014/main" id="{CCDAFB9F-3E43-36FF-3662-049AEB40A45F}"/>
              </a:ext>
            </a:extLst>
          </p:cNvPr>
          <p:cNvSpPr/>
          <p:nvPr/>
        </p:nvSpPr>
        <p:spPr>
          <a:xfrm>
            <a:off x="662600" y="3429346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1" name="TextBox 2210">
            <a:extLst>
              <a:ext uri="{FF2B5EF4-FFF2-40B4-BE49-F238E27FC236}">
                <a16:creationId xmlns:a16="http://schemas.microsoft.com/office/drawing/2014/main" id="{96687174-C166-0B10-9E85-4AE9D6DF68D0}"/>
              </a:ext>
            </a:extLst>
          </p:cNvPr>
          <p:cNvSpPr txBox="1"/>
          <p:nvPr/>
        </p:nvSpPr>
        <p:spPr>
          <a:xfrm>
            <a:off x="657150" y="329051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12" name="Rectangle 2211">
            <a:extLst>
              <a:ext uri="{FF2B5EF4-FFF2-40B4-BE49-F238E27FC236}">
                <a16:creationId xmlns:a16="http://schemas.microsoft.com/office/drawing/2014/main" id="{809A450B-3B84-8D73-39D8-1A8ABBA11E67}"/>
              </a:ext>
            </a:extLst>
          </p:cNvPr>
          <p:cNvSpPr/>
          <p:nvPr/>
        </p:nvSpPr>
        <p:spPr>
          <a:xfrm>
            <a:off x="1212004" y="3187262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3" name="Rectangle 2212">
            <a:extLst>
              <a:ext uri="{FF2B5EF4-FFF2-40B4-BE49-F238E27FC236}">
                <a16:creationId xmlns:a16="http://schemas.microsoft.com/office/drawing/2014/main" id="{272C0B57-85E9-AF99-A213-BEBB95355627}"/>
              </a:ext>
            </a:extLst>
          </p:cNvPr>
          <p:cNvSpPr/>
          <p:nvPr/>
        </p:nvSpPr>
        <p:spPr>
          <a:xfrm>
            <a:off x="1212004" y="3066612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14" name="Rectangle 2213">
            <a:extLst>
              <a:ext uri="{FF2B5EF4-FFF2-40B4-BE49-F238E27FC236}">
                <a16:creationId xmlns:a16="http://schemas.microsoft.com/office/drawing/2014/main" id="{04757AC4-0C25-7BAD-80CF-C4848A421C35}"/>
              </a:ext>
            </a:extLst>
          </p:cNvPr>
          <p:cNvSpPr/>
          <p:nvPr/>
        </p:nvSpPr>
        <p:spPr>
          <a:xfrm>
            <a:off x="1212004" y="3553906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215" name="Straight Connector 2214">
            <a:extLst>
              <a:ext uri="{FF2B5EF4-FFF2-40B4-BE49-F238E27FC236}">
                <a16:creationId xmlns:a16="http://schemas.microsoft.com/office/drawing/2014/main" id="{B87F5107-D05E-79F2-6C22-14913DFEDC46}"/>
              </a:ext>
            </a:extLst>
          </p:cNvPr>
          <p:cNvCxnSpPr>
            <a:cxnSpLocks/>
          </p:cNvCxnSpPr>
          <p:nvPr/>
        </p:nvCxnSpPr>
        <p:spPr>
          <a:xfrm>
            <a:off x="1406532" y="355390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6" name="Straight Connector 2215">
            <a:extLst>
              <a:ext uri="{FF2B5EF4-FFF2-40B4-BE49-F238E27FC236}">
                <a16:creationId xmlns:a16="http://schemas.microsoft.com/office/drawing/2014/main" id="{56711567-136A-E43C-34EE-26A5DD2FB66D}"/>
              </a:ext>
            </a:extLst>
          </p:cNvPr>
          <p:cNvCxnSpPr>
            <a:cxnSpLocks/>
          </p:cNvCxnSpPr>
          <p:nvPr/>
        </p:nvCxnSpPr>
        <p:spPr>
          <a:xfrm>
            <a:off x="1587507" y="355391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7" name="Straight Connector 2216">
            <a:extLst>
              <a:ext uri="{FF2B5EF4-FFF2-40B4-BE49-F238E27FC236}">
                <a16:creationId xmlns:a16="http://schemas.microsoft.com/office/drawing/2014/main" id="{3FCE7693-64F3-A7B2-8F72-F050F42C2ED5}"/>
              </a:ext>
            </a:extLst>
          </p:cNvPr>
          <p:cNvCxnSpPr>
            <a:cxnSpLocks/>
          </p:cNvCxnSpPr>
          <p:nvPr/>
        </p:nvCxnSpPr>
        <p:spPr>
          <a:xfrm>
            <a:off x="1718474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8" name="Straight Connector 2217">
            <a:extLst>
              <a:ext uri="{FF2B5EF4-FFF2-40B4-BE49-F238E27FC236}">
                <a16:creationId xmlns:a16="http://schemas.microsoft.com/office/drawing/2014/main" id="{B0B75A71-A061-F024-DC00-5E20F1500D14}"/>
              </a:ext>
            </a:extLst>
          </p:cNvPr>
          <p:cNvCxnSpPr>
            <a:cxnSpLocks/>
          </p:cNvCxnSpPr>
          <p:nvPr/>
        </p:nvCxnSpPr>
        <p:spPr>
          <a:xfrm>
            <a:off x="1847058" y="355390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9" name="TextBox 2218">
            <a:extLst>
              <a:ext uri="{FF2B5EF4-FFF2-40B4-BE49-F238E27FC236}">
                <a16:creationId xmlns:a16="http://schemas.microsoft.com/office/drawing/2014/main" id="{A731A65D-C584-12E5-8DB3-173B045BAD30}"/>
              </a:ext>
            </a:extLst>
          </p:cNvPr>
          <p:cNvSpPr txBox="1"/>
          <p:nvPr/>
        </p:nvSpPr>
        <p:spPr>
          <a:xfrm>
            <a:off x="1309612" y="3084187"/>
            <a:ext cx="58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Width Cut out</a:t>
            </a:r>
          </a:p>
        </p:txBody>
      </p:sp>
      <p:sp>
        <p:nvSpPr>
          <p:cNvPr id="2220" name="TextBox 2219">
            <a:extLst>
              <a:ext uri="{FF2B5EF4-FFF2-40B4-BE49-F238E27FC236}">
                <a16:creationId xmlns:a16="http://schemas.microsoft.com/office/drawing/2014/main" id="{DA34AEA5-FE6F-A82B-61DB-1C20BAC3009D}"/>
              </a:ext>
            </a:extLst>
          </p:cNvPr>
          <p:cNvSpPr txBox="1"/>
          <p:nvPr/>
        </p:nvSpPr>
        <p:spPr>
          <a:xfrm>
            <a:off x="1175722" y="3512951"/>
            <a:ext cx="516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+/-     </a:t>
            </a:r>
          </a:p>
        </p:txBody>
      </p:sp>
      <p:sp>
        <p:nvSpPr>
          <p:cNvPr id="2221" name="Rectangle 2220">
            <a:extLst>
              <a:ext uri="{FF2B5EF4-FFF2-40B4-BE49-F238E27FC236}">
                <a16:creationId xmlns:a16="http://schemas.microsoft.com/office/drawing/2014/main" id="{603D863F-90C2-3480-ED47-A308C1569574}"/>
              </a:ext>
            </a:extLst>
          </p:cNvPr>
          <p:cNvSpPr/>
          <p:nvPr/>
        </p:nvSpPr>
        <p:spPr>
          <a:xfrm>
            <a:off x="796024" y="4318127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2" name="Rectangle 2221">
            <a:extLst>
              <a:ext uri="{FF2B5EF4-FFF2-40B4-BE49-F238E27FC236}">
                <a16:creationId xmlns:a16="http://schemas.microsoft.com/office/drawing/2014/main" id="{2EF73D87-2D81-BD21-772B-AFAFF6E23643}"/>
              </a:ext>
            </a:extLst>
          </p:cNvPr>
          <p:cNvSpPr/>
          <p:nvPr/>
        </p:nvSpPr>
        <p:spPr>
          <a:xfrm>
            <a:off x="1584567" y="4318126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3" name="Rectangle 2222">
            <a:extLst>
              <a:ext uri="{FF2B5EF4-FFF2-40B4-BE49-F238E27FC236}">
                <a16:creationId xmlns:a16="http://schemas.microsoft.com/office/drawing/2014/main" id="{6BC03F87-6D43-1B3B-E06A-57FC42ACC238}"/>
              </a:ext>
            </a:extLst>
          </p:cNvPr>
          <p:cNvSpPr/>
          <p:nvPr/>
        </p:nvSpPr>
        <p:spPr>
          <a:xfrm>
            <a:off x="796024" y="4197477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25" name="Rectangle 2224">
            <a:extLst>
              <a:ext uri="{FF2B5EF4-FFF2-40B4-BE49-F238E27FC236}">
                <a16:creationId xmlns:a16="http://schemas.microsoft.com/office/drawing/2014/main" id="{013912D2-B875-2843-5292-73372E27738C}"/>
              </a:ext>
            </a:extLst>
          </p:cNvPr>
          <p:cNvSpPr/>
          <p:nvPr/>
        </p:nvSpPr>
        <p:spPr>
          <a:xfrm>
            <a:off x="1584568" y="432045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26" name="Rectangle 2225">
            <a:extLst>
              <a:ext uri="{FF2B5EF4-FFF2-40B4-BE49-F238E27FC236}">
                <a16:creationId xmlns:a16="http://schemas.microsoft.com/office/drawing/2014/main" id="{806BC420-7DFB-5C14-BE89-0A5CB3AAFEC1}"/>
              </a:ext>
            </a:extLst>
          </p:cNvPr>
          <p:cNvSpPr/>
          <p:nvPr/>
        </p:nvSpPr>
        <p:spPr>
          <a:xfrm>
            <a:off x="1584567" y="4441136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2" name="TextBox 2231">
            <a:extLst>
              <a:ext uri="{FF2B5EF4-FFF2-40B4-BE49-F238E27FC236}">
                <a16:creationId xmlns:a16="http://schemas.microsoft.com/office/drawing/2014/main" id="{36A97D67-07D9-5E45-D16B-DBF5538D5642}"/>
              </a:ext>
            </a:extLst>
          </p:cNvPr>
          <p:cNvSpPr txBox="1"/>
          <p:nvPr/>
        </p:nvSpPr>
        <p:spPr>
          <a:xfrm>
            <a:off x="1504785" y="4304991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233" name="TextBox 2232">
            <a:extLst>
              <a:ext uri="{FF2B5EF4-FFF2-40B4-BE49-F238E27FC236}">
                <a16:creationId xmlns:a16="http://schemas.microsoft.com/office/drawing/2014/main" id="{5D9FA5A9-DFC7-AEA3-7B6A-F3F46D386863}"/>
              </a:ext>
            </a:extLst>
          </p:cNvPr>
          <p:cNvSpPr txBox="1"/>
          <p:nvPr/>
        </p:nvSpPr>
        <p:spPr>
          <a:xfrm>
            <a:off x="1544240" y="4424777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234" name="TextBox 2233">
            <a:extLst>
              <a:ext uri="{FF2B5EF4-FFF2-40B4-BE49-F238E27FC236}">
                <a16:creationId xmlns:a16="http://schemas.microsoft.com/office/drawing/2014/main" id="{FDE5C9FA-B12C-A09A-302B-8E4D3CED15A7}"/>
              </a:ext>
            </a:extLst>
          </p:cNvPr>
          <p:cNvSpPr txBox="1"/>
          <p:nvPr/>
        </p:nvSpPr>
        <p:spPr>
          <a:xfrm>
            <a:off x="1514572" y="4547031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235" name="TextBox 2234">
            <a:extLst>
              <a:ext uri="{FF2B5EF4-FFF2-40B4-BE49-F238E27FC236}">
                <a16:creationId xmlns:a16="http://schemas.microsoft.com/office/drawing/2014/main" id="{E0E02A1C-DE6C-5D89-D9EA-A0ECE0D0B240}"/>
              </a:ext>
            </a:extLst>
          </p:cNvPr>
          <p:cNvSpPr txBox="1"/>
          <p:nvPr/>
        </p:nvSpPr>
        <p:spPr>
          <a:xfrm>
            <a:off x="1576073" y="4662167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237" name="Rectangle 2236">
            <a:extLst>
              <a:ext uri="{FF2B5EF4-FFF2-40B4-BE49-F238E27FC236}">
                <a16:creationId xmlns:a16="http://schemas.microsoft.com/office/drawing/2014/main" id="{70CE57DB-FDE2-FF20-CE8F-BAF9A51F67FD}"/>
              </a:ext>
            </a:extLst>
          </p:cNvPr>
          <p:cNvSpPr/>
          <p:nvPr/>
        </p:nvSpPr>
        <p:spPr>
          <a:xfrm>
            <a:off x="1808218" y="4440567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8" name="Rectangle 2237">
            <a:extLst>
              <a:ext uri="{FF2B5EF4-FFF2-40B4-BE49-F238E27FC236}">
                <a16:creationId xmlns:a16="http://schemas.microsoft.com/office/drawing/2014/main" id="{DE0C687F-D967-0581-A8E6-8EB6A5107B70}"/>
              </a:ext>
            </a:extLst>
          </p:cNvPr>
          <p:cNvSpPr/>
          <p:nvPr/>
        </p:nvSpPr>
        <p:spPr>
          <a:xfrm>
            <a:off x="1808216" y="456439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39" name="TextBox 2238">
            <a:extLst>
              <a:ext uri="{FF2B5EF4-FFF2-40B4-BE49-F238E27FC236}">
                <a16:creationId xmlns:a16="http://schemas.microsoft.com/office/drawing/2014/main" id="{CF588958-600D-3C93-8048-0743EA020F5F}"/>
              </a:ext>
            </a:extLst>
          </p:cNvPr>
          <p:cNvSpPr txBox="1"/>
          <p:nvPr/>
        </p:nvSpPr>
        <p:spPr>
          <a:xfrm>
            <a:off x="1802258" y="442736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40" name="Rectangle 2239">
            <a:extLst>
              <a:ext uri="{FF2B5EF4-FFF2-40B4-BE49-F238E27FC236}">
                <a16:creationId xmlns:a16="http://schemas.microsoft.com/office/drawing/2014/main" id="{33F44791-7E1E-5803-FF2F-5B1A3C32CBB6}"/>
              </a:ext>
            </a:extLst>
          </p:cNvPr>
          <p:cNvSpPr/>
          <p:nvPr/>
        </p:nvSpPr>
        <p:spPr>
          <a:xfrm>
            <a:off x="1811390" y="419775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1" name="Rectangle 2240">
            <a:extLst>
              <a:ext uri="{FF2B5EF4-FFF2-40B4-BE49-F238E27FC236}">
                <a16:creationId xmlns:a16="http://schemas.microsoft.com/office/drawing/2014/main" id="{6E216F6F-AA05-C81F-14B2-185F093331A5}"/>
              </a:ext>
            </a:extLst>
          </p:cNvPr>
          <p:cNvSpPr/>
          <p:nvPr/>
        </p:nvSpPr>
        <p:spPr>
          <a:xfrm>
            <a:off x="1943753" y="4197244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2" name="Rectangle 2241">
            <a:extLst>
              <a:ext uri="{FF2B5EF4-FFF2-40B4-BE49-F238E27FC236}">
                <a16:creationId xmlns:a16="http://schemas.microsoft.com/office/drawing/2014/main" id="{5C7B7648-CFC0-DA71-25EF-14ADDDE8B6C8}"/>
              </a:ext>
            </a:extLst>
          </p:cNvPr>
          <p:cNvSpPr/>
          <p:nvPr/>
        </p:nvSpPr>
        <p:spPr>
          <a:xfrm>
            <a:off x="1584540" y="4197460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3" name="Rectangle 2242">
            <a:extLst>
              <a:ext uri="{FF2B5EF4-FFF2-40B4-BE49-F238E27FC236}">
                <a16:creationId xmlns:a16="http://schemas.microsoft.com/office/drawing/2014/main" id="{202C71F9-E065-7136-BA6B-8CEDD3D3BB1B}"/>
              </a:ext>
            </a:extLst>
          </p:cNvPr>
          <p:cNvSpPr/>
          <p:nvPr/>
        </p:nvSpPr>
        <p:spPr>
          <a:xfrm>
            <a:off x="1944129" y="4441508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4" name="Rectangle 2243">
            <a:extLst>
              <a:ext uri="{FF2B5EF4-FFF2-40B4-BE49-F238E27FC236}">
                <a16:creationId xmlns:a16="http://schemas.microsoft.com/office/drawing/2014/main" id="{94EF59CF-D94F-2F43-355A-DD14B9AF6ABA}"/>
              </a:ext>
            </a:extLst>
          </p:cNvPr>
          <p:cNvSpPr/>
          <p:nvPr/>
        </p:nvSpPr>
        <p:spPr>
          <a:xfrm>
            <a:off x="1943122" y="4564631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5" name="Rectangle 2244">
            <a:extLst>
              <a:ext uri="{FF2B5EF4-FFF2-40B4-BE49-F238E27FC236}">
                <a16:creationId xmlns:a16="http://schemas.microsoft.com/office/drawing/2014/main" id="{20AA3055-0068-45FD-D7B8-5A6E5D91F963}"/>
              </a:ext>
            </a:extLst>
          </p:cNvPr>
          <p:cNvSpPr/>
          <p:nvPr/>
        </p:nvSpPr>
        <p:spPr>
          <a:xfrm>
            <a:off x="1811362" y="4319200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46" name="TextBox 2245">
            <a:extLst>
              <a:ext uri="{FF2B5EF4-FFF2-40B4-BE49-F238E27FC236}">
                <a16:creationId xmlns:a16="http://schemas.microsoft.com/office/drawing/2014/main" id="{76E5F2CE-F4CC-1451-A682-E1C39CDE37D0}"/>
              </a:ext>
            </a:extLst>
          </p:cNvPr>
          <p:cNvSpPr txBox="1"/>
          <p:nvPr/>
        </p:nvSpPr>
        <p:spPr>
          <a:xfrm>
            <a:off x="1740634" y="4181152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2247" name="TextBox 2246">
            <a:extLst>
              <a:ext uri="{FF2B5EF4-FFF2-40B4-BE49-F238E27FC236}">
                <a16:creationId xmlns:a16="http://schemas.microsoft.com/office/drawing/2014/main" id="{E3B479DD-1F93-3D6B-2ACF-97322290BDA3}"/>
              </a:ext>
            </a:extLst>
          </p:cNvPr>
          <p:cNvSpPr txBox="1"/>
          <p:nvPr/>
        </p:nvSpPr>
        <p:spPr>
          <a:xfrm>
            <a:off x="1812853" y="4303253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248" name="TextBox 2247">
            <a:extLst>
              <a:ext uri="{FF2B5EF4-FFF2-40B4-BE49-F238E27FC236}">
                <a16:creationId xmlns:a16="http://schemas.microsoft.com/office/drawing/2014/main" id="{576656ED-04AB-1FCB-0E4A-A74F46DDBB20}"/>
              </a:ext>
            </a:extLst>
          </p:cNvPr>
          <p:cNvSpPr txBox="1"/>
          <p:nvPr/>
        </p:nvSpPr>
        <p:spPr>
          <a:xfrm>
            <a:off x="1876664" y="4181319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249" name="TextBox 2248">
            <a:extLst>
              <a:ext uri="{FF2B5EF4-FFF2-40B4-BE49-F238E27FC236}">
                <a16:creationId xmlns:a16="http://schemas.microsoft.com/office/drawing/2014/main" id="{BF8342DE-7F75-2CAB-6807-1DC7CB99739B}"/>
              </a:ext>
            </a:extLst>
          </p:cNvPr>
          <p:cNvSpPr txBox="1"/>
          <p:nvPr/>
        </p:nvSpPr>
        <p:spPr>
          <a:xfrm>
            <a:off x="1937672" y="4425797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256" name="Arrow: Down 2255">
            <a:extLst>
              <a:ext uri="{FF2B5EF4-FFF2-40B4-BE49-F238E27FC236}">
                <a16:creationId xmlns:a16="http://schemas.microsoft.com/office/drawing/2014/main" id="{1B809EE7-7117-4226-C352-0BB8B59AD25E}"/>
              </a:ext>
            </a:extLst>
          </p:cNvPr>
          <p:cNvSpPr/>
          <p:nvPr/>
        </p:nvSpPr>
        <p:spPr>
          <a:xfrm rot="10800000">
            <a:off x="1236947" y="4930521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58" name="Arrow: Down 2257">
            <a:extLst>
              <a:ext uri="{FF2B5EF4-FFF2-40B4-BE49-F238E27FC236}">
                <a16:creationId xmlns:a16="http://schemas.microsoft.com/office/drawing/2014/main" id="{F1F8C57E-4092-B2DF-2209-E1C9175AC846}"/>
              </a:ext>
            </a:extLst>
          </p:cNvPr>
          <p:cNvSpPr/>
          <p:nvPr/>
        </p:nvSpPr>
        <p:spPr>
          <a:xfrm rot="10800000">
            <a:off x="1210113" y="3748458"/>
            <a:ext cx="626269" cy="16361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259" name="TextBox 2258">
            <a:extLst>
              <a:ext uri="{FF2B5EF4-FFF2-40B4-BE49-F238E27FC236}">
                <a16:creationId xmlns:a16="http://schemas.microsoft.com/office/drawing/2014/main" id="{BC412626-D4E7-C90C-E826-DC7E3645FBB6}"/>
              </a:ext>
            </a:extLst>
          </p:cNvPr>
          <p:cNvSpPr txBox="1"/>
          <p:nvPr/>
        </p:nvSpPr>
        <p:spPr>
          <a:xfrm>
            <a:off x="1345845" y="3722907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260" name="Rectangle 2259">
            <a:extLst>
              <a:ext uri="{FF2B5EF4-FFF2-40B4-BE49-F238E27FC236}">
                <a16:creationId xmlns:a16="http://schemas.microsoft.com/office/drawing/2014/main" id="{B9A284D3-C008-CCC7-ACEE-41A82BCFF698}"/>
              </a:ext>
            </a:extLst>
          </p:cNvPr>
          <p:cNvSpPr/>
          <p:nvPr/>
        </p:nvSpPr>
        <p:spPr>
          <a:xfrm>
            <a:off x="1112721" y="3182381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1" name="Rectangle 2260">
            <a:extLst>
              <a:ext uri="{FF2B5EF4-FFF2-40B4-BE49-F238E27FC236}">
                <a16:creationId xmlns:a16="http://schemas.microsoft.com/office/drawing/2014/main" id="{F0E5A2F3-B20A-E292-BC17-EE6E2C3CE482}"/>
              </a:ext>
            </a:extLst>
          </p:cNvPr>
          <p:cNvSpPr/>
          <p:nvPr/>
        </p:nvSpPr>
        <p:spPr>
          <a:xfrm>
            <a:off x="1112721" y="3061731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2" name="Rectangle 2261">
            <a:extLst>
              <a:ext uri="{FF2B5EF4-FFF2-40B4-BE49-F238E27FC236}">
                <a16:creationId xmlns:a16="http://schemas.microsoft.com/office/drawing/2014/main" id="{32DB8923-ED49-AB29-4D79-5CB274B6B493}"/>
              </a:ext>
            </a:extLst>
          </p:cNvPr>
          <p:cNvSpPr/>
          <p:nvPr/>
        </p:nvSpPr>
        <p:spPr>
          <a:xfrm>
            <a:off x="1901265" y="3184711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3" name="Rectangle 2262">
            <a:extLst>
              <a:ext uri="{FF2B5EF4-FFF2-40B4-BE49-F238E27FC236}">
                <a16:creationId xmlns:a16="http://schemas.microsoft.com/office/drawing/2014/main" id="{A882AC4C-D96D-BA71-3317-08B3CFE8FB98}"/>
              </a:ext>
            </a:extLst>
          </p:cNvPr>
          <p:cNvSpPr/>
          <p:nvPr/>
        </p:nvSpPr>
        <p:spPr>
          <a:xfrm>
            <a:off x="1901264" y="3305390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4" name="Rectangle 2263">
            <a:extLst>
              <a:ext uri="{FF2B5EF4-FFF2-40B4-BE49-F238E27FC236}">
                <a16:creationId xmlns:a16="http://schemas.microsoft.com/office/drawing/2014/main" id="{02A94BDA-6DD4-6386-043B-0D5E6980B2C1}"/>
              </a:ext>
            </a:extLst>
          </p:cNvPr>
          <p:cNvSpPr/>
          <p:nvPr/>
        </p:nvSpPr>
        <p:spPr>
          <a:xfrm>
            <a:off x="1901264" y="342606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5" name="TextBox 2264">
            <a:extLst>
              <a:ext uri="{FF2B5EF4-FFF2-40B4-BE49-F238E27FC236}">
                <a16:creationId xmlns:a16="http://schemas.microsoft.com/office/drawing/2014/main" id="{3A82B60F-09F2-6138-3F4A-560ADDFA90D9}"/>
              </a:ext>
            </a:extLst>
          </p:cNvPr>
          <p:cNvSpPr txBox="1"/>
          <p:nvPr/>
        </p:nvSpPr>
        <p:spPr>
          <a:xfrm>
            <a:off x="1391465" y="3400074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266" name="TextBox 2265">
            <a:extLst>
              <a:ext uri="{FF2B5EF4-FFF2-40B4-BE49-F238E27FC236}">
                <a16:creationId xmlns:a16="http://schemas.microsoft.com/office/drawing/2014/main" id="{BCC58E43-D2D8-B83A-7977-0C3520169931}"/>
              </a:ext>
            </a:extLst>
          </p:cNvPr>
          <p:cNvSpPr txBox="1"/>
          <p:nvPr/>
        </p:nvSpPr>
        <p:spPr>
          <a:xfrm>
            <a:off x="1860937" y="3289031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267" name="Rectangle 2266">
            <a:extLst>
              <a:ext uri="{FF2B5EF4-FFF2-40B4-BE49-F238E27FC236}">
                <a16:creationId xmlns:a16="http://schemas.microsoft.com/office/drawing/2014/main" id="{76E9A9E5-6AA3-7917-21E4-CAB067FE28AD}"/>
              </a:ext>
            </a:extLst>
          </p:cNvPr>
          <p:cNvSpPr/>
          <p:nvPr/>
        </p:nvSpPr>
        <p:spPr>
          <a:xfrm>
            <a:off x="1901237" y="3061714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68" name="TextBox 2267">
            <a:extLst>
              <a:ext uri="{FF2B5EF4-FFF2-40B4-BE49-F238E27FC236}">
                <a16:creationId xmlns:a16="http://schemas.microsoft.com/office/drawing/2014/main" id="{721F12C4-7ABD-57A4-DF4A-9993492A427E}"/>
              </a:ext>
            </a:extLst>
          </p:cNvPr>
          <p:cNvSpPr txBox="1"/>
          <p:nvPr/>
        </p:nvSpPr>
        <p:spPr>
          <a:xfrm>
            <a:off x="1149037" y="3075635"/>
            <a:ext cx="726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Local position H2</a:t>
            </a:r>
          </a:p>
        </p:txBody>
      </p:sp>
      <p:sp>
        <p:nvSpPr>
          <p:cNvPr id="2269" name="TextBox 2268">
            <a:extLst>
              <a:ext uri="{FF2B5EF4-FFF2-40B4-BE49-F238E27FC236}">
                <a16:creationId xmlns:a16="http://schemas.microsoft.com/office/drawing/2014/main" id="{494FFE3E-27B6-2C7F-A952-DB8DF6E8628A}"/>
              </a:ext>
            </a:extLst>
          </p:cNvPr>
          <p:cNvSpPr txBox="1"/>
          <p:nvPr/>
        </p:nvSpPr>
        <p:spPr>
          <a:xfrm>
            <a:off x="1438211" y="3509712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D          </a:t>
            </a:r>
          </a:p>
        </p:txBody>
      </p:sp>
      <p:sp>
        <p:nvSpPr>
          <p:cNvPr id="2270" name="TextBox 2269">
            <a:extLst>
              <a:ext uri="{FF2B5EF4-FFF2-40B4-BE49-F238E27FC236}">
                <a16:creationId xmlns:a16="http://schemas.microsoft.com/office/drawing/2014/main" id="{F5196F63-3888-C548-9378-19DA9F137207}"/>
              </a:ext>
            </a:extLst>
          </p:cNvPr>
          <p:cNvSpPr txBox="1"/>
          <p:nvPr/>
        </p:nvSpPr>
        <p:spPr>
          <a:xfrm>
            <a:off x="789617" y="3401477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SOD</a:t>
            </a:r>
          </a:p>
        </p:txBody>
      </p:sp>
      <p:sp>
        <p:nvSpPr>
          <p:cNvPr id="2271" name="Rectangle 2270">
            <a:extLst>
              <a:ext uri="{FF2B5EF4-FFF2-40B4-BE49-F238E27FC236}">
                <a16:creationId xmlns:a16="http://schemas.microsoft.com/office/drawing/2014/main" id="{3EA5C49C-8720-E5D1-51DF-1F047EBAED90}"/>
              </a:ext>
            </a:extLst>
          </p:cNvPr>
          <p:cNvSpPr/>
          <p:nvPr/>
        </p:nvSpPr>
        <p:spPr>
          <a:xfrm>
            <a:off x="807546" y="3591619"/>
            <a:ext cx="1287225" cy="6178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2" name="TextBox 2271">
            <a:extLst>
              <a:ext uri="{FF2B5EF4-FFF2-40B4-BE49-F238E27FC236}">
                <a16:creationId xmlns:a16="http://schemas.microsoft.com/office/drawing/2014/main" id="{04B5204C-1A9E-C250-BC36-398A4ADD83B6}"/>
              </a:ext>
            </a:extLst>
          </p:cNvPr>
          <p:cNvSpPr txBox="1"/>
          <p:nvPr/>
        </p:nvSpPr>
        <p:spPr>
          <a:xfrm>
            <a:off x="1795394" y="4541018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273" name="Rectangle 2272">
            <a:extLst>
              <a:ext uri="{FF2B5EF4-FFF2-40B4-BE49-F238E27FC236}">
                <a16:creationId xmlns:a16="http://schemas.microsoft.com/office/drawing/2014/main" id="{CDBFD1D1-468A-8AF7-DCA1-A3E8070CB0A5}"/>
              </a:ext>
            </a:extLst>
          </p:cNvPr>
          <p:cNvSpPr/>
          <p:nvPr/>
        </p:nvSpPr>
        <p:spPr>
          <a:xfrm>
            <a:off x="795635" y="3598368"/>
            <a:ext cx="1188209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74" name="TextBox 2273">
            <a:extLst>
              <a:ext uri="{FF2B5EF4-FFF2-40B4-BE49-F238E27FC236}">
                <a16:creationId xmlns:a16="http://schemas.microsoft.com/office/drawing/2014/main" id="{2C183C01-B70F-211E-1C74-5DF3504D7912}"/>
              </a:ext>
            </a:extLst>
          </p:cNvPr>
          <p:cNvSpPr txBox="1"/>
          <p:nvPr/>
        </p:nvSpPr>
        <p:spPr>
          <a:xfrm>
            <a:off x="811713" y="3581293"/>
            <a:ext cx="399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Effect</a:t>
            </a:r>
          </a:p>
        </p:txBody>
      </p:sp>
      <p:sp>
        <p:nvSpPr>
          <p:cNvPr id="2275" name="TextBox 2274">
            <a:extLst>
              <a:ext uri="{FF2B5EF4-FFF2-40B4-BE49-F238E27FC236}">
                <a16:creationId xmlns:a16="http://schemas.microsoft.com/office/drawing/2014/main" id="{236772D8-DD59-6B5A-473E-3435B3A2FE00}"/>
              </a:ext>
            </a:extLst>
          </p:cNvPr>
          <p:cNvSpPr txBox="1"/>
          <p:nvPr/>
        </p:nvSpPr>
        <p:spPr>
          <a:xfrm>
            <a:off x="754656" y="4196249"/>
            <a:ext cx="5537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Occurance</a:t>
            </a:r>
          </a:p>
        </p:txBody>
      </p:sp>
      <p:cxnSp>
        <p:nvCxnSpPr>
          <p:cNvPr id="2276" name="Straight Connector 2275">
            <a:extLst>
              <a:ext uri="{FF2B5EF4-FFF2-40B4-BE49-F238E27FC236}">
                <a16:creationId xmlns:a16="http://schemas.microsoft.com/office/drawing/2014/main" id="{2468A6A0-97BF-C610-7399-6D2F7E10AF58}"/>
              </a:ext>
            </a:extLst>
          </p:cNvPr>
          <p:cNvCxnSpPr>
            <a:cxnSpLocks/>
          </p:cNvCxnSpPr>
          <p:nvPr/>
        </p:nvCxnSpPr>
        <p:spPr>
          <a:xfrm flipH="1">
            <a:off x="804994" y="4340238"/>
            <a:ext cx="1294077" cy="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8" name="Straight Connector 2277">
            <a:extLst>
              <a:ext uri="{FF2B5EF4-FFF2-40B4-BE49-F238E27FC236}">
                <a16:creationId xmlns:a16="http://schemas.microsoft.com/office/drawing/2014/main" id="{A207176E-D8BF-6CDB-4BAA-AC7AE293595F}"/>
              </a:ext>
            </a:extLst>
          </p:cNvPr>
          <p:cNvCxnSpPr>
            <a:cxnSpLocks/>
          </p:cNvCxnSpPr>
          <p:nvPr/>
        </p:nvCxnSpPr>
        <p:spPr>
          <a:xfrm flipH="1">
            <a:off x="795635" y="5349594"/>
            <a:ext cx="1188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9" name="Straight Connector 2278">
            <a:extLst>
              <a:ext uri="{FF2B5EF4-FFF2-40B4-BE49-F238E27FC236}">
                <a16:creationId xmlns:a16="http://schemas.microsoft.com/office/drawing/2014/main" id="{D9365DA4-8D35-3AB2-584A-EFC8965E0EA5}"/>
              </a:ext>
            </a:extLst>
          </p:cNvPr>
          <p:cNvCxnSpPr>
            <a:cxnSpLocks/>
          </p:cNvCxnSpPr>
          <p:nvPr/>
        </p:nvCxnSpPr>
        <p:spPr>
          <a:xfrm flipH="1">
            <a:off x="804994" y="4215501"/>
            <a:ext cx="1294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Straight Connector 2279">
            <a:extLst>
              <a:ext uri="{FF2B5EF4-FFF2-40B4-BE49-F238E27FC236}">
                <a16:creationId xmlns:a16="http://schemas.microsoft.com/office/drawing/2014/main" id="{1591836B-A94E-F815-9DCA-4C10F9A7F78A}"/>
              </a:ext>
            </a:extLst>
          </p:cNvPr>
          <p:cNvCxnSpPr>
            <a:cxnSpLocks/>
          </p:cNvCxnSpPr>
          <p:nvPr/>
        </p:nvCxnSpPr>
        <p:spPr>
          <a:xfrm flipH="1">
            <a:off x="808169" y="3729724"/>
            <a:ext cx="1290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1" name="Straight Connector 2280">
            <a:extLst>
              <a:ext uri="{FF2B5EF4-FFF2-40B4-BE49-F238E27FC236}">
                <a16:creationId xmlns:a16="http://schemas.microsoft.com/office/drawing/2014/main" id="{79A9BDF9-5476-78B7-2AAE-AC266F0DA578}"/>
              </a:ext>
            </a:extLst>
          </p:cNvPr>
          <p:cNvCxnSpPr>
            <a:cxnSpLocks/>
          </p:cNvCxnSpPr>
          <p:nvPr/>
        </p:nvCxnSpPr>
        <p:spPr>
          <a:xfrm flipH="1">
            <a:off x="808169" y="3599549"/>
            <a:ext cx="11687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2" name="Straight Connector 2281">
            <a:extLst>
              <a:ext uri="{FF2B5EF4-FFF2-40B4-BE49-F238E27FC236}">
                <a16:creationId xmlns:a16="http://schemas.microsoft.com/office/drawing/2014/main" id="{947BC2E9-744D-8547-DDC6-57E65C1D24B6}"/>
              </a:ext>
            </a:extLst>
          </p:cNvPr>
          <p:cNvCxnSpPr>
            <a:cxnSpLocks/>
          </p:cNvCxnSpPr>
          <p:nvPr/>
        </p:nvCxnSpPr>
        <p:spPr>
          <a:xfrm flipV="1">
            <a:off x="1809945" y="3600749"/>
            <a:ext cx="0" cy="1864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3" name="Straight Connector 2282">
            <a:extLst>
              <a:ext uri="{FF2B5EF4-FFF2-40B4-BE49-F238E27FC236}">
                <a16:creationId xmlns:a16="http://schemas.microsoft.com/office/drawing/2014/main" id="{DC9CF10B-CF51-D1B2-6EF4-B990E8264B57}"/>
              </a:ext>
            </a:extLst>
          </p:cNvPr>
          <p:cNvCxnSpPr>
            <a:cxnSpLocks/>
          </p:cNvCxnSpPr>
          <p:nvPr/>
        </p:nvCxnSpPr>
        <p:spPr>
          <a:xfrm flipH="1">
            <a:off x="807375" y="4938609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4" name="Straight Connector 2283">
            <a:extLst>
              <a:ext uri="{FF2B5EF4-FFF2-40B4-BE49-F238E27FC236}">
                <a16:creationId xmlns:a16="http://schemas.microsoft.com/office/drawing/2014/main" id="{A75DF4E9-6EA6-8A15-FDAA-7144DCA2F720}"/>
              </a:ext>
            </a:extLst>
          </p:cNvPr>
          <p:cNvCxnSpPr>
            <a:cxnSpLocks/>
          </p:cNvCxnSpPr>
          <p:nvPr/>
        </p:nvCxnSpPr>
        <p:spPr>
          <a:xfrm flipH="1">
            <a:off x="807375" y="4808434"/>
            <a:ext cx="1291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5" name="TextBox 2284">
            <a:extLst>
              <a:ext uri="{FF2B5EF4-FFF2-40B4-BE49-F238E27FC236}">
                <a16:creationId xmlns:a16="http://schemas.microsoft.com/office/drawing/2014/main" id="{B5A93276-E824-E354-F89E-CC93946BEE0D}"/>
              </a:ext>
            </a:extLst>
          </p:cNvPr>
          <p:cNvSpPr txBox="1"/>
          <p:nvPr/>
        </p:nvSpPr>
        <p:spPr>
          <a:xfrm>
            <a:off x="1790416" y="3581293"/>
            <a:ext cx="22341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S</a:t>
            </a:r>
            <a:endParaRPr lang="nb-NO" sz="600" dirty="0"/>
          </a:p>
        </p:txBody>
      </p:sp>
      <p:sp>
        <p:nvSpPr>
          <p:cNvPr id="2286" name="TextBox 2285">
            <a:extLst>
              <a:ext uri="{FF2B5EF4-FFF2-40B4-BE49-F238E27FC236}">
                <a16:creationId xmlns:a16="http://schemas.microsoft.com/office/drawing/2014/main" id="{E30A0225-FA4C-8A92-3014-011DF14607A9}"/>
              </a:ext>
            </a:extLst>
          </p:cNvPr>
          <p:cNvSpPr txBox="1"/>
          <p:nvPr/>
        </p:nvSpPr>
        <p:spPr>
          <a:xfrm>
            <a:off x="1783005" y="4195771"/>
            <a:ext cx="2304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O</a:t>
            </a:r>
            <a:endParaRPr lang="nb-NO" sz="600" dirty="0"/>
          </a:p>
        </p:txBody>
      </p:sp>
      <p:cxnSp>
        <p:nvCxnSpPr>
          <p:cNvPr id="2287" name="Straight Connector 2286">
            <a:extLst>
              <a:ext uri="{FF2B5EF4-FFF2-40B4-BE49-F238E27FC236}">
                <a16:creationId xmlns:a16="http://schemas.microsoft.com/office/drawing/2014/main" id="{95DAE168-8587-7E7A-E95B-28040DBA006C}"/>
              </a:ext>
            </a:extLst>
          </p:cNvPr>
          <p:cNvCxnSpPr>
            <a:cxnSpLocks/>
          </p:cNvCxnSpPr>
          <p:nvPr/>
        </p:nvCxnSpPr>
        <p:spPr>
          <a:xfrm>
            <a:off x="821674" y="3896575"/>
            <a:ext cx="127739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Straight Connector 2287">
            <a:extLst>
              <a:ext uri="{FF2B5EF4-FFF2-40B4-BE49-F238E27FC236}">
                <a16:creationId xmlns:a16="http://schemas.microsoft.com/office/drawing/2014/main" id="{0B1BF254-E2DD-AD1A-C22C-33F35B3963CB}"/>
              </a:ext>
            </a:extLst>
          </p:cNvPr>
          <p:cNvCxnSpPr>
            <a:cxnSpLocks/>
          </p:cNvCxnSpPr>
          <p:nvPr/>
        </p:nvCxnSpPr>
        <p:spPr>
          <a:xfrm>
            <a:off x="821674" y="4044210"/>
            <a:ext cx="1277397" cy="47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9" name="Straight Connector 2288">
            <a:extLst>
              <a:ext uri="{FF2B5EF4-FFF2-40B4-BE49-F238E27FC236}">
                <a16:creationId xmlns:a16="http://schemas.microsoft.com/office/drawing/2014/main" id="{A85D2F70-DF5F-0791-7CEB-FD48EAB28A74}"/>
              </a:ext>
            </a:extLst>
          </p:cNvPr>
          <p:cNvCxnSpPr>
            <a:cxnSpLocks/>
            <a:endCxn id="2302" idx="3"/>
          </p:cNvCxnSpPr>
          <p:nvPr/>
        </p:nvCxnSpPr>
        <p:spPr>
          <a:xfrm>
            <a:off x="803874" y="4527689"/>
            <a:ext cx="1297995" cy="15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0" name="Straight Connector 2289">
            <a:extLst>
              <a:ext uri="{FF2B5EF4-FFF2-40B4-BE49-F238E27FC236}">
                <a16:creationId xmlns:a16="http://schemas.microsoft.com/office/drawing/2014/main" id="{BF1211F1-43CF-4149-0ED1-5E53C1EF535C}"/>
              </a:ext>
            </a:extLst>
          </p:cNvPr>
          <p:cNvCxnSpPr>
            <a:cxnSpLocks/>
          </p:cNvCxnSpPr>
          <p:nvPr/>
        </p:nvCxnSpPr>
        <p:spPr>
          <a:xfrm>
            <a:off x="803874" y="4675324"/>
            <a:ext cx="1295197" cy="53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1" name="Straight Connector 2290">
            <a:extLst>
              <a:ext uri="{FF2B5EF4-FFF2-40B4-BE49-F238E27FC236}">
                <a16:creationId xmlns:a16="http://schemas.microsoft.com/office/drawing/2014/main" id="{12D8071D-641D-19DE-C318-7A7C0F63096E}"/>
              </a:ext>
            </a:extLst>
          </p:cNvPr>
          <p:cNvCxnSpPr>
            <a:cxnSpLocks/>
          </p:cNvCxnSpPr>
          <p:nvPr/>
        </p:nvCxnSpPr>
        <p:spPr>
          <a:xfrm>
            <a:off x="820554" y="5089449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2" name="Straight Connector 2291">
            <a:extLst>
              <a:ext uri="{FF2B5EF4-FFF2-40B4-BE49-F238E27FC236}">
                <a16:creationId xmlns:a16="http://schemas.microsoft.com/office/drawing/2014/main" id="{73DD2C2B-A279-10A4-9E80-01C8F72415EC}"/>
              </a:ext>
            </a:extLst>
          </p:cNvPr>
          <p:cNvCxnSpPr>
            <a:cxnSpLocks/>
          </p:cNvCxnSpPr>
          <p:nvPr/>
        </p:nvCxnSpPr>
        <p:spPr>
          <a:xfrm>
            <a:off x="820554" y="5222336"/>
            <a:ext cx="127851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3" name="Rectangle 2292">
            <a:extLst>
              <a:ext uri="{FF2B5EF4-FFF2-40B4-BE49-F238E27FC236}">
                <a16:creationId xmlns:a16="http://schemas.microsoft.com/office/drawing/2014/main" id="{37DB4E94-F8A6-D68F-3D10-66DB674CEFE0}"/>
              </a:ext>
            </a:extLst>
          </p:cNvPr>
          <p:cNvSpPr/>
          <p:nvPr/>
        </p:nvSpPr>
        <p:spPr>
          <a:xfrm>
            <a:off x="1817014" y="5359529"/>
            <a:ext cx="156688" cy="947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94" name="TextBox 2293">
            <a:extLst>
              <a:ext uri="{FF2B5EF4-FFF2-40B4-BE49-F238E27FC236}">
                <a16:creationId xmlns:a16="http://schemas.microsoft.com/office/drawing/2014/main" id="{ABD3CAB6-A925-FAE2-1A2B-ED26FA1036D9}"/>
              </a:ext>
            </a:extLst>
          </p:cNvPr>
          <p:cNvSpPr txBox="1"/>
          <p:nvPr/>
        </p:nvSpPr>
        <p:spPr>
          <a:xfrm>
            <a:off x="1769576" y="5310643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M</a:t>
            </a:r>
            <a:r>
              <a:rPr lang="nb-NO" sz="600" dirty="0"/>
              <a:t> </a:t>
            </a:r>
          </a:p>
        </p:txBody>
      </p:sp>
      <p:sp>
        <p:nvSpPr>
          <p:cNvPr id="2296" name="TextBox 2295">
            <a:extLst>
              <a:ext uri="{FF2B5EF4-FFF2-40B4-BE49-F238E27FC236}">
                <a16:creationId xmlns:a16="http://schemas.microsoft.com/office/drawing/2014/main" id="{1A644CF9-0DE0-96ED-CB70-63FF248801FA}"/>
              </a:ext>
            </a:extLst>
          </p:cNvPr>
          <p:cNvSpPr txBox="1"/>
          <p:nvPr/>
        </p:nvSpPr>
        <p:spPr>
          <a:xfrm>
            <a:off x="1499296" y="4049345"/>
            <a:ext cx="3334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97" name="TextBox 2296">
            <a:extLst>
              <a:ext uri="{FF2B5EF4-FFF2-40B4-BE49-F238E27FC236}">
                <a16:creationId xmlns:a16="http://schemas.microsoft.com/office/drawing/2014/main" id="{72134ABA-EBCA-4E1C-BC68-0E3C8AEA766A}"/>
              </a:ext>
            </a:extLst>
          </p:cNvPr>
          <p:cNvSpPr txBox="1"/>
          <p:nvPr/>
        </p:nvSpPr>
        <p:spPr>
          <a:xfrm>
            <a:off x="1794675" y="4652218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2298" name="TextBox 2297">
            <a:extLst>
              <a:ext uri="{FF2B5EF4-FFF2-40B4-BE49-F238E27FC236}">
                <a16:creationId xmlns:a16="http://schemas.microsoft.com/office/drawing/2014/main" id="{50F5726A-FABF-C37D-CD65-FD9B4AA5C545}"/>
              </a:ext>
            </a:extLst>
          </p:cNvPr>
          <p:cNvSpPr txBox="1"/>
          <p:nvPr/>
        </p:nvSpPr>
        <p:spPr>
          <a:xfrm>
            <a:off x="1515940" y="4651648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299" name="TextBox 2298">
            <a:extLst>
              <a:ext uri="{FF2B5EF4-FFF2-40B4-BE49-F238E27FC236}">
                <a16:creationId xmlns:a16="http://schemas.microsoft.com/office/drawing/2014/main" id="{83A8B6A7-85A7-3A60-DA72-6BD0BD7F18DF}"/>
              </a:ext>
            </a:extLst>
          </p:cNvPr>
          <p:cNvSpPr txBox="1"/>
          <p:nvPr/>
        </p:nvSpPr>
        <p:spPr>
          <a:xfrm>
            <a:off x="1765151" y="404898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00" name="TextBox 2299">
            <a:extLst>
              <a:ext uri="{FF2B5EF4-FFF2-40B4-BE49-F238E27FC236}">
                <a16:creationId xmlns:a16="http://schemas.microsoft.com/office/drawing/2014/main" id="{782077EB-5C00-C59E-3B5F-0A687B87C10F}"/>
              </a:ext>
            </a:extLst>
          </p:cNvPr>
          <p:cNvSpPr txBox="1"/>
          <p:nvPr/>
        </p:nvSpPr>
        <p:spPr>
          <a:xfrm>
            <a:off x="767467" y="4342320"/>
            <a:ext cx="944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Daily Kamishibai 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02" name="Rectangle 2301">
            <a:extLst>
              <a:ext uri="{FF2B5EF4-FFF2-40B4-BE49-F238E27FC236}">
                <a16:creationId xmlns:a16="http://schemas.microsoft.com/office/drawing/2014/main" id="{97CCF205-9016-E098-E052-9D6A838C7D3B}"/>
              </a:ext>
            </a:extLst>
          </p:cNvPr>
          <p:cNvSpPr/>
          <p:nvPr/>
        </p:nvSpPr>
        <p:spPr>
          <a:xfrm>
            <a:off x="1985381" y="3596930"/>
            <a:ext cx="116488" cy="1864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3" name="Rectangle 2302">
            <a:extLst>
              <a:ext uri="{FF2B5EF4-FFF2-40B4-BE49-F238E27FC236}">
                <a16:creationId xmlns:a16="http://schemas.microsoft.com/office/drawing/2014/main" id="{FCF95B85-F5DF-BE66-903F-0192FD87ED23}"/>
              </a:ext>
            </a:extLst>
          </p:cNvPr>
          <p:cNvSpPr/>
          <p:nvPr/>
        </p:nvSpPr>
        <p:spPr>
          <a:xfrm>
            <a:off x="1812912" y="3190101"/>
            <a:ext cx="172056" cy="406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4" name="Rectangle 2303">
            <a:extLst>
              <a:ext uri="{FF2B5EF4-FFF2-40B4-BE49-F238E27FC236}">
                <a16:creationId xmlns:a16="http://schemas.microsoft.com/office/drawing/2014/main" id="{841553AE-E93A-BE77-0102-B30B5F9F7350}"/>
              </a:ext>
            </a:extLst>
          </p:cNvPr>
          <p:cNvSpPr/>
          <p:nvPr/>
        </p:nvSpPr>
        <p:spPr>
          <a:xfrm>
            <a:off x="1986674" y="3192390"/>
            <a:ext cx="115179" cy="4030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5" name="TextBox 2304">
            <a:extLst>
              <a:ext uri="{FF2B5EF4-FFF2-40B4-BE49-F238E27FC236}">
                <a16:creationId xmlns:a16="http://schemas.microsoft.com/office/drawing/2014/main" id="{8258B3E1-7F00-1E2B-BBE0-4EB9FBE89E05}"/>
              </a:ext>
            </a:extLst>
          </p:cNvPr>
          <p:cNvSpPr txBox="1"/>
          <p:nvPr/>
        </p:nvSpPr>
        <p:spPr>
          <a:xfrm rot="16200000">
            <a:off x="1654504" y="3284600"/>
            <a:ext cx="4655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Planned</a:t>
            </a:r>
          </a:p>
        </p:txBody>
      </p:sp>
      <p:sp>
        <p:nvSpPr>
          <p:cNvPr id="2306" name="TextBox 2305">
            <a:extLst>
              <a:ext uri="{FF2B5EF4-FFF2-40B4-BE49-F238E27FC236}">
                <a16:creationId xmlns:a16="http://schemas.microsoft.com/office/drawing/2014/main" id="{DC93CA64-3740-5391-4D94-25738294A702}"/>
              </a:ext>
            </a:extLst>
          </p:cNvPr>
          <p:cNvSpPr txBox="1"/>
          <p:nvPr/>
        </p:nvSpPr>
        <p:spPr>
          <a:xfrm rot="16200000">
            <a:off x="1747428" y="3288575"/>
            <a:ext cx="5802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Implemented</a:t>
            </a:r>
          </a:p>
        </p:txBody>
      </p:sp>
      <p:sp>
        <p:nvSpPr>
          <p:cNvPr id="2307" name="Rectangle 2306">
            <a:extLst>
              <a:ext uri="{FF2B5EF4-FFF2-40B4-BE49-F238E27FC236}">
                <a16:creationId xmlns:a16="http://schemas.microsoft.com/office/drawing/2014/main" id="{5B6DAA21-3BED-D105-39E2-C2FBC3DAA26B}"/>
              </a:ext>
            </a:extLst>
          </p:cNvPr>
          <p:cNvSpPr/>
          <p:nvPr/>
        </p:nvSpPr>
        <p:spPr>
          <a:xfrm>
            <a:off x="1982583" y="5360693"/>
            <a:ext cx="116488" cy="94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08" name="TextBox 2307">
            <a:extLst>
              <a:ext uri="{FF2B5EF4-FFF2-40B4-BE49-F238E27FC236}">
                <a16:creationId xmlns:a16="http://schemas.microsoft.com/office/drawing/2014/main" id="{5F925735-75E8-CF59-101A-8A39911E9276}"/>
              </a:ext>
            </a:extLst>
          </p:cNvPr>
          <p:cNvSpPr txBox="1"/>
          <p:nvPr/>
        </p:nvSpPr>
        <p:spPr>
          <a:xfrm>
            <a:off x="1927663" y="5312279"/>
            <a:ext cx="2790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" dirty="0"/>
              <a:t>H</a:t>
            </a:r>
            <a:r>
              <a:rPr lang="nb-NO" sz="600" dirty="0"/>
              <a:t> </a:t>
            </a:r>
          </a:p>
        </p:txBody>
      </p:sp>
      <p:sp>
        <p:nvSpPr>
          <p:cNvPr id="2309" name="TextBox 2308">
            <a:extLst>
              <a:ext uri="{FF2B5EF4-FFF2-40B4-BE49-F238E27FC236}">
                <a16:creationId xmlns:a16="http://schemas.microsoft.com/office/drawing/2014/main" id="{4E94C871-B702-F907-63E4-227AC68DBFF4}"/>
              </a:ext>
            </a:extLst>
          </p:cNvPr>
          <p:cNvSpPr txBox="1"/>
          <p:nvPr/>
        </p:nvSpPr>
        <p:spPr>
          <a:xfrm>
            <a:off x="1784396" y="4342199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310" name="TextBox 2309">
            <a:extLst>
              <a:ext uri="{FF2B5EF4-FFF2-40B4-BE49-F238E27FC236}">
                <a16:creationId xmlns:a16="http://schemas.microsoft.com/office/drawing/2014/main" id="{A5AB3D50-5D28-C290-D177-C2F7EDFEF9F1}"/>
              </a:ext>
            </a:extLst>
          </p:cNvPr>
          <p:cNvSpPr txBox="1"/>
          <p:nvPr/>
        </p:nvSpPr>
        <p:spPr>
          <a:xfrm>
            <a:off x="786344" y="3731714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Surface where clipped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11" name="TextBox 2310">
            <a:extLst>
              <a:ext uri="{FF2B5EF4-FFF2-40B4-BE49-F238E27FC236}">
                <a16:creationId xmlns:a16="http://schemas.microsoft.com/office/drawing/2014/main" id="{1989717E-231B-3365-F18D-2F507EAF7692}"/>
              </a:ext>
            </a:extLst>
          </p:cNvPr>
          <p:cNvSpPr txBox="1"/>
          <p:nvPr/>
        </p:nvSpPr>
        <p:spPr>
          <a:xfrm>
            <a:off x="1784608" y="3725212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7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12" name="TextBox 2311">
            <a:extLst>
              <a:ext uri="{FF2B5EF4-FFF2-40B4-BE49-F238E27FC236}">
                <a16:creationId xmlns:a16="http://schemas.microsoft.com/office/drawing/2014/main" id="{7F33FCCD-10DC-FCC9-7C30-0A26D98B2004}"/>
              </a:ext>
            </a:extLst>
          </p:cNvPr>
          <p:cNvSpPr txBox="1"/>
          <p:nvPr/>
        </p:nvSpPr>
        <p:spPr>
          <a:xfrm>
            <a:off x="787049" y="3893618"/>
            <a:ext cx="1079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Global hole position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13" name="TextBox 2312">
            <a:extLst>
              <a:ext uri="{FF2B5EF4-FFF2-40B4-BE49-F238E27FC236}">
                <a16:creationId xmlns:a16="http://schemas.microsoft.com/office/drawing/2014/main" id="{0A65A99B-26A3-246E-7A9D-A55275316D35}"/>
              </a:ext>
            </a:extLst>
          </p:cNvPr>
          <p:cNvSpPr txBox="1"/>
          <p:nvPr/>
        </p:nvSpPr>
        <p:spPr>
          <a:xfrm>
            <a:off x="1780198" y="3886493"/>
            <a:ext cx="34717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5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16" name="TextBox 2315">
            <a:extLst>
              <a:ext uri="{FF2B5EF4-FFF2-40B4-BE49-F238E27FC236}">
                <a16:creationId xmlns:a16="http://schemas.microsoft.com/office/drawing/2014/main" id="{96453061-B0CA-EE9C-650D-550A4C4831CB}"/>
              </a:ext>
            </a:extLst>
          </p:cNvPr>
          <p:cNvSpPr txBox="1"/>
          <p:nvPr/>
        </p:nvSpPr>
        <p:spPr>
          <a:xfrm>
            <a:off x="1502719" y="5217454"/>
            <a:ext cx="33759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SUM</a:t>
            </a:r>
            <a:endParaRPr lang="nb-NO" sz="400" dirty="0">
              <a:solidFill>
                <a:schemeClr val="accent1"/>
              </a:solidFill>
            </a:endParaRPr>
          </a:p>
        </p:txBody>
      </p:sp>
      <p:sp>
        <p:nvSpPr>
          <p:cNvPr id="2317" name="TextBox 2316">
            <a:extLst>
              <a:ext uri="{FF2B5EF4-FFF2-40B4-BE49-F238E27FC236}">
                <a16:creationId xmlns:a16="http://schemas.microsoft.com/office/drawing/2014/main" id="{5A2A04FF-3D33-4413-3C85-A9F0A67BB1C0}"/>
              </a:ext>
            </a:extLst>
          </p:cNvPr>
          <p:cNvSpPr txBox="1"/>
          <p:nvPr/>
        </p:nvSpPr>
        <p:spPr>
          <a:xfrm>
            <a:off x="1785058" y="5210985"/>
            <a:ext cx="2591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2320" name="Rectangle 2319">
            <a:extLst>
              <a:ext uri="{FF2B5EF4-FFF2-40B4-BE49-F238E27FC236}">
                <a16:creationId xmlns:a16="http://schemas.microsoft.com/office/drawing/2014/main" id="{F8339F98-75F8-D2CC-279D-54398F3DBBA8}"/>
              </a:ext>
            </a:extLst>
          </p:cNvPr>
          <p:cNvSpPr/>
          <p:nvPr/>
        </p:nvSpPr>
        <p:spPr>
          <a:xfrm>
            <a:off x="2371514" y="2729048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1" name="Rectangle 2320">
            <a:extLst>
              <a:ext uri="{FF2B5EF4-FFF2-40B4-BE49-F238E27FC236}">
                <a16:creationId xmlns:a16="http://schemas.microsoft.com/office/drawing/2014/main" id="{8DF7A5D5-6731-30B1-0D1F-1F45473C83BD}"/>
              </a:ext>
            </a:extLst>
          </p:cNvPr>
          <p:cNvSpPr/>
          <p:nvPr/>
        </p:nvSpPr>
        <p:spPr>
          <a:xfrm>
            <a:off x="3160057" y="2729047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2" name="Rectangle 2321">
            <a:extLst>
              <a:ext uri="{FF2B5EF4-FFF2-40B4-BE49-F238E27FC236}">
                <a16:creationId xmlns:a16="http://schemas.microsoft.com/office/drawing/2014/main" id="{5254DD88-B91C-4764-A632-82EF228CCC94}"/>
              </a:ext>
            </a:extLst>
          </p:cNvPr>
          <p:cNvSpPr/>
          <p:nvPr/>
        </p:nvSpPr>
        <p:spPr>
          <a:xfrm>
            <a:off x="2371514" y="2608398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3" name="Rectangle 2322">
            <a:extLst>
              <a:ext uri="{FF2B5EF4-FFF2-40B4-BE49-F238E27FC236}">
                <a16:creationId xmlns:a16="http://schemas.microsoft.com/office/drawing/2014/main" id="{DC45C9D5-2338-4A22-2DB2-B14E8ACB2340}"/>
              </a:ext>
            </a:extLst>
          </p:cNvPr>
          <p:cNvSpPr/>
          <p:nvPr/>
        </p:nvSpPr>
        <p:spPr>
          <a:xfrm>
            <a:off x="2371514" y="3095692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4" name="Rectangle 2323">
            <a:extLst>
              <a:ext uri="{FF2B5EF4-FFF2-40B4-BE49-F238E27FC236}">
                <a16:creationId xmlns:a16="http://schemas.microsoft.com/office/drawing/2014/main" id="{8F64913E-C4D4-1272-B6CC-A5A34BC944AE}"/>
              </a:ext>
            </a:extLst>
          </p:cNvPr>
          <p:cNvSpPr/>
          <p:nvPr/>
        </p:nvSpPr>
        <p:spPr>
          <a:xfrm>
            <a:off x="3160058" y="273137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5" name="Rectangle 2324">
            <a:extLst>
              <a:ext uri="{FF2B5EF4-FFF2-40B4-BE49-F238E27FC236}">
                <a16:creationId xmlns:a16="http://schemas.microsoft.com/office/drawing/2014/main" id="{525F4918-692D-3932-65E6-6D90557BC553}"/>
              </a:ext>
            </a:extLst>
          </p:cNvPr>
          <p:cNvSpPr/>
          <p:nvPr/>
        </p:nvSpPr>
        <p:spPr>
          <a:xfrm>
            <a:off x="3160057" y="2852057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6" name="Rectangle 2325">
            <a:extLst>
              <a:ext uri="{FF2B5EF4-FFF2-40B4-BE49-F238E27FC236}">
                <a16:creationId xmlns:a16="http://schemas.microsoft.com/office/drawing/2014/main" id="{8E631825-4F84-F78E-1783-E14E25CC05F8}"/>
              </a:ext>
            </a:extLst>
          </p:cNvPr>
          <p:cNvSpPr/>
          <p:nvPr/>
        </p:nvSpPr>
        <p:spPr>
          <a:xfrm>
            <a:off x="3160057" y="2972736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27" name="TextBox 2326">
            <a:extLst>
              <a:ext uri="{FF2B5EF4-FFF2-40B4-BE49-F238E27FC236}">
                <a16:creationId xmlns:a16="http://schemas.microsoft.com/office/drawing/2014/main" id="{9626332B-A9AA-2F80-36F9-FDC9343E67D8}"/>
              </a:ext>
            </a:extLst>
          </p:cNvPr>
          <p:cNvSpPr txBox="1"/>
          <p:nvPr/>
        </p:nvSpPr>
        <p:spPr>
          <a:xfrm>
            <a:off x="2650258" y="2946741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328" name="Straight Connector 2327">
            <a:extLst>
              <a:ext uri="{FF2B5EF4-FFF2-40B4-BE49-F238E27FC236}">
                <a16:creationId xmlns:a16="http://schemas.microsoft.com/office/drawing/2014/main" id="{313A2ACE-48BE-A537-ED19-38AC5B6B0909}"/>
              </a:ext>
            </a:extLst>
          </p:cNvPr>
          <p:cNvCxnSpPr>
            <a:cxnSpLocks/>
          </p:cNvCxnSpPr>
          <p:nvPr/>
        </p:nvCxnSpPr>
        <p:spPr>
          <a:xfrm>
            <a:off x="2566042" y="309569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9" name="Straight Connector 2328">
            <a:extLst>
              <a:ext uri="{FF2B5EF4-FFF2-40B4-BE49-F238E27FC236}">
                <a16:creationId xmlns:a16="http://schemas.microsoft.com/office/drawing/2014/main" id="{15F9D162-72B5-CE09-C50B-6CED5BDC7AE8}"/>
              </a:ext>
            </a:extLst>
          </p:cNvPr>
          <p:cNvCxnSpPr>
            <a:cxnSpLocks/>
          </p:cNvCxnSpPr>
          <p:nvPr/>
        </p:nvCxnSpPr>
        <p:spPr>
          <a:xfrm>
            <a:off x="2747017" y="30956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0" name="Straight Connector 2329">
            <a:extLst>
              <a:ext uri="{FF2B5EF4-FFF2-40B4-BE49-F238E27FC236}">
                <a16:creationId xmlns:a16="http://schemas.microsoft.com/office/drawing/2014/main" id="{2CC40431-3B30-D900-9EEB-DD2A8085877D}"/>
              </a:ext>
            </a:extLst>
          </p:cNvPr>
          <p:cNvCxnSpPr>
            <a:cxnSpLocks/>
          </p:cNvCxnSpPr>
          <p:nvPr/>
        </p:nvCxnSpPr>
        <p:spPr>
          <a:xfrm>
            <a:off x="2877984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Straight Connector 2330">
            <a:extLst>
              <a:ext uri="{FF2B5EF4-FFF2-40B4-BE49-F238E27FC236}">
                <a16:creationId xmlns:a16="http://schemas.microsoft.com/office/drawing/2014/main" id="{A3845380-25B8-5990-B63C-140C405859FB}"/>
              </a:ext>
            </a:extLst>
          </p:cNvPr>
          <p:cNvCxnSpPr>
            <a:cxnSpLocks/>
          </p:cNvCxnSpPr>
          <p:nvPr/>
        </p:nvCxnSpPr>
        <p:spPr>
          <a:xfrm>
            <a:off x="3006568" y="30956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2" name="TextBox 2331">
            <a:extLst>
              <a:ext uri="{FF2B5EF4-FFF2-40B4-BE49-F238E27FC236}">
                <a16:creationId xmlns:a16="http://schemas.microsoft.com/office/drawing/2014/main" id="{E702D90A-6E5F-165A-1509-67D22F7F3B9C}"/>
              </a:ext>
            </a:extLst>
          </p:cNvPr>
          <p:cNvSpPr txBox="1"/>
          <p:nvPr/>
        </p:nvSpPr>
        <p:spPr>
          <a:xfrm>
            <a:off x="3080275" y="2715912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333" name="TextBox 2332">
            <a:extLst>
              <a:ext uri="{FF2B5EF4-FFF2-40B4-BE49-F238E27FC236}">
                <a16:creationId xmlns:a16="http://schemas.microsoft.com/office/drawing/2014/main" id="{69AB66A8-2804-76AC-4C06-5BFCDBD0AFEE}"/>
              </a:ext>
            </a:extLst>
          </p:cNvPr>
          <p:cNvSpPr txBox="1"/>
          <p:nvPr/>
        </p:nvSpPr>
        <p:spPr>
          <a:xfrm>
            <a:off x="3119730" y="2835698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334" name="TextBox 2333">
            <a:extLst>
              <a:ext uri="{FF2B5EF4-FFF2-40B4-BE49-F238E27FC236}">
                <a16:creationId xmlns:a16="http://schemas.microsoft.com/office/drawing/2014/main" id="{3394AC49-61A6-22DC-16A9-E2B1984D0C7A}"/>
              </a:ext>
            </a:extLst>
          </p:cNvPr>
          <p:cNvSpPr txBox="1"/>
          <p:nvPr/>
        </p:nvSpPr>
        <p:spPr>
          <a:xfrm>
            <a:off x="3090062" y="2957952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335" name="TextBox 2334">
            <a:extLst>
              <a:ext uri="{FF2B5EF4-FFF2-40B4-BE49-F238E27FC236}">
                <a16:creationId xmlns:a16="http://schemas.microsoft.com/office/drawing/2014/main" id="{DFC92CC3-4186-915F-0168-6864A124754C}"/>
              </a:ext>
            </a:extLst>
          </p:cNvPr>
          <p:cNvSpPr txBox="1"/>
          <p:nvPr/>
        </p:nvSpPr>
        <p:spPr>
          <a:xfrm>
            <a:off x="3151563" y="3073088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336" name="Rectangle 2335">
            <a:extLst>
              <a:ext uri="{FF2B5EF4-FFF2-40B4-BE49-F238E27FC236}">
                <a16:creationId xmlns:a16="http://schemas.microsoft.com/office/drawing/2014/main" id="{8993720E-2BF4-AE25-5BA1-25AB7A8942EA}"/>
              </a:ext>
            </a:extLst>
          </p:cNvPr>
          <p:cNvSpPr/>
          <p:nvPr/>
        </p:nvSpPr>
        <p:spPr>
          <a:xfrm>
            <a:off x="3160057" y="3099139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7" name="Rectangle 2336">
            <a:extLst>
              <a:ext uri="{FF2B5EF4-FFF2-40B4-BE49-F238E27FC236}">
                <a16:creationId xmlns:a16="http://schemas.microsoft.com/office/drawing/2014/main" id="{D6B1C5C5-5C22-3E42-4F25-FCDB7FF4AE20}"/>
              </a:ext>
            </a:extLst>
          </p:cNvPr>
          <p:cNvSpPr/>
          <p:nvPr/>
        </p:nvSpPr>
        <p:spPr>
          <a:xfrm>
            <a:off x="3383708" y="2851488"/>
            <a:ext cx="131193" cy="122956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8" name="Rectangle 2337">
            <a:extLst>
              <a:ext uri="{FF2B5EF4-FFF2-40B4-BE49-F238E27FC236}">
                <a16:creationId xmlns:a16="http://schemas.microsoft.com/office/drawing/2014/main" id="{666BB752-4FFD-8E54-51ED-18B81CEBF35D}"/>
              </a:ext>
            </a:extLst>
          </p:cNvPr>
          <p:cNvSpPr/>
          <p:nvPr/>
        </p:nvSpPr>
        <p:spPr>
          <a:xfrm>
            <a:off x="3383706" y="297531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39" name="TextBox 2338">
            <a:extLst>
              <a:ext uri="{FF2B5EF4-FFF2-40B4-BE49-F238E27FC236}">
                <a16:creationId xmlns:a16="http://schemas.microsoft.com/office/drawing/2014/main" id="{B44CECD2-0F83-089C-ED8B-D388B92A40A2}"/>
              </a:ext>
            </a:extLst>
          </p:cNvPr>
          <p:cNvSpPr txBox="1"/>
          <p:nvPr/>
        </p:nvSpPr>
        <p:spPr>
          <a:xfrm>
            <a:off x="3377748" y="2838282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340" name="Rectangle 2339">
            <a:extLst>
              <a:ext uri="{FF2B5EF4-FFF2-40B4-BE49-F238E27FC236}">
                <a16:creationId xmlns:a16="http://schemas.microsoft.com/office/drawing/2014/main" id="{C714C475-311E-FF05-A4B8-1B73ECE8A34E}"/>
              </a:ext>
            </a:extLst>
          </p:cNvPr>
          <p:cNvSpPr/>
          <p:nvPr/>
        </p:nvSpPr>
        <p:spPr>
          <a:xfrm>
            <a:off x="3386880" y="260867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1" name="Rectangle 2340">
            <a:extLst>
              <a:ext uri="{FF2B5EF4-FFF2-40B4-BE49-F238E27FC236}">
                <a16:creationId xmlns:a16="http://schemas.microsoft.com/office/drawing/2014/main" id="{0F4555B4-F201-1C33-1894-A94A68AFE97B}"/>
              </a:ext>
            </a:extLst>
          </p:cNvPr>
          <p:cNvSpPr/>
          <p:nvPr/>
        </p:nvSpPr>
        <p:spPr>
          <a:xfrm>
            <a:off x="3519243" y="2608165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2" name="Rectangle 2341">
            <a:extLst>
              <a:ext uri="{FF2B5EF4-FFF2-40B4-BE49-F238E27FC236}">
                <a16:creationId xmlns:a16="http://schemas.microsoft.com/office/drawing/2014/main" id="{026518EF-2DF6-86F5-2ABF-29A2F30E4FD0}"/>
              </a:ext>
            </a:extLst>
          </p:cNvPr>
          <p:cNvSpPr/>
          <p:nvPr/>
        </p:nvSpPr>
        <p:spPr>
          <a:xfrm>
            <a:off x="3160030" y="2608381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3" name="Rectangle 2342">
            <a:extLst>
              <a:ext uri="{FF2B5EF4-FFF2-40B4-BE49-F238E27FC236}">
                <a16:creationId xmlns:a16="http://schemas.microsoft.com/office/drawing/2014/main" id="{48A5161C-F7E6-C00C-21F9-6DEC83623FBF}"/>
              </a:ext>
            </a:extLst>
          </p:cNvPr>
          <p:cNvSpPr/>
          <p:nvPr/>
        </p:nvSpPr>
        <p:spPr>
          <a:xfrm>
            <a:off x="3519619" y="285242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4" name="Rectangle 2343">
            <a:extLst>
              <a:ext uri="{FF2B5EF4-FFF2-40B4-BE49-F238E27FC236}">
                <a16:creationId xmlns:a16="http://schemas.microsoft.com/office/drawing/2014/main" id="{7FE66651-F4FD-24B9-769C-1D647EB22F8D}"/>
              </a:ext>
            </a:extLst>
          </p:cNvPr>
          <p:cNvSpPr/>
          <p:nvPr/>
        </p:nvSpPr>
        <p:spPr>
          <a:xfrm>
            <a:off x="3518612" y="2975552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5" name="Rectangle 2344">
            <a:extLst>
              <a:ext uri="{FF2B5EF4-FFF2-40B4-BE49-F238E27FC236}">
                <a16:creationId xmlns:a16="http://schemas.microsoft.com/office/drawing/2014/main" id="{DB3AB449-AC6D-BFC6-CEA7-621F08EAEBD1}"/>
              </a:ext>
            </a:extLst>
          </p:cNvPr>
          <p:cNvSpPr/>
          <p:nvPr/>
        </p:nvSpPr>
        <p:spPr>
          <a:xfrm>
            <a:off x="3386852" y="2730121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46" name="TextBox 2345">
            <a:extLst>
              <a:ext uri="{FF2B5EF4-FFF2-40B4-BE49-F238E27FC236}">
                <a16:creationId xmlns:a16="http://schemas.microsoft.com/office/drawing/2014/main" id="{D0856273-50D5-AAF6-A0C2-A59F09A158FF}"/>
              </a:ext>
            </a:extLst>
          </p:cNvPr>
          <p:cNvSpPr txBox="1"/>
          <p:nvPr/>
        </p:nvSpPr>
        <p:spPr>
          <a:xfrm>
            <a:off x="3316124" y="2592073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DEDCC412-D89D-A8CE-D7AC-9870EB5C3DE3}"/>
              </a:ext>
            </a:extLst>
          </p:cNvPr>
          <p:cNvSpPr txBox="1"/>
          <p:nvPr/>
        </p:nvSpPr>
        <p:spPr>
          <a:xfrm>
            <a:off x="3388343" y="2714174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348" name="TextBox 2347">
            <a:extLst>
              <a:ext uri="{FF2B5EF4-FFF2-40B4-BE49-F238E27FC236}">
                <a16:creationId xmlns:a16="http://schemas.microsoft.com/office/drawing/2014/main" id="{4A42507D-DFA2-3389-4F01-D023C455E612}"/>
              </a:ext>
            </a:extLst>
          </p:cNvPr>
          <p:cNvSpPr txBox="1"/>
          <p:nvPr/>
        </p:nvSpPr>
        <p:spPr>
          <a:xfrm>
            <a:off x="3445804" y="2592240"/>
            <a:ext cx="34296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349" name="TextBox 2348">
            <a:extLst>
              <a:ext uri="{FF2B5EF4-FFF2-40B4-BE49-F238E27FC236}">
                <a16:creationId xmlns:a16="http://schemas.microsoft.com/office/drawing/2014/main" id="{61D5A5F9-0321-D077-776E-A037498D823D}"/>
              </a:ext>
            </a:extLst>
          </p:cNvPr>
          <p:cNvSpPr txBox="1"/>
          <p:nvPr/>
        </p:nvSpPr>
        <p:spPr>
          <a:xfrm>
            <a:off x="3513162" y="283671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351" name="TextBox 2350">
            <a:extLst>
              <a:ext uri="{FF2B5EF4-FFF2-40B4-BE49-F238E27FC236}">
                <a16:creationId xmlns:a16="http://schemas.microsoft.com/office/drawing/2014/main" id="{72A6C857-D3CC-16EB-A731-9FFEB3EA161F}"/>
              </a:ext>
            </a:extLst>
          </p:cNvPr>
          <p:cNvSpPr txBox="1"/>
          <p:nvPr/>
        </p:nvSpPr>
        <p:spPr>
          <a:xfrm>
            <a:off x="2233816" y="2617927"/>
            <a:ext cx="104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Global hole </a:t>
            </a:r>
          </a:p>
          <a:p>
            <a:pPr algn="ctr"/>
            <a:r>
              <a:rPr lang="nb-NO" sz="800" b="1" dirty="0"/>
              <a:t>position </a:t>
            </a:r>
          </a:p>
        </p:txBody>
      </p:sp>
      <p:pic>
        <p:nvPicPr>
          <p:cNvPr id="2352" name="Picture 2351">
            <a:extLst>
              <a:ext uri="{FF2B5EF4-FFF2-40B4-BE49-F238E27FC236}">
                <a16:creationId xmlns:a16="http://schemas.microsoft.com/office/drawing/2014/main" id="{59DB9125-5617-5438-AA86-220F5B351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78328" b="-4822"/>
          <a:stretch/>
        </p:blipFill>
        <p:spPr>
          <a:xfrm>
            <a:off x="2417851" y="3106811"/>
            <a:ext cx="101441" cy="95055"/>
          </a:xfrm>
          <a:prstGeom prst="rect">
            <a:avLst/>
          </a:prstGeom>
        </p:spPr>
      </p:pic>
      <p:sp>
        <p:nvSpPr>
          <p:cNvPr id="2353" name="TextBox 2352">
            <a:extLst>
              <a:ext uri="{FF2B5EF4-FFF2-40B4-BE49-F238E27FC236}">
                <a16:creationId xmlns:a16="http://schemas.microsoft.com/office/drawing/2014/main" id="{0DA1F784-8E60-485E-0767-9708CA1B753F}"/>
              </a:ext>
            </a:extLst>
          </p:cNvPr>
          <p:cNvSpPr txBox="1"/>
          <p:nvPr/>
        </p:nvSpPr>
        <p:spPr>
          <a:xfrm>
            <a:off x="2562547" y="306000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sp>
        <p:nvSpPr>
          <p:cNvPr id="2354" name="TextBox 2353">
            <a:extLst>
              <a:ext uri="{FF2B5EF4-FFF2-40B4-BE49-F238E27FC236}">
                <a16:creationId xmlns:a16="http://schemas.microsoft.com/office/drawing/2014/main" id="{F2A17DEF-019D-4A01-3955-915905CDBD21}"/>
              </a:ext>
            </a:extLst>
          </p:cNvPr>
          <p:cNvSpPr txBox="1"/>
          <p:nvPr/>
        </p:nvSpPr>
        <p:spPr>
          <a:xfrm>
            <a:off x="2071346" y="4868612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2356" name="TextBox 2355">
            <a:extLst>
              <a:ext uri="{FF2B5EF4-FFF2-40B4-BE49-F238E27FC236}">
                <a16:creationId xmlns:a16="http://schemas.microsoft.com/office/drawing/2014/main" id="{00ACE555-8124-3443-2608-4F378F6ACF26}"/>
              </a:ext>
            </a:extLst>
          </p:cNvPr>
          <p:cNvSpPr txBox="1"/>
          <p:nvPr/>
        </p:nvSpPr>
        <p:spPr>
          <a:xfrm>
            <a:off x="997576" y="3411735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2357" name="TextBox 2356">
            <a:extLst>
              <a:ext uri="{FF2B5EF4-FFF2-40B4-BE49-F238E27FC236}">
                <a16:creationId xmlns:a16="http://schemas.microsoft.com/office/drawing/2014/main" id="{25889DC3-1B33-D2AC-02A9-738587749EAE}"/>
              </a:ext>
            </a:extLst>
          </p:cNvPr>
          <p:cNvSpPr txBox="1"/>
          <p:nvPr/>
        </p:nvSpPr>
        <p:spPr>
          <a:xfrm>
            <a:off x="2228125" y="4323492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Method</a:t>
            </a:r>
          </a:p>
        </p:txBody>
      </p:sp>
      <p:sp>
        <p:nvSpPr>
          <p:cNvPr id="2360" name="TextBox 2359">
            <a:extLst>
              <a:ext uri="{FF2B5EF4-FFF2-40B4-BE49-F238E27FC236}">
                <a16:creationId xmlns:a16="http://schemas.microsoft.com/office/drawing/2014/main" id="{6BFAC451-93B8-64CC-F3E2-418844B14A75}"/>
              </a:ext>
            </a:extLst>
          </p:cNvPr>
          <p:cNvSpPr txBox="1"/>
          <p:nvPr/>
        </p:nvSpPr>
        <p:spPr>
          <a:xfrm>
            <a:off x="669808" y="3717761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361" name="Rectangle 2360">
            <a:extLst>
              <a:ext uri="{FF2B5EF4-FFF2-40B4-BE49-F238E27FC236}">
                <a16:creationId xmlns:a16="http://schemas.microsoft.com/office/drawing/2014/main" id="{6D83BB4A-0C27-C726-9F6F-AA5358F794F5}"/>
              </a:ext>
            </a:extLst>
          </p:cNvPr>
          <p:cNvSpPr/>
          <p:nvPr/>
        </p:nvSpPr>
        <p:spPr>
          <a:xfrm>
            <a:off x="721285" y="37082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861A1671-7F57-42D8-16C8-5B8B340CAA9B}"/>
              </a:ext>
            </a:extLst>
          </p:cNvPr>
          <p:cNvSpPr/>
          <p:nvPr/>
        </p:nvSpPr>
        <p:spPr>
          <a:xfrm>
            <a:off x="721286" y="3708264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63" name="Rectangle 2362">
            <a:extLst>
              <a:ext uri="{FF2B5EF4-FFF2-40B4-BE49-F238E27FC236}">
                <a16:creationId xmlns:a16="http://schemas.microsoft.com/office/drawing/2014/main" id="{058FB843-21EE-769F-8570-9DA542CE32D3}"/>
              </a:ext>
            </a:extLst>
          </p:cNvPr>
          <p:cNvSpPr/>
          <p:nvPr/>
        </p:nvSpPr>
        <p:spPr>
          <a:xfrm>
            <a:off x="1544912" y="37139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4" name="Rectangle 2363">
            <a:extLst>
              <a:ext uri="{FF2B5EF4-FFF2-40B4-BE49-F238E27FC236}">
                <a16:creationId xmlns:a16="http://schemas.microsoft.com/office/drawing/2014/main" id="{F833C90C-4DCA-AE71-AE76-044D9B824B71}"/>
              </a:ext>
            </a:extLst>
          </p:cNvPr>
          <p:cNvSpPr/>
          <p:nvPr/>
        </p:nvSpPr>
        <p:spPr>
          <a:xfrm>
            <a:off x="1332381" y="37105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5" name="Rectangle 2364">
            <a:extLst>
              <a:ext uri="{FF2B5EF4-FFF2-40B4-BE49-F238E27FC236}">
                <a16:creationId xmlns:a16="http://schemas.microsoft.com/office/drawing/2014/main" id="{C1662265-B7B9-8EF2-643D-4FC997042184}"/>
              </a:ext>
            </a:extLst>
          </p:cNvPr>
          <p:cNvSpPr/>
          <p:nvPr/>
        </p:nvSpPr>
        <p:spPr>
          <a:xfrm>
            <a:off x="1709163" y="37139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6" name="Rectangle 2365">
            <a:extLst>
              <a:ext uri="{FF2B5EF4-FFF2-40B4-BE49-F238E27FC236}">
                <a16:creationId xmlns:a16="http://schemas.microsoft.com/office/drawing/2014/main" id="{1C061A2E-01EB-6087-E824-097736322AA6}"/>
              </a:ext>
            </a:extLst>
          </p:cNvPr>
          <p:cNvSpPr/>
          <p:nvPr/>
        </p:nvSpPr>
        <p:spPr>
          <a:xfrm>
            <a:off x="1547295" y="381632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7" name="Rectangle 2366">
            <a:extLst>
              <a:ext uri="{FF2B5EF4-FFF2-40B4-BE49-F238E27FC236}">
                <a16:creationId xmlns:a16="http://schemas.microsoft.com/office/drawing/2014/main" id="{CD2AC164-5B0B-4C76-BE3B-B5DD01A29418}"/>
              </a:ext>
            </a:extLst>
          </p:cNvPr>
          <p:cNvSpPr/>
          <p:nvPr/>
        </p:nvSpPr>
        <p:spPr>
          <a:xfrm>
            <a:off x="1334764" y="38129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6CD5B404-BFA3-548A-C738-12D5BD4D495E}"/>
              </a:ext>
            </a:extLst>
          </p:cNvPr>
          <p:cNvSpPr/>
          <p:nvPr/>
        </p:nvSpPr>
        <p:spPr>
          <a:xfrm>
            <a:off x="1711546" y="3816324"/>
            <a:ext cx="170227" cy="1005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98B499CB-C496-067D-AE5A-3AFF9DF92DAD}"/>
              </a:ext>
            </a:extLst>
          </p:cNvPr>
          <p:cNvSpPr/>
          <p:nvPr/>
        </p:nvSpPr>
        <p:spPr>
          <a:xfrm>
            <a:off x="1547069" y="39163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1382F49A-9ECB-A24F-364F-840BFFA86895}"/>
              </a:ext>
            </a:extLst>
          </p:cNvPr>
          <p:cNvSpPr/>
          <p:nvPr/>
        </p:nvSpPr>
        <p:spPr>
          <a:xfrm>
            <a:off x="1334538" y="39129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3AB0F2B4-D026-B346-C0F0-E86E88897006}"/>
              </a:ext>
            </a:extLst>
          </p:cNvPr>
          <p:cNvSpPr/>
          <p:nvPr/>
        </p:nvSpPr>
        <p:spPr>
          <a:xfrm>
            <a:off x="1711320" y="39163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9B9FFCC8-DF2C-13C4-3063-57993260F3C5}"/>
              </a:ext>
            </a:extLst>
          </p:cNvPr>
          <p:cNvSpPr/>
          <p:nvPr/>
        </p:nvSpPr>
        <p:spPr>
          <a:xfrm>
            <a:off x="1545503" y="401852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62DE3BFE-09D1-FB6C-56E1-C842C28713B7}"/>
              </a:ext>
            </a:extLst>
          </p:cNvPr>
          <p:cNvSpPr/>
          <p:nvPr/>
        </p:nvSpPr>
        <p:spPr>
          <a:xfrm>
            <a:off x="1332972" y="401514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B94D1970-7F9B-6559-9797-FF60FC92C1F3}"/>
              </a:ext>
            </a:extLst>
          </p:cNvPr>
          <p:cNvSpPr/>
          <p:nvPr/>
        </p:nvSpPr>
        <p:spPr>
          <a:xfrm>
            <a:off x="1709754" y="40185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5" name="TextBox 2374">
            <a:extLst>
              <a:ext uri="{FF2B5EF4-FFF2-40B4-BE49-F238E27FC236}">
                <a16:creationId xmlns:a16="http://schemas.microsoft.com/office/drawing/2014/main" id="{63339926-1486-0A92-42E8-9411FA939CA6}"/>
              </a:ext>
            </a:extLst>
          </p:cNvPr>
          <p:cNvSpPr txBox="1"/>
          <p:nvPr/>
        </p:nvSpPr>
        <p:spPr>
          <a:xfrm>
            <a:off x="1308437" y="397437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76" name="TextBox 2375">
            <a:extLst>
              <a:ext uri="{FF2B5EF4-FFF2-40B4-BE49-F238E27FC236}">
                <a16:creationId xmlns:a16="http://schemas.microsoft.com/office/drawing/2014/main" id="{07AEE52E-312C-3C40-7F18-24957DC7FEE4}"/>
              </a:ext>
            </a:extLst>
          </p:cNvPr>
          <p:cNvSpPr txBox="1"/>
          <p:nvPr/>
        </p:nvSpPr>
        <p:spPr>
          <a:xfrm>
            <a:off x="1276303" y="3871570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377" name="TextBox 2376">
            <a:extLst>
              <a:ext uri="{FF2B5EF4-FFF2-40B4-BE49-F238E27FC236}">
                <a16:creationId xmlns:a16="http://schemas.microsoft.com/office/drawing/2014/main" id="{B534034A-8643-F5F2-C2F2-49EEA0D916D0}"/>
              </a:ext>
            </a:extLst>
          </p:cNvPr>
          <p:cNvSpPr txBox="1"/>
          <p:nvPr/>
        </p:nvSpPr>
        <p:spPr>
          <a:xfrm>
            <a:off x="1262714" y="37808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78" name="TextBox 2377">
            <a:extLst>
              <a:ext uri="{FF2B5EF4-FFF2-40B4-BE49-F238E27FC236}">
                <a16:creationId xmlns:a16="http://schemas.microsoft.com/office/drawing/2014/main" id="{45C0136B-B4BA-E011-2A33-845D4B8E38F9}"/>
              </a:ext>
            </a:extLst>
          </p:cNvPr>
          <p:cNvSpPr txBox="1"/>
          <p:nvPr/>
        </p:nvSpPr>
        <p:spPr>
          <a:xfrm>
            <a:off x="670419" y="3717392"/>
            <a:ext cx="760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b="1" dirty="0"/>
              <a:t>Sealing 1 broken</a:t>
            </a:r>
          </a:p>
        </p:txBody>
      </p:sp>
      <p:sp>
        <p:nvSpPr>
          <p:cNvPr id="2379" name="Rectangle 2378">
            <a:extLst>
              <a:ext uri="{FF2B5EF4-FFF2-40B4-BE49-F238E27FC236}">
                <a16:creationId xmlns:a16="http://schemas.microsoft.com/office/drawing/2014/main" id="{641829A3-1914-C800-BE66-2543DB0A90C1}"/>
              </a:ext>
            </a:extLst>
          </p:cNvPr>
          <p:cNvSpPr/>
          <p:nvPr/>
        </p:nvSpPr>
        <p:spPr>
          <a:xfrm>
            <a:off x="289294" y="37115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199BEDDF-4A0E-E629-8FBE-3538856F7E37}"/>
              </a:ext>
            </a:extLst>
          </p:cNvPr>
          <p:cNvSpPr/>
          <p:nvPr/>
        </p:nvSpPr>
        <p:spPr>
          <a:xfrm>
            <a:off x="76763" y="37081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FECF8C98-0B43-4196-D517-1DA01F8D2BC5}"/>
              </a:ext>
            </a:extLst>
          </p:cNvPr>
          <p:cNvSpPr/>
          <p:nvPr/>
        </p:nvSpPr>
        <p:spPr>
          <a:xfrm>
            <a:off x="453545" y="37114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84CCB3C8-B939-1157-4854-C99700B1F0B9}"/>
              </a:ext>
            </a:extLst>
          </p:cNvPr>
          <p:cNvSpPr/>
          <p:nvPr/>
        </p:nvSpPr>
        <p:spPr>
          <a:xfrm>
            <a:off x="291677" y="3813892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6ABA895E-80E2-D8C7-5A48-8A2C86D92767}"/>
              </a:ext>
            </a:extLst>
          </p:cNvPr>
          <p:cNvSpPr/>
          <p:nvPr/>
        </p:nvSpPr>
        <p:spPr>
          <a:xfrm>
            <a:off x="79146" y="381050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4" name="Rectangle 2383">
            <a:extLst>
              <a:ext uri="{FF2B5EF4-FFF2-40B4-BE49-F238E27FC236}">
                <a16:creationId xmlns:a16="http://schemas.microsoft.com/office/drawing/2014/main" id="{9D71F273-EA82-B774-0CC4-F141BE53D57B}"/>
              </a:ext>
            </a:extLst>
          </p:cNvPr>
          <p:cNvSpPr/>
          <p:nvPr/>
        </p:nvSpPr>
        <p:spPr>
          <a:xfrm>
            <a:off x="455928" y="3813891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5" name="Rectangle 2384">
            <a:extLst>
              <a:ext uri="{FF2B5EF4-FFF2-40B4-BE49-F238E27FC236}">
                <a16:creationId xmlns:a16="http://schemas.microsoft.com/office/drawing/2014/main" id="{45E13B58-C827-A0BE-85E9-4B16C6D00B15}"/>
              </a:ext>
            </a:extLst>
          </p:cNvPr>
          <p:cNvSpPr/>
          <p:nvPr/>
        </p:nvSpPr>
        <p:spPr>
          <a:xfrm>
            <a:off x="291451" y="39139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6" name="Rectangle 2385">
            <a:extLst>
              <a:ext uri="{FF2B5EF4-FFF2-40B4-BE49-F238E27FC236}">
                <a16:creationId xmlns:a16="http://schemas.microsoft.com/office/drawing/2014/main" id="{DEF23FB5-F2EE-117B-9897-C6E3909303BC}"/>
              </a:ext>
            </a:extLst>
          </p:cNvPr>
          <p:cNvSpPr/>
          <p:nvPr/>
        </p:nvSpPr>
        <p:spPr>
          <a:xfrm>
            <a:off x="78920" y="391051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7" name="Rectangle 2386">
            <a:extLst>
              <a:ext uri="{FF2B5EF4-FFF2-40B4-BE49-F238E27FC236}">
                <a16:creationId xmlns:a16="http://schemas.microsoft.com/office/drawing/2014/main" id="{D70B9600-F8D4-C26D-18FF-EF04ECBE9334}"/>
              </a:ext>
            </a:extLst>
          </p:cNvPr>
          <p:cNvSpPr/>
          <p:nvPr/>
        </p:nvSpPr>
        <p:spPr>
          <a:xfrm>
            <a:off x="455702" y="39139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8" name="Rectangle 2387">
            <a:extLst>
              <a:ext uri="{FF2B5EF4-FFF2-40B4-BE49-F238E27FC236}">
                <a16:creationId xmlns:a16="http://schemas.microsoft.com/office/drawing/2014/main" id="{EA3EF93F-D1F3-17BA-982E-F4531B5CF459}"/>
              </a:ext>
            </a:extLst>
          </p:cNvPr>
          <p:cNvSpPr/>
          <p:nvPr/>
        </p:nvSpPr>
        <p:spPr>
          <a:xfrm>
            <a:off x="289885" y="401609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CA72FB12-71F3-E4D4-CC39-4236CD9C3668}"/>
              </a:ext>
            </a:extLst>
          </p:cNvPr>
          <p:cNvSpPr/>
          <p:nvPr/>
        </p:nvSpPr>
        <p:spPr>
          <a:xfrm>
            <a:off x="77354" y="401271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0" name="Rectangle 2389">
            <a:extLst>
              <a:ext uri="{FF2B5EF4-FFF2-40B4-BE49-F238E27FC236}">
                <a16:creationId xmlns:a16="http://schemas.microsoft.com/office/drawing/2014/main" id="{F4880C8D-C71D-8AEA-84BE-8175712BDC6B}"/>
              </a:ext>
            </a:extLst>
          </p:cNvPr>
          <p:cNvSpPr/>
          <p:nvPr/>
        </p:nvSpPr>
        <p:spPr>
          <a:xfrm>
            <a:off x="454136" y="401609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1" name="TextBox 2390">
            <a:extLst>
              <a:ext uri="{FF2B5EF4-FFF2-40B4-BE49-F238E27FC236}">
                <a16:creationId xmlns:a16="http://schemas.microsoft.com/office/drawing/2014/main" id="{BE4A9E51-3C92-6853-76DF-24CFA5176AA4}"/>
              </a:ext>
            </a:extLst>
          </p:cNvPr>
          <p:cNvSpPr txBox="1"/>
          <p:nvPr/>
        </p:nvSpPr>
        <p:spPr>
          <a:xfrm>
            <a:off x="52819" y="397194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92" name="TextBox 2391">
            <a:extLst>
              <a:ext uri="{FF2B5EF4-FFF2-40B4-BE49-F238E27FC236}">
                <a16:creationId xmlns:a16="http://schemas.microsoft.com/office/drawing/2014/main" id="{26E1847E-3017-9A69-0BC1-9B93B50DE477}"/>
              </a:ext>
            </a:extLst>
          </p:cNvPr>
          <p:cNvSpPr txBox="1"/>
          <p:nvPr/>
        </p:nvSpPr>
        <p:spPr>
          <a:xfrm>
            <a:off x="20685" y="3869137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393" name="TextBox 2392">
            <a:extLst>
              <a:ext uri="{FF2B5EF4-FFF2-40B4-BE49-F238E27FC236}">
                <a16:creationId xmlns:a16="http://schemas.microsoft.com/office/drawing/2014/main" id="{EA38609D-6C71-7502-0926-288085336BD8}"/>
              </a:ext>
            </a:extLst>
          </p:cNvPr>
          <p:cNvSpPr txBox="1"/>
          <p:nvPr/>
        </p:nvSpPr>
        <p:spPr>
          <a:xfrm>
            <a:off x="7096" y="377840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A3CC4A0D-4433-0ABC-37E2-AF3EBEC21348}"/>
              </a:ext>
            </a:extLst>
          </p:cNvPr>
          <p:cNvSpPr/>
          <p:nvPr/>
        </p:nvSpPr>
        <p:spPr>
          <a:xfrm>
            <a:off x="288834" y="421742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6" name="Rectangle 2395">
            <a:extLst>
              <a:ext uri="{FF2B5EF4-FFF2-40B4-BE49-F238E27FC236}">
                <a16:creationId xmlns:a16="http://schemas.microsoft.com/office/drawing/2014/main" id="{48495D49-DD8F-6271-4C0D-9F528AD1A1F4}"/>
              </a:ext>
            </a:extLst>
          </p:cNvPr>
          <p:cNvSpPr/>
          <p:nvPr/>
        </p:nvSpPr>
        <p:spPr>
          <a:xfrm>
            <a:off x="76303" y="421404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7" name="Rectangle 2396">
            <a:extLst>
              <a:ext uri="{FF2B5EF4-FFF2-40B4-BE49-F238E27FC236}">
                <a16:creationId xmlns:a16="http://schemas.microsoft.com/office/drawing/2014/main" id="{45F62E35-15E4-2281-6934-2E60D8B7D0DC}"/>
              </a:ext>
            </a:extLst>
          </p:cNvPr>
          <p:cNvSpPr/>
          <p:nvPr/>
        </p:nvSpPr>
        <p:spPr>
          <a:xfrm>
            <a:off x="453085" y="421742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C6B49F0D-D417-68B8-8722-1D3496844DAD}"/>
              </a:ext>
            </a:extLst>
          </p:cNvPr>
          <p:cNvSpPr/>
          <p:nvPr/>
        </p:nvSpPr>
        <p:spPr>
          <a:xfrm>
            <a:off x="291217" y="4319818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01606736-4765-30A7-4277-6FC932706331}"/>
              </a:ext>
            </a:extLst>
          </p:cNvPr>
          <p:cNvSpPr/>
          <p:nvPr/>
        </p:nvSpPr>
        <p:spPr>
          <a:xfrm>
            <a:off x="78686" y="431643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0" name="Rectangle 2399">
            <a:extLst>
              <a:ext uri="{FF2B5EF4-FFF2-40B4-BE49-F238E27FC236}">
                <a16:creationId xmlns:a16="http://schemas.microsoft.com/office/drawing/2014/main" id="{6ECC9CDA-66BA-9D2B-1E04-DDB954DFF4F6}"/>
              </a:ext>
            </a:extLst>
          </p:cNvPr>
          <p:cNvSpPr/>
          <p:nvPr/>
        </p:nvSpPr>
        <p:spPr>
          <a:xfrm>
            <a:off x="455468" y="4319817"/>
            <a:ext cx="170227" cy="1005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1" name="Rectangle 2400">
            <a:extLst>
              <a:ext uri="{FF2B5EF4-FFF2-40B4-BE49-F238E27FC236}">
                <a16:creationId xmlns:a16="http://schemas.microsoft.com/office/drawing/2014/main" id="{FD4B0DB6-762E-40E5-FADB-D8C329E0741C}"/>
              </a:ext>
            </a:extLst>
          </p:cNvPr>
          <p:cNvSpPr/>
          <p:nvPr/>
        </p:nvSpPr>
        <p:spPr>
          <a:xfrm>
            <a:off x="290991" y="441982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C4D95EF6-BC6B-EFBA-F112-E3F1FBE432DE}"/>
              </a:ext>
            </a:extLst>
          </p:cNvPr>
          <p:cNvSpPr/>
          <p:nvPr/>
        </p:nvSpPr>
        <p:spPr>
          <a:xfrm>
            <a:off x="78460" y="441644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3" name="Rectangle 2402">
            <a:extLst>
              <a:ext uri="{FF2B5EF4-FFF2-40B4-BE49-F238E27FC236}">
                <a16:creationId xmlns:a16="http://schemas.microsoft.com/office/drawing/2014/main" id="{1464557E-FEB9-E8DC-5FC0-78613D5CDC8D}"/>
              </a:ext>
            </a:extLst>
          </p:cNvPr>
          <p:cNvSpPr/>
          <p:nvPr/>
        </p:nvSpPr>
        <p:spPr>
          <a:xfrm>
            <a:off x="455242" y="441982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4" name="Rectangle 2403">
            <a:extLst>
              <a:ext uri="{FF2B5EF4-FFF2-40B4-BE49-F238E27FC236}">
                <a16:creationId xmlns:a16="http://schemas.microsoft.com/office/drawing/2014/main" id="{A7C9FF66-F87B-C026-6607-43206F4524C1}"/>
              </a:ext>
            </a:extLst>
          </p:cNvPr>
          <p:cNvSpPr/>
          <p:nvPr/>
        </p:nvSpPr>
        <p:spPr>
          <a:xfrm>
            <a:off x="289425" y="452202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84C25EAE-B9FA-443C-B6AB-59A168BE0575}"/>
              </a:ext>
            </a:extLst>
          </p:cNvPr>
          <p:cNvSpPr/>
          <p:nvPr/>
        </p:nvSpPr>
        <p:spPr>
          <a:xfrm>
            <a:off x="76894" y="451863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9ED251ED-4707-D7C6-781C-0102DF99D7A6}"/>
              </a:ext>
            </a:extLst>
          </p:cNvPr>
          <p:cNvSpPr/>
          <p:nvPr/>
        </p:nvSpPr>
        <p:spPr>
          <a:xfrm>
            <a:off x="453676" y="45220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7" name="TextBox 2406">
            <a:extLst>
              <a:ext uri="{FF2B5EF4-FFF2-40B4-BE49-F238E27FC236}">
                <a16:creationId xmlns:a16="http://schemas.microsoft.com/office/drawing/2014/main" id="{C2DA5A6B-D740-2FD3-E3CE-16C1FBDBD469}"/>
              </a:ext>
            </a:extLst>
          </p:cNvPr>
          <p:cNvSpPr txBox="1"/>
          <p:nvPr/>
        </p:nvSpPr>
        <p:spPr>
          <a:xfrm>
            <a:off x="52359" y="447787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08" name="TextBox 2407">
            <a:extLst>
              <a:ext uri="{FF2B5EF4-FFF2-40B4-BE49-F238E27FC236}">
                <a16:creationId xmlns:a16="http://schemas.microsoft.com/office/drawing/2014/main" id="{7A239D89-84B5-86CB-54FC-B4FAF6609219}"/>
              </a:ext>
            </a:extLst>
          </p:cNvPr>
          <p:cNvSpPr txBox="1"/>
          <p:nvPr/>
        </p:nvSpPr>
        <p:spPr>
          <a:xfrm>
            <a:off x="20225" y="4375063"/>
            <a:ext cx="3919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Insp.</a:t>
            </a:r>
            <a:endParaRPr lang="nb-NO" sz="400" dirty="0"/>
          </a:p>
        </p:txBody>
      </p:sp>
      <p:sp>
        <p:nvSpPr>
          <p:cNvPr id="2409" name="TextBox 2408">
            <a:extLst>
              <a:ext uri="{FF2B5EF4-FFF2-40B4-BE49-F238E27FC236}">
                <a16:creationId xmlns:a16="http://schemas.microsoft.com/office/drawing/2014/main" id="{070D48B8-18FE-9EBC-9B28-395E6BCE9CD5}"/>
              </a:ext>
            </a:extLst>
          </p:cNvPr>
          <p:cNvSpPr txBox="1"/>
          <p:nvPr/>
        </p:nvSpPr>
        <p:spPr>
          <a:xfrm>
            <a:off x="6636" y="428433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10" name="TextBox 2409">
            <a:extLst>
              <a:ext uri="{FF2B5EF4-FFF2-40B4-BE49-F238E27FC236}">
                <a16:creationId xmlns:a16="http://schemas.microsoft.com/office/drawing/2014/main" id="{5C3E6A1D-6019-34DC-6010-B5C6C00970ED}"/>
              </a:ext>
            </a:extLst>
          </p:cNvPr>
          <p:cNvSpPr txBox="1"/>
          <p:nvPr/>
        </p:nvSpPr>
        <p:spPr>
          <a:xfrm>
            <a:off x="258570" y="377594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11" name="TextBox 2410">
            <a:extLst>
              <a:ext uri="{FF2B5EF4-FFF2-40B4-BE49-F238E27FC236}">
                <a16:creationId xmlns:a16="http://schemas.microsoft.com/office/drawing/2014/main" id="{A5F9D722-DA1E-6C63-EC72-9F0BD15DC9C5}"/>
              </a:ext>
            </a:extLst>
          </p:cNvPr>
          <p:cNvSpPr txBox="1"/>
          <p:nvPr/>
        </p:nvSpPr>
        <p:spPr>
          <a:xfrm>
            <a:off x="427424" y="3776545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12" name="Arrow: Down 2411">
            <a:extLst>
              <a:ext uri="{FF2B5EF4-FFF2-40B4-BE49-F238E27FC236}">
                <a16:creationId xmlns:a16="http://schemas.microsoft.com/office/drawing/2014/main" id="{872484AA-7841-B617-EE64-E5E122D4BEF5}"/>
              </a:ext>
            </a:extLst>
          </p:cNvPr>
          <p:cNvSpPr/>
          <p:nvPr/>
        </p:nvSpPr>
        <p:spPr>
          <a:xfrm>
            <a:off x="2156501" y="5112003"/>
            <a:ext cx="210332" cy="10055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13" name="Rectangle 2412">
            <a:extLst>
              <a:ext uri="{FF2B5EF4-FFF2-40B4-BE49-F238E27FC236}">
                <a16:creationId xmlns:a16="http://schemas.microsoft.com/office/drawing/2014/main" id="{E4BD2779-0C10-CC80-0722-16D94480BC22}"/>
              </a:ext>
            </a:extLst>
          </p:cNvPr>
          <p:cNvSpPr/>
          <p:nvPr/>
        </p:nvSpPr>
        <p:spPr>
          <a:xfrm>
            <a:off x="259912" y="27234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4" name="Rectangle 2413">
            <a:extLst>
              <a:ext uri="{FF2B5EF4-FFF2-40B4-BE49-F238E27FC236}">
                <a16:creationId xmlns:a16="http://schemas.microsoft.com/office/drawing/2014/main" id="{78AC01D1-7924-D073-9F18-22DD0C31ADDF}"/>
              </a:ext>
            </a:extLst>
          </p:cNvPr>
          <p:cNvSpPr/>
          <p:nvPr/>
        </p:nvSpPr>
        <p:spPr>
          <a:xfrm>
            <a:off x="259913" y="27257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CA30F848-1EA6-1AE9-860E-04B321E9196D}"/>
              </a:ext>
            </a:extLst>
          </p:cNvPr>
          <p:cNvSpPr/>
          <p:nvPr/>
        </p:nvSpPr>
        <p:spPr>
          <a:xfrm>
            <a:off x="259912" y="28464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6" name="Rectangle 2415">
            <a:extLst>
              <a:ext uri="{FF2B5EF4-FFF2-40B4-BE49-F238E27FC236}">
                <a16:creationId xmlns:a16="http://schemas.microsoft.com/office/drawing/2014/main" id="{F0212B1F-DEAF-9D90-0CCF-1C72F5F1E964}"/>
              </a:ext>
            </a:extLst>
          </p:cNvPr>
          <p:cNvSpPr/>
          <p:nvPr/>
        </p:nvSpPr>
        <p:spPr>
          <a:xfrm>
            <a:off x="259912" y="29670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7" name="TextBox 2416">
            <a:extLst>
              <a:ext uri="{FF2B5EF4-FFF2-40B4-BE49-F238E27FC236}">
                <a16:creationId xmlns:a16="http://schemas.microsoft.com/office/drawing/2014/main" id="{D279C956-7F60-04A0-A242-6C42EE94FF76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sp>
        <p:nvSpPr>
          <p:cNvPr id="2418" name="TextBox 2417">
            <a:extLst>
              <a:ext uri="{FF2B5EF4-FFF2-40B4-BE49-F238E27FC236}">
                <a16:creationId xmlns:a16="http://schemas.microsoft.com/office/drawing/2014/main" id="{C8457AAC-52B4-BBE5-8E69-D48B3AF5CA1C}"/>
              </a:ext>
            </a:extLst>
          </p:cNvPr>
          <p:cNvSpPr txBox="1"/>
          <p:nvPr/>
        </p:nvSpPr>
        <p:spPr>
          <a:xfrm>
            <a:off x="-203141" y="30507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     B     C</a:t>
            </a:r>
          </a:p>
        </p:txBody>
      </p: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F4E617B6-9B0C-8808-00DB-9714FA2D8BD7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0" name="Straight Connector 2419">
            <a:extLst>
              <a:ext uri="{FF2B5EF4-FFF2-40B4-BE49-F238E27FC236}">
                <a16:creationId xmlns:a16="http://schemas.microsoft.com/office/drawing/2014/main" id="{213D9A67-2343-A699-1F72-C762B2F0DE0D}"/>
              </a:ext>
            </a:extLst>
          </p:cNvPr>
          <p:cNvCxnSpPr>
            <a:cxnSpLocks/>
          </p:cNvCxnSpPr>
          <p:nvPr/>
        </p:nvCxnSpPr>
        <p:spPr>
          <a:xfrm>
            <a:off x="-22161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1" name="Straight Connector 2420">
            <a:extLst>
              <a:ext uri="{FF2B5EF4-FFF2-40B4-BE49-F238E27FC236}">
                <a16:creationId xmlns:a16="http://schemas.microsoft.com/office/drawing/2014/main" id="{10EFB28A-5848-391F-4CE3-F58ED546A28B}"/>
              </a:ext>
            </a:extLst>
          </p:cNvPr>
          <p:cNvCxnSpPr>
            <a:cxnSpLocks/>
          </p:cNvCxnSpPr>
          <p:nvPr/>
        </p:nvCxnSpPr>
        <p:spPr>
          <a:xfrm>
            <a:off x="106423" y="30900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2" name="TextBox 2421">
            <a:extLst>
              <a:ext uri="{FF2B5EF4-FFF2-40B4-BE49-F238E27FC236}">
                <a16:creationId xmlns:a16="http://schemas.microsoft.com/office/drawing/2014/main" id="{AE08F5F1-794D-3F45-86FD-28170D6B7FF7}"/>
              </a:ext>
            </a:extLst>
          </p:cNvPr>
          <p:cNvSpPr txBox="1"/>
          <p:nvPr/>
        </p:nvSpPr>
        <p:spPr>
          <a:xfrm>
            <a:off x="180130" y="27102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423" name="TextBox 2422">
            <a:extLst>
              <a:ext uri="{FF2B5EF4-FFF2-40B4-BE49-F238E27FC236}">
                <a16:creationId xmlns:a16="http://schemas.microsoft.com/office/drawing/2014/main" id="{0E17A56F-2520-A1A8-340F-551DA27476D7}"/>
              </a:ext>
            </a:extLst>
          </p:cNvPr>
          <p:cNvSpPr txBox="1"/>
          <p:nvPr/>
        </p:nvSpPr>
        <p:spPr>
          <a:xfrm>
            <a:off x="219585" y="28300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424" name="TextBox 2423">
            <a:extLst>
              <a:ext uri="{FF2B5EF4-FFF2-40B4-BE49-F238E27FC236}">
                <a16:creationId xmlns:a16="http://schemas.microsoft.com/office/drawing/2014/main" id="{7880C067-3AEE-6DA6-2C17-C693658C57B6}"/>
              </a:ext>
            </a:extLst>
          </p:cNvPr>
          <p:cNvSpPr txBox="1"/>
          <p:nvPr/>
        </p:nvSpPr>
        <p:spPr>
          <a:xfrm>
            <a:off x="189917" y="29523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425" name="TextBox 2424">
            <a:extLst>
              <a:ext uri="{FF2B5EF4-FFF2-40B4-BE49-F238E27FC236}">
                <a16:creationId xmlns:a16="http://schemas.microsoft.com/office/drawing/2014/main" id="{9EBB5F47-0CF3-11C1-B6C6-F3891515732E}"/>
              </a:ext>
            </a:extLst>
          </p:cNvPr>
          <p:cNvSpPr txBox="1"/>
          <p:nvPr/>
        </p:nvSpPr>
        <p:spPr>
          <a:xfrm>
            <a:off x="251418" y="30674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426" name="Rectangle 2425">
            <a:extLst>
              <a:ext uri="{FF2B5EF4-FFF2-40B4-BE49-F238E27FC236}">
                <a16:creationId xmlns:a16="http://schemas.microsoft.com/office/drawing/2014/main" id="{0D8D87E4-9D03-B17E-AAF6-3FBA46EF634D}"/>
              </a:ext>
            </a:extLst>
          </p:cNvPr>
          <p:cNvSpPr/>
          <p:nvPr/>
        </p:nvSpPr>
        <p:spPr>
          <a:xfrm>
            <a:off x="259912" y="30935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7" name="Rectangle 2426">
            <a:extLst>
              <a:ext uri="{FF2B5EF4-FFF2-40B4-BE49-F238E27FC236}">
                <a16:creationId xmlns:a16="http://schemas.microsoft.com/office/drawing/2014/main" id="{255B575D-A9A9-90C2-4625-2E57140DF7E4}"/>
              </a:ext>
            </a:extLst>
          </p:cNvPr>
          <p:cNvSpPr/>
          <p:nvPr/>
        </p:nvSpPr>
        <p:spPr>
          <a:xfrm>
            <a:off x="483563" y="284584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8" name="Rectangle 2427">
            <a:extLst>
              <a:ext uri="{FF2B5EF4-FFF2-40B4-BE49-F238E27FC236}">
                <a16:creationId xmlns:a16="http://schemas.microsoft.com/office/drawing/2014/main" id="{6F1C0376-3EF8-8AB6-5B85-7480BA7FE84B}"/>
              </a:ext>
            </a:extLst>
          </p:cNvPr>
          <p:cNvSpPr/>
          <p:nvPr/>
        </p:nvSpPr>
        <p:spPr>
          <a:xfrm>
            <a:off x="483561" y="29696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9" name="TextBox 2428">
            <a:extLst>
              <a:ext uri="{FF2B5EF4-FFF2-40B4-BE49-F238E27FC236}">
                <a16:creationId xmlns:a16="http://schemas.microsoft.com/office/drawing/2014/main" id="{C1E5AD36-0F39-5D37-D2CA-51790867AA34}"/>
              </a:ext>
            </a:extLst>
          </p:cNvPr>
          <p:cNvSpPr txBox="1"/>
          <p:nvPr/>
        </p:nvSpPr>
        <p:spPr>
          <a:xfrm>
            <a:off x="477603" y="28326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430" name="Rectangle 2429">
            <a:extLst>
              <a:ext uri="{FF2B5EF4-FFF2-40B4-BE49-F238E27FC236}">
                <a16:creationId xmlns:a16="http://schemas.microsoft.com/office/drawing/2014/main" id="{5F0D2154-9D3B-1532-EAC1-267B02A010FC}"/>
              </a:ext>
            </a:extLst>
          </p:cNvPr>
          <p:cNvSpPr/>
          <p:nvPr/>
        </p:nvSpPr>
        <p:spPr>
          <a:xfrm>
            <a:off x="486735" y="26030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1" name="Rectangle 2430">
            <a:extLst>
              <a:ext uri="{FF2B5EF4-FFF2-40B4-BE49-F238E27FC236}">
                <a16:creationId xmlns:a16="http://schemas.microsoft.com/office/drawing/2014/main" id="{C00DF03A-A4C6-2303-A5B6-027E09A9E75C}"/>
              </a:ext>
            </a:extLst>
          </p:cNvPr>
          <p:cNvSpPr/>
          <p:nvPr/>
        </p:nvSpPr>
        <p:spPr>
          <a:xfrm>
            <a:off x="619098" y="26025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2" name="Rectangle 2431">
            <a:extLst>
              <a:ext uri="{FF2B5EF4-FFF2-40B4-BE49-F238E27FC236}">
                <a16:creationId xmlns:a16="http://schemas.microsoft.com/office/drawing/2014/main" id="{B17EFB59-EB2A-3FCD-86EE-4A62D7D933F5}"/>
              </a:ext>
            </a:extLst>
          </p:cNvPr>
          <p:cNvSpPr/>
          <p:nvPr/>
        </p:nvSpPr>
        <p:spPr>
          <a:xfrm>
            <a:off x="259885" y="26027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3" name="Rectangle 2432">
            <a:extLst>
              <a:ext uri="{FF2B5EF4-FFF2-40B4-BE49-F238E27FC236}">
                <a16:creationId xmlns:a16="http://schemas.microsoft.com/office/drawing/2014/main" id="{EB5807C6-BA3C-DED8-757E-472DAD048645}"/>
              </a:ext>
            </a:extLst>
          </p:cNvPr>
          <p:cNvSpPr/>
          <p:nvPr/>
        </p:nvSpPr>
        <p:spPr>
          <a:xfrm>
            <a:off x="619474" y="28467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4" name="Rectangle 2433">
            <a:extLst>
              <a:ext uri="{FF2B5EF4-FFF2-40B4-BE49-F238E27FC236}">
                <a16:creationId xmlns:a16="http://schemas.microsoft.com/office/drawing/2014/main" id="{31F3A704-2718-A9D8-87D1-5A15F7452690}"/>
              </a:ext>
            </a:extLst>
          </p:cNvPr>
          <p:cNvSpPr/>
          <p:nvPr/>
        </p:nvSpPr>
        <p:spPr>
          <a:xfrm>
            <a:off x="618467" y="29699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5" name="Rectangle 2434">
            <a:extLst>
              <a:ext uri="{FF2B5EF4-FFF2-40B4-BE49-F238E27FC236}">
                <a16:creationId xmlns:a16="http://schemas.microsoft.com/office/drawing/2014/main" id="{155A0CD5-82BF-D2AC-B685-86018B87B79D}"/>
              </a:ext>
            </a:extLst>
          </p:cNvPr>
          <p:cNvSpPr/>
          <p:nvPr/>
        </p:nvSpPr>
        <p:spPr>
          <a:xfrm>
            <a:off x="486707" y="27244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6" name="TextBox 2435">
            <a:extLst>
              <a:ext uri="{FF2B5EF4-FFF2-40B4-BE49-F238E27FC236}">
                <a16:creationId xmlns:a16="http://schemas.microsoft.com/office/drawing/2014/main" id="{9E0DBA0C-07E0-374F-A476-BB0E4DFBE9D4}"/>
              </a:ext>
            </a:extLst>
          </p:cNvPr>
          <p:cNvSpPr txBox="1"/>
          <p:nvPr/>
        </p:nvSpPr>
        <p:spPr>
          <a:xfrm>
            <a:off x="415979" y="25864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437" name="TextBox 2436">
            <a:extLst>
              <a:ext uri="{FF2B5EF4-FFF2-40B4-BE49-F238E27FC236}">
                <a16:creationId xmlns:a16="http://schemas.microsoft.com/office/drawing/2014/main" id="{883ED0B2-AEDA-4517-7E72-D71FCDE7C0D9}"/>
              </a:ext>
            </a:extLst>
          </p:cNvPr>
          <p:cNvSpPr txBox="1"/>
          <p:nvPr/>
        </p:nvSpPr>
        <p:spPr>
          <a:xfrm>
            <a:off x="488198" y="27085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438" name="TextBox 2437">
            <a:extLst>
              <a:ext uri="{FF2B5EF4-FFF2-40B4-BE49-F238E27FC236}">
                <a16:creationId xmlns:a16="http://schemas.microsoft.com/office/drawing/2014/main" id="{52F622C1-439F-FB48-D1D8-BACA392DD161}"/>
              </a:ext>
            </a:extLst>
          </p:cNvPr>
          <p:cNvSpPr txBox="1"/>
          <p:nvPr/>
        </p:nvSpPr>
        <p:spPr>
          <a:xfrm>
            <a:off x="542484" y="2586601"/>
            <a:ext cx="31344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439" name="TextBox 2438">
            <a:extLst>
              <a:ext uri="{FF2B5EF4-FFF2-40B4-BE49-F238E27FC236}">
                <a16:creationId xmlns:a16="http://schemas.microsoft.com/office/drawing/2014/main" id="{A1FC4CA9-82E7-7D66-F60A-76D4D1FFBAFB}"/>
              </a:ext>
            </a:extLst>
          </p:cNvPr>
          <p:cNvSpPr txBox="1"/>
          <p:nvPr/>
        </p:nvSpPr>
        <p:spPr>
          <a:xfrm>
            <a:off x="613017" y="28310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440" name="Rectangle 2439">
            <a:extLst>
              <a:ext uri="{FF2B5EF4-FFF2-40B4-BE49-F238E27FC236}">
                <a16:creationId xmlns:a16="http://schemas.microsoft.com/office/drawing/2014/main" id="{0C144E05-241E-9537-EE0A-580061477908}"/>
              </a:ext>
            </a:extLst>
          </p:cNvPr>
          <p:cNvSpPr/>
          <p:nvPr/>
        </p:nvSpPr>
        <p:spPr>
          <a:xfrm>
            <a:off x="160997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1" name="Rectangle 2440">
            <a:extLst>
              <a:ext uri="{FF2B5EF4-FFF2-40B4-BE49-F238E27FC236}">
                <a16:creationId xmlns:a16="http://schemas.microsoft.com/office/drawing/2014/main" id="{5820C160-6FB3-126B-77A6-04729B934229}"/>
              </a:ext>
            </a:extLst>
          </p:cNvPr>
          <p:cNvSpPr/>
          <p:nvPr/>
        </p:nvSpPr>
        <p:spPr>
          <a:xfrm>
            <a:off x="1730261" y="2876370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2" name="Rectangle: Rounded Corners 2441">
            <a:extLst>
              <a:ext uri="{FF2B5EF4-FFF2-40B4-BE49-F238E27FC236}">
                <a16:creationId xmlns:a16="http://schemas.microsoft.com/office/drawing/2014/main" id="{10E24FBA-9998-69C5-1D5E-EC59F804D27A}"/>
              </a:ext>
            </a:extLst>
          </p:cNvPr>
          <p:cNvSpPr/>
          <p:nvPr/>
        </p:nvSpPr>
        <p:spPr>
          <a:xfrm>
            <a:off x="807808" y="2486928"/>
            <a:ext cx="1518182" cy="915039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3" name="Rectangle: Rounded Corners 2442">
            <a:extLst>
              <a:ext uri="{FF2B5EF4-FFF2-40B4-BE49-F238E27FC236}">
                <a16:creationId xmlns:a16="http://schemas.microsoft.com/office/drawing/2014/main" id="{FAE1C20C-B9B9-1662-9A39-897F1B603A46}"/>
              </a:ext>
            </a:extLst>
          </p:cNvPr>
          <p:cNvSpPr/>
          <p:nvPr/>
        </p:nvSpPr>
        <p:spPr>
          <a:xfrm>
            <a:off x="732740" y="3259681"/>
            <a:ext cx="1709220" cy="192503"/>
          </a:xfrm>
          <a:prstGeom prst="roundRect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4" name="Rectangle 2443">
            <a:extLst>
              <a:ext uri="{FF2B5EF4-FFF2-40B4-BE49-F238E27FC236}">
                <a16:creationId xmlns:a16="http://schemas.microsoft.com/office/drawing/2014/main" id="{E79336DC-6FDA-13A7-4AAE-C40160FEE6AE}"/>
              </a:ext>
            </a:extLst>
          </p:cNvPr>
          <p:cNvSpPr/>
          <p:nvPr/>
        </p:nvSpPr>
        <p:spPr>
          <a:xfrm>
            <a:off x="914476" y="2602837"/>
            <a:ext cx="1295400" cy="61484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5" name="Rectangle 2444">
            <a:extLst>
              <a:ext uri="{FF2B5EF4-FFF2-40B4-BE49-F238E27FC236}">
                <a16:creationId xmlns:a16="http://schemas.microsoft.com/office/drawing/2014/main" id="{E95B030C-11BF-1AD0-F5A9-75C2D60FBCCD}"/>
              </a:ext>
            </a:extLst>
          </p:cNvPr>
          <p:cNvSpPr/>
          <p:nvPr/>
        </p:nvSpPr>
        <p:spPr>
          <a:xfrm>
            <a:off x="905332" y="2589901"/>
            <a:ext cx="1295400" cy="61484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6" name="TextBox 2445">
            <a:extLst>
              <a:ext uri="{FF2B5EF4-FFF2-40B4-BE49-F238E27FC236}">
                <a16:creationId xmlns:a16="http://schemas.microsoft.com/office/drawing/2014/main" id="{AD5948DE-2287-AEDF-562C-25F53461006A}"/>
              </a:ext>
            </a:extLst>
          </p:cNvPr>
          <p:cNvSpPr txBox="1"/>
          <p:nvPr/>
        </p:nvSpPr>
        <p:spPr>
          <a:xfrm>
            <a:off x="1986038" y="2587042"/>
            <a:ext cx="3353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Impl.</a:t>
            </a:r>
            <a:endParaRPr lang="nb-NO" sz="200" dirty="0"/>
          </a:p>
        </p:txBody>
      </p:sp>
      <p:sp>
        <p:nvSpPr>
          <p:cNvPr id="2447" name="Rectangle 2446">
            <a:extLst>
              <a:ext uri="{FF2B5EF4-FFF2-40B4-BE49-F238E27FC236}">
                <a16:creationId xmlns:a16="http://schemas.microsoft.com/office/drawing/2014/main" id="{5078BEC4-6522-9BF8-DCBC-8F45E145EC47}"/>
              </a:ext>
            </a:extLst>
          </p:cNvPr>
          <p:cNvSpPr/>
          <p:nvPr/>
        </p:nvSpPr>
        <p:spPr>
          <a:xfrm>
            <a:off x="911748" y="2723850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8" name="Rectangle 2447">
            <a:extLst>
              <a:ext uri="{FF2B5EF4-FFF2-40B4-BE49-F238E27FC236}">
                <a16:creationId xmlns:a16="http://schemas.microsoft.com/office/drawing/2014/main" id="{019CC02F-EBAF-2E62-7395-9BEF38449FD9}"/>
              </a:ext>
            </a:extLst>
          </p:cNvPr>
          <p:cNvSpPr/>
          <p:nvPr/>
        </p:nvSpPr>
        <p:spPr>
          <a:xfrm>
            <a:off x="1700291" y="2723849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9" name="Rectangle 2448">
            <a:extLst>
              <a:ext uri="{FF2B5EF4-FFF2-40B4-BE49-F238E27FC236}">
                <a16:creationId xmlns:a16="http://schemas.microsoft.com/office/drawing/2014/main" id="{DA66328D-A877-7FC3-E92C-5D53EC99CFDF}"/>
              </a:ext>
            </a:extLst>
          </p:cNvPr>
          <p:cNvSpPr/>
          <p:nvPr/>
        </p:nvSpPr>
        <p:spPr>
          <a:xfrm>
            <a:off x="911748" y="2603200"/>
            <a:ext cx="788544" cy="3667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50" name="Rectangle 2449">
            <a:extLst>
              <a:ext uri="{FF2B5EF4-FFF2-40B4-BE49-F238E27FC236}">
                <a16:creationId xmlns:a16="http://schemas.microsoft.com/office/drawing/2014/main" id="{8023F54F-4717-8290-C4D5-CE3E9153F47C}"/>
              </a:ext>
            </a:extLst>
          </p:cNvPr>
          <p:cNvSpPr/>
          <p:nvPr/>
        </p:nvSpPr>
        <p:spPr>
          <a:xfrm>
            <a:off x="911748" y="3090494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1" name="Rectangle 2450">
            <a:extLst>
              <a:ext uri="{FF2B5EF4-FFF2-40B4-BE49-F238E27FC236}">
                <a16:creationId xmlns:a16="http://schemas.microsoft.com/office/drawing/2014/main" id="{D6345CF3-CBD0-D62B-8A63-A623EC6EACF5}"/>
              </a:ext>
            </a:extLst>
          </p:cNvPr>
          <p:cNvSpPr/>
          <p:nvPr/>
        </p:nvSpPr>
        <p:spPr>
          <a:xfrm>
            <a:off x="1700292" y="2726180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2" name="Rectangle 2451">
            <a:extLst>
              <a:ext uri="{FF2B5EF4-FFF2-40B4-BE49-F238E27FC236}">
                <a16:creationId xmlns:a16="http://schemas.microsoft.com/office/drawing/2014/main" id="{3B510BD0-2D96-22B5-C129-79CD170EC57A}"/>
              </a:ext>
            </a:extLst>
          </p:cNvPr>
          <p:cNvSpPr/>
          <p:nvPr/>
        </p:nvSpPr>
        <p:spPr>
          <a:xfrm>
            <a:off x="1700291" y="2846859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3" name="Rectangle 2452">
            <a:extLst>
              <a:ext uri="{FF2B5EF4-FFF2-40B4-BE49-F238E27FC236}">
                <a16:creationId xmlns:a16="http://schemas.microsoft.com/office/drawing/2014/main" id="{84F3958C-B36F-F325-09C5-AE3F77AEF255}"/>
              </a:ext>
            </a:extLst>
          </p:cNvPr>
          <p:cNvSpPr/>
          <p:nvPr/>
        </p:nvSpPr>
        <p:spPr>
          <a:xfrm>
            <a:off x="1700291" y="2967538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454" name="Straight Connector 2453">
            <a:extLst>
              <a:ext uri="{FF2B5EF4-FFF2-40B4-BE49-F238E27FC236}">
                <a16:creationId xmlns:a16="http://schemas.microsoft.com/office/drawing/2014/main" id="{B17E2D37-ED85-FDC7-E7DF-054B733A0524}"/>
              </a:ext>
            </a:extLst>
          </p:cNvPr>
          <p:cNvCxnSpPr>
            <a:cxnSpLocks/>
          </p:cNvCxnSpPr>
          <p:nvPr/>
        </p:nvCxnSpPr>
        <p:spPr>
          <a:xfrm>
            <a:off x="1106276" y="3090494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5" name="Straight Connector 2454">
            <a:extLst>
              <a:ext uri="{FF2B5EF4-FFF2-40B4-BE49-F238E27FC236}">
                <a16:creationId xmlns:a16="http://schemas.microsoft.com/office/drawing/2014/main" id="{565513AA-9845-0D5D-98CF-5390C1A77594}"/>
              </a:ext>
            </a:extLst>
          </p:cNvPr>
          <p:cNvCxnSpPr>
            <a:cxnSpLocks/>
          </p:cNvCxnSpPr>
          <p:nvPr/>
        </p:nvCxnSpPr>
        <p:spPr>
          <a:xfrm>
            <a:off x="1287251" y="309049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6" name="Straight Connector 2455">
            <a:extLst>
              <a:ext uri="{FF2B5EF4-FFF2-40B4-BE49-F238E27FC236}">
                <a16:creationId xmlns:a16="http://schemas.microsoft.com/office/drawing/2014/main" id="{7420E6E4-4260-CA5B-85C4-55777529F760}"/>
              </a:ext>
            </a:extLst>
          </p:cNvPr>
          <p:cNvCxnSpPr>
            <a:cxnSpLocks/>
          </p:cNvCxnSpPr>
          <p:nvPr/>
        </p:nvCxnSpPr>
        <p:spPr>
          <a:xfrm>
            <a:off x="1418218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7" name="Straight Connector 2456">
            <a:extLst>
              <a:ext uri="{FF2B5EF4-FFF2-40B4-BE49-F238E27FC236}">
                <a16:creationId xmlns:a16="http://schemas.microsoft.com/office/drawing/2014/main" id="{D3928BDD-804E-C8C1-2EA1-2764FE130EE1}"/>
              </a:ext>
            </a:extLst>
          </p:cNvPr>
          <p:cNvCxnSpPr>
            <a:cxnSpLocks/>
          </p:cNvCxnSpPr>
          <p:nvPr/>
        </p:nvCxnSpPr>
        <p:spPr>
          <a:xfrm>
            <a:off x="1546802" y="3090496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" name="TextBox 2457">
            <a:extLst>
              <a:ext uri="{FF2B5EF4-FFF2-40B4-BE49-F238E27FC236}">
                <a16:creationId xmlns:a16="http://schemas.microsoft.com/office/drawing/2014/main" id="{43CBAC28-BC71-414A-4570-FA70D1FFA6FF}"/>
              </a:ext>
            </a:extLst>
          </p:cNvPr>
          <p:cNvSpPr txBox="1"/>
          <p:nvPr/>
        </p:nvSpPr>
        <p:spPr>
          <a:xfrm>
            <a:off x="1620509" y="2710714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8D79411F-3233-BBB1-F720-CC6C5E7F9993}"/>
              </a:ext>
            </a:extLst>
          </p:cNvPr>
          <p:cNvSpPr txBox="1"/>
          <p:nvPr/>
        </p:nvSpPr>
        <p:spPr>
          <a:xfrm>
            <a:off x="1659964" y="2830500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460" name="TextBox 2459">
            <a:extLst>
              <a:ext uri="{FF2B5EF4-FFF2-40B4-BE49-F238E27FC236}">
                <a16:creationId xmlns:a16="http://schemas.microsoft.com/office/drawing/2014/main" id="{1B2AE027-F6FB-73EB-05F9-25E859B21968}"/>
              </a:ext>
            </a:extLst>
          </p:cNvPr>
          <p:cNvSpPr txBox="1"/>
          <p:nvPr/>
        </p:nvSpPr>
        <p:spPr>
          <a:xfrm>
            <a:off x="1630296" y="2952754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461" name="TextBox 2460">
            <a:extLst>
              <a:ext uri="{FF2B5EF4-FFF2-40B4-BE49-F238E27FC236}">
                <a16:creationId xmlns:a16="http://schemas.microsoft.com/office/drawing/2014/main" id="{89A7F44C-286C-7D55-BE93-E86D000262EC}"/>
              </a:ext>
            </a:extLst>
          </p:cNvPr>
          <p:cNvSpPr txBox="1"/>
          <p:nvPr/>
        </p:nvSpPr>
        <p:spPr>
          <a:xfrm>
            <a:off x="1691797" y="3067890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2462" name="Rectangle 2461">
            <a:extLst>
              <a:ext uri="{FF2B5EF4-FFF2-40B4-BE49-F238E27FC236}">
                <a16:creationId xmlns:a16="http://schemas.microsoft.com/office/drawing/2014/main" id="{F4E4735B-7A10-96F1-08F3-96823F1AC97F}"/>
              </a:ext>
            </a:extLst>
          </p:cNvPr>
          <p:cNvSpPr/>
          <p:nvPr/>
        </p:nvSpPr>
        <p:spPr>
          <a:xfrm>
            <a:off x="1700291" y="3093941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3" name="Rectangle 2462">
            <a:extLst>
              <a:ext uri="{FF2B5EF4-FFF2-40B4-BE49-F238E27FC236}">
                <a16:creationId xmlns:a16="http://schemas.microsoft.com/office/drawing/2014/main" id="{47A8F45F-B883-B57D-5425-1547D2C5BED9}"/>
              </a:ext>
            </a:extLst>
          </p:cNvPr>
          <p:cNvSpPr/>
          <p:nvPr/>
        </p:nvSpPr>
        <p:spPr>
          <a:xfrm>
            <a:off x="1923942" y="284629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4" name="Rectangle 2463">
            <a:extLst>
              <a:ext uri="{FF2B5EF4-FFF2-40B4-BE49-F238E27FC236}">
                <a16:creationId xmlns:a16="http://schemas.microsoft.com/office/drawing/2014/main" id="{455C2B62-4095-B3AF-60B5-F2B7CCFA8C3E}"/>
              </a:ext>
            </a:extLst>
          </p:cNvPr>
          <p:cNvSpPr/>
          <p:nvPr/>
        </p:nvSpPr>
        <p:spPr>
          <a:xfrm>
            <a:off x="1923940" y="297011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5" name="TextBox 2464">
            <a:extLst>
              <a:ext uri="{FF2B5EF4-FFF2-40B4-BE49-F238E27FC236}">
                <a16:creationId xmlns:a16="http://schemas.microsoft.com/office/drawing/2014/main" id="{9E26048D-2BDF-090F-16B3-33D383F7D427}"/>
              </a:ext>
            </a:extLst>
          </p:cNvPr>
          <p:cNvSpPr txBox="1"/>
          <p:nvPr/>
        </p:nvSpPr>
        <p:spPr>
          <a:xfrm>
            <a:off x="1737218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L</a:t>
            </a:r>
            <a:endParaRPr lang="nb-NO" sz="200" dirty="0"/>
          </a:p>
        </p:txBody>
      </p:sp>
      <p:sp>
        <p:nvSpPr>
          <p:cNvPr id="2466" name="Rectangle 2465">
            <a:extLst>
              <a:ext uri="{FF2B5EF4-FFF2-40B4-BE49-F238E27FC236}">
                <a16:creationId xmlns:a16="http://schemas.microsoft.com/office/drawing/2014/main" id="{865D93BB-8D95-BAFB-37A1-A4296BE9E6BB}"/>
              </a:ext>
            </a:extLst>
          </p:cNvPr>
          <p:cNvSpPr/>
          <p:nvPr/>
        </p:nvSpPr>
        <p:spPr>
          <a:xfrm>
            <a:off x="1927114" y="2603478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7" name="Rectangle 2466">
            <a:extLst>
              <a:ext uri="{FF2B5EF4-FFF2-40B4-BE49-F238E27FC236}">
                <a16:creationId xmlns:a16="http://schemas.microsoft.com/office/drawing/2014/main" id="{8244C31D-DCFE-1A2B-FFF3-DA439644C1CB}"/>
              </a:ext>
            </a:extLst>
          </p:cNvPr>
          <p:cNvSpPr/>
          <p:nvPr/>
        </p:nvSpPr>
        <p:spPr>
          <a:xfrm>
            <a:off x="2059477" y="260296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8" name="Rectangle 2467">
            <a:extLst>
              <a:ext uri="{FF2B5EF4-FFF2-40B4-BE49-F238E27FC236}">
                <a16:creationId xmlns:a16="http://schemas.microsoft.com/office/drawing/2014/main" id="{BC83CCA3-4E10-BC8B-0522-E4BF9FD039DE}"/>
              </a:ext>
            </a:extLst>
          </p:cNvPr>
          <p:cNvSpPr/>
          <p:nvPr/>
        </p:nvSpPr>
        <p:spPr>
          <a:xfrm>
            <a:off x="1700264" y="2603183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9" name="Rectangle 2468">
            <a:extLst>
              <a:ext uri="{FF2B5EF4-FFF2-40B4-BE49-F238E27FC236}">
                <a16:creationId xmlns:a16="http://schemas.microsoft.com/office/drawing/2014/main" id="{08A73732-B8FA-1CF8-C621-584271A543CD}"/>
              </a:ext>
            </a:extLst>
          </p:cNvPr>
          <p:cNvSpPr/>
          <p:nvPr/>
        </p:nvSpPr>
        <p:spPr>
          <a:xfrm>
            <a:off x="2059853" y="2847231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0" name="Rectangle 2469">
            <a:extLst>
              <a:ext uri="{FF2B5EF4-FFF2-40B4-BE49-F238E27FC236}">
                <a16:creationId xmlns:a16="http://schemas.microsoft.com/office/drawing/2014/main" id="{587F21CF-5A49-ACF1-A41F-D7445F6C6D5D}"/>
              </a:ext>
            </a:extLst>
          </p:cNvPr>
          <p:cNvSpPr/>
          <p:nvPr/>
        </p:nvSpPr>
        <p:spPr>
          <a:xfrm>
            <a:off x="2058846" y="2970354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1" name="Rectangle 2470">
            <a:extLst>
              <a:ext uri="{FF2B5EF4-FFF2-40B4-BE49-F238E27FC236}">
                <a16:creationId xmlns:a16="http://schemas.microsoft.com/office/drawing/2014/main" id="{9341FC10-91B0-F561-3E49-02CACFAD291C}"/>
              </a:ext>
            </a:extLst>
          </p:cNvPr>
          <p:cNvSpPr/>
          <p:nvPr/>
        </p:nvSpPr>
        <p:spPr>
          <a:xfrm>
            <a:off x="1927086" y="2724923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2" name="TextBox 2471">
            <a:extLst>
              <a:ext uri="{FF2B5EF4-FFF2-40B4-BE49-F238E27FC236}">
                <a16:creationId xmlns:a16="http://schemas.microsoft.com/office/drawing/2014/main" id="{CE1DEC37-45C9-46AF-8D03-702027A2CA3D}"/>
              </a:ext>
            </a:extLst>
          </p:cNvPr>
          <p:cNvSpPr txBox="1"/>
          <p:nvPr/>
        </p:nvSpPr>
        <p:spPr>
          <a:xfrm>
            <a:off x="1856358" y="2586875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2473" name="TextBox 2472">
            <a:extLst>
              <a:ext uri="{FF2B5EF4-FFF2-40B4-BE49-F238E27FC236}">
                <a16:creationId xmlns:a16="http://schemas.microsoft.com/office/drawing/2014/main" id="{204E4AEF-38FE-D92A-0A15-531D21AA062D}"/>
              </a:ext>
            </a:extLst>
          </p:cNvPr>
          <p:cNvSpPr txBox="1"/>
          <p:nvPr/>
        </p:nvSpPr>
        <p:spPr>
          <a:xfrm>
            <a:off x="1928577" y="2708976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2474" name="TextBox 2473">
            <a:extLst>
              <a:ext uri="{FF2B5EF4-FFF2-40B4-BE49-F238E27FC236}">
                <a16:creationId xmlns:a16="http://schemas.microsoft.com/office/drawing/2014/main" id="{17D71A10-002B-7A87-F542-722A2B4DE04A}"/>
              </a:ext>
            </a:extLst>
          </p:cNvPr>
          <p:cNvSpPr txBox="1"/>
          <p:nvPr/>
        </p:nvSpPr>
        <p:spPr>
          <a:xfrm>
            <a:off x="1551841" y="379366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475" name="TextBox 2474">
            <a:extLst>
              <a:ext uri="{FF2B5EF4-FFF2-40B4-BE49-F238E27FC236}">
                <a16:creationId xmlns:a16="http://schemas.microsoft.com/office/drawing/2014/main" id="{3B9CC00E-EA58-D983-7DD9-A4560205001E}"/>
              </a:ext>
            </a:extLst>
          </p:cNvPr>
          <p:cNvSpPr txBox="1"/>
          <p:nvPr/>
        </p:nvSpPr>
        <p:spPr>
          <a:xfrm>
            <a:off x="1156505" y="2936815"/>
            <a:ext cx="343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0,5</a:t>
            </a:r>
          </a:p>
        </p:txBody>
      </p:sp>
      <p:cxnSp>
        <p:nvCxnSpPr>
          <p:cNvPr id="2476" name="Straight Connector 2475">
            <a:extLst>
              <a:ext uri="{FF2B5EF4-FFF2-40B4-BE49-F238E27FC236}">
                <a16:creationId xmlns:a16="http://schemas.microsoft.com/office/drawing/2014/main" id="{B58D124B-F07C-B3D1-622E-7DF0EA1F7B6A}"/>
              </a:ext>
            </a:extLst>
          </p:cNvPr>
          <p:cNvCxnSpPr>
            <a:cxnSpLocks/>
          </p:cNvCxnSpPr>
          <p:nvPr/>
        </p:nvCxnSpPr>
        <p:spPr>
          <a:xfrm>
            <a:off x="961678" y="3169531"/>
            <a:ext cx="8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7" name="Straight Connector 2476">
            <a:extLst>
              <a:ext uri="{FF2B5EF4-FFF2-40B4-BE49-F238E27FC236}">
                <a16:creationId xmlns:a16="http://schemas.microsoft.com/office/drawing/2014/main" id="{CF6A1F00-845F-6529-3B75-BF941814C6F4}"/>
              </a:ext>
            </a:extLst>
          </p:cNvPr>
          <p:cNvCxnSpPr>
            <a:cxnSpLocks/>
          </p:cNvCxnSpPr>
          <p:nvPr/>
        </p:nvCxnSpPr>
        <p:spPr>
          <a:xfrm flipH="1">
            <a:off x="961678" y="3121906"/>
            <a:ext cx="77525" cy="47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8" name="TextBox 2477">
            <a:extLst>
              <a:ext uri="{FF2B5EF4-FFF2-40B4-BE49-F238E27FC236}">
                <a16:creationId xmlns:a16="http://schemas.microsoft.com/office/drawing/2014/main" id="{EBDDBD64-C22E-76DE-C2D7-93A6D7E2A618}"/>
              </a:ext>
            </a:extLst>
          </p:cNvPr>
          <p:cNvSpPr txBox="1"/>
          <p:nvPr/>
        </p:nvSpPr>
        <p:spPr>
          <a:xfrm>
            <a:off x="1239384" y="3054169"/>
            <a:ext cx="2027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A</a:t>
            </a:r>
          </a:p>
        </p:txBody>
      </p:sp>
      <p:sp>
        <p:nvSpPr>
          <p:cNvPr id="2479" name="TextBox 2478">
            <a:extLst>
              <a:ext uri="{FF2B5EF4-FFF2-40B4-BE49-F238E27FC236}">
                <a16:creationId xmlns:a16="http://schemas.microsoft.com/office/drawing/2014/main" id="{F054BF06-312A-EC78-8447-2D6E54CDF752}"/>
              </a:ext>
            </a:extLst>
          </p:cNvPr>
          <p:cNvSpPr txBox="1"/>
          <p:nvPr/>
        </p:nvSpPr>
        <p:spPr>
          <a:xfrm>
            <a:off x="818412" y="2620057"/>
            <a:ext cx="107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Angle on </a:t>
            </a:r>
          </a:p>
          <a:p>
            <a:pPr algn="ctr"/>
            <a:r>
              <a:rPr lang="nb-NO" sz="800" b="1" dirty="0"/>
              <a:t>diagonal face</a:t>
            </a:r>
          </a:p>
        </p:txBody>
      </p:sp>
      <p:sp>
        <p:nvSpPr>
          <p:cNvPr id="2480" name="TextBox 2479">
            <a:extLst>
              <a:ext uri="{FF2B5EF4-FFF2-40B4-BE49-F238E27FC236}">
                <a16:creationId xmlns:a16="http://schemas.microsoft.com/office/drawing/2014/main" id="{582931A6-2DEA-1195-A6FC-C73FCE41BCB4}"/>
              </a:ext>
            </a:extLst>
          </p:cNvPr>
          <p:cNvSpPr txBox="1"/>
          <p:nvPr/>
        </p:nvSpPr>
        <p:spPr>
          <a:xfrm>
            <a:off x="1462411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81" name="TextBox 2480">
            <a:extLst>
              <a:ext uri="{FF2B5EF4-FFF2-40B4-BE49-F238E27FC236}">
                <a16:creationId xmlns:a16="http://schemas.microsoft.com/office/drawing/2014/main" id="{AF320533-46CB-3FAA-A832-B5C345102EF4}"/>
              </a:ext>
            </a:extLst>
          </p:cNvPr>
          <p:cNvSpPr txBox="1"/>
          <p:nvPr/>
        </p:nvSpPr>
        <p:spPr>
          <a:xfrm>
            <a:off x="1645665" y="36743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82" name="TextBox 2481">
            <a:extLst>
              <a:ext uri="{FF2B5EF4-FFF2-40B4-BE49-F238E27FC236}">
                <a16:creationId xmlns:a16="http://schemas.microsoft.com/office/drawing/2014/main" id="{38B83B8B-4897-190B-9B87-81A9EE2AC4FE}"/>
              </a:ext>
            </a:extLst>
          </p:cNvPr>
          <p:cNvSpPr txBox="1"/>
          <p:nvPr/>
        </p:nvSpPr>
        <p:spPr>
          <a:xfrm>
            <a:off x="20679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83" name="TextBox 2482">
            <a:extLst>
              <a:ext uri="{FF2B5EF4-FFF2-40B4-BE49-F238E27FC236}">
                <a16:creationId xmlns:a16="http://schemas.microsoft.com/office/drawing/2014/main" id="{17A147B2-5EF0-1648-1700-219259C5A40C}"/>
              </a:ext>
            </a:extLst>
          </p:cNvPr>
          <p:cNvSpPr txBox="1"/>
          <p:nvPr/>
        </p:nvSpPr>
        <p:spPr>
          <a:xfrm>
            <a:off x="385283" y="367187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84" name="TextBox 2483">
            <a:extLst>
              <a:ext uri="{FF2B5EF4-FFF2-40B4-BE49-F238E27FC236}">
                <a16:creationId xmlns:a16="http://schemas.microsoft.com/office/drawing/2014/main" id="{504F5243-2C32-DC2C-0499-C29A509AD86E}"/>
              </a:ext>
            </a:extLst>
          </p:cNvPr>
          <p:cNvSpPr txBox="1"/>
          <p:nvPr/>
        </p:nvSpPr>
        <p:spPr>
          <a:xfrm>
            <a:off x="206333" y="417780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85" name="TextBox 2484">
            <a:extLst>
              <a:ext uri="{FF2B5EF4-FFF2-40B4-BE49-F238E27FC236}">
                <a16:creationId xmlns:a16="http://schemas.microsoft.com/office/drawing/2014/main" id="{B9489CFD-1A6A-4D85-8CA0-9F30D992E22D}"/>
              </a:ext>
            </a:extLst>
          </p:cNvPr>
          <p:cNvSpPr txBox="1"/>
          <p:nvPr/>
        </p:nvSpPr>
        <p:spPr>
          <a:xfrm>
            <a:off x="378063" y="417979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86" name="TextBox 2485">
            <a:extLst>
              <a:ext uri="{FF2B5EF4-FFF2-40B4-BE49-F238E27FC236}">
                <a16:creationId xmlns:a16="http://schemas.microsoft.com/office/drawing/2014/main" id="{36F73CE2-A835-0F6C-C025-A2AA7E3B0180}"/>
              </a:ext>
            </a:extLst>
          </p:cNvPr>
          <p:cNvSpPr txBox="1"/>
          <p:nvPr/>
        </p:nvSpPr>
        <p:spPr>
          <a:xfrm>
            <a:off x="423658" y="4285708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87" name="TextBox 2486">
            <a:extLst>
              <a:ext uri="{FF2B5EF4-FFF2-40B4-BE49-F238E27FC236}">
                <a16:creationId xmlns:a16="http://schemas.microsoft.com/office/drawing/2014/main" id="{C89FD8C5-AD78-7577-A3D6-65F18C8BE9F1}"/>
              </a:ext>
            </a:extLst>
          </p:cNvPr>
          <p:cNvSpPr txBox="1"/>
          <p:nvPr/>
        </p:nvSpPr>
        <p:spPr>
          <a:xfrm>
            <a:off x="258894" y="4282730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L</a:t>
            </a:r>
            <a:endParaRPr lang="nb-NO" sz="400" dirty="0"/>
          </a:p>
        </p:txBody>
      </p:sp>
      <p:sp>
        <p:nvSpPr>
          <p:cNvPr id="2488" name="TextBox 2487">
            <a:extLst>
              <a:ext uri="{FF2B5EF4-FFF2-40B4-BE49-F238E27FC236}">
                <a16:creationId xmlns:a16="http://schemas.microsoft.com/office/drawing/2014/main" id="{899CB22F-C75C-C501-0E0E-81B78BF47400}"/>
              </a:ext>
            </a:extLst>
          </p:cNvPr>
          <p:cNvSpPr txBox="1"/>
          <p:nvPr/>
        </p:nvSpPr>
        <p:spPr>
          <a:xfrm>
            <a:off x="1877678" y="2827042"/>
            <a:ext cx="1599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89" name="TextBox 2488">
            <a:extLst>
              <a:ext uri="{FF2B5EF4-FFF2-40B4-BE49-F238E27FC236}">
                <a16:creationId xmlns:a16="http://schemas.microsoft.com/office/drawing/2014/main" id="{29A896AE-0148-0A2F-B369-2DEA79FB190E}"/>
              </a:ext>
            </a:extLst>
          </p:cNvPr>
          <p:cNvSpPr txBox="1"/>
          <p:nvPr/>
        </p:nvSpPr>
        <p:spPr>
          <a:xfrm>
            <a:off x="2011437" y="283134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H</a:t>
            </a:r>
            <a:endParaRPr lang="nb-NO" sz="400" dirty="0"/>
          </a:p>
        </p:txBody>
      </p:sp>
      <p:sp>
        <p:nvSpPr>
          <p:cNvPr id="2490" name="Arrow: Right 2489">
            <a:extLst>
              <a:ext uri="{FF2B5EF4-FFF2-40B4-BE49-F238E27FC236}">
                <a16:creationId xmlns:a16="http://schemas.microsoft.com/office/drawing/2014/main" id="{E3439FE2-08E6-1558-9947-DDB8F1D2D489}"/>
              </a:ext>
            </a:extLst>
          </p:cNvPr>
          <p:cNvSpPr/>
          <p:nvPr/>
        </p:nvSpPr>
        <p:spPr>
          <a:xfrm rot="13586053">
            <a:off x="919403" y="3554010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91" name="Cross 2490">
            <a:extLst>
              <a:ext uri="{FF2B5EF4-FFF2-40B4-BE49-F238E27FC236}">
                <a16:creationId xmlns:a16="http://schemas.microsoft.com/office/drawing/2014/main" id="{82C9C78E-5ACF-8705-7692-AB543E570870}"/>
              </a:ext>
            </a:extLst>
          </p:cNvPr>
          <p:cNvSpPr/>
          <p:nvPr/>
        </p:nvSpPr>
        <p:spPr>
          <a:xfrm>
            <a:off x="937934" y="350186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3" name="Cross 2492">
            <a:extLst>
              <a:ext uri="{FF2B5EF4-FFF2-40B4-BE49-F238E27FC236}">
                <a16:creationId xmlns:a16="http://schemas.microsoft.com/office/drawing/2014/main" id="{3C5ABF9A-3B22-58D1-155F-5B25F0610F90}"/>
              </a:ext>
            </a:extLst>
          </p:cNvPr>
          <p:cNvSpPr/>
          <p:nvPr/>
        </p:nvSpPr>
        <p:spPr>
          <a:xfrm>
            <a:off x="2182453" y="4409178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4" name="Cross 2493">
            <a:extLst>
              <a:ext uri="{FF2B5EF4-FFF2-40B4-BE49-F238E27FC236}">
                <a16:creationId xmlns:a16="http://schemas.microsoft.com/office/drawing/2014/main" id="{8B37B059-FF88-3F2C-1188-1B57D224F8AF}"/>
              </a:ext>
            </a:extLst>
          </p:cNvPr>
          <p:cNvSpPr/>
          <p:nvPr/>
        </p:nvSpPr>
        <p:spPr>
          <a:xfrm>
            <a:off x="3433924" y="4428774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5" name="Rectangle 2494">
            <a:extLst>
              <a:ext uri="{FF2B5EF4-FFF2-40B4-BE49-F238E27FC236}">
                <a16:creationId xmlns:a16="http://schemas.microsoft.com/office/drawing/2014/main" id="{5F20979A-7B89-1689-474A-EC8C20C9256D}"/>
              </a:ext>
            </a:extLst>
          </p:cNvPr>
          <p:cNvSpPr/>
          <p:nvPr/>
        </p:nvSpPr>
        <p:spPr>
          <a:xfrm>
            <a:off x="1102802" y="328552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6" name="TextBox 2495">
            <a:extLst>
              <a:ext uri="{FF2B5EF4-FFF2-40B4-BE49-F238E27FC236}">
                <a16:creationId xmlns:a16="http://schemas.microsoft.com/office/drawing/2014/main" id="{113E70ED-EE04-5640-6C74-57D3B3B211FF}"/>
              </a:ext>
            </a:extLst>
          </p:cNvPr>
          <p:cNvSpPr txBox="1"/>
          <p:nvPr/>
        </p:nvSpPr>
        <p:spPr>
          <a:xfrm>
            <a:off x="1181840" y="3429649"/>
            <a:ext cx="1053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process</a:t>
            </a:r>
          </a:p>
        </p:txBody>
      </p:sp>
      <p:sp>
        <p:nvSpPr>
          <p:cNvPr id="2497" name="Cross 2496">
            <a:extLst>
              <a:ext uri="{FF2B5EF4-FFF2-40B4-BE49-F238E27FC236}">
                <a16:creationId xmlns:a16="http://schemas.microsoft.com/office/drawing/2014/main" id="{55D32E49-276B-B3A8-5B7B-DBC046D834BE}"/>
              </a:ext>
            </a:extLst>
          </p:cNvPr>
          <p:cNvSpPr/>
          <p:nvPr/>
        </p:nvSpPr>
        <p:spPr>
          <a:xfrm>
            <a:off x="1885485" y="342538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8" name="Arrow: Right 2497">
            <a:extLst>
              <a:ext uri="{FF2B5EF4-FFF2-40B4-BE49-F238E27FC236}">
                <a16:creationId xmlns:a16="http://schemas.microsoft.com/office/drawing/2014/main" id="{B15A2134-12A7-0ADB-70A7-42542C839CE9}"/>
              </a:ext>
            </a:extLst>
          </p:cNvPr>
          <p:cNvSpPr/>
          <p:nvPr/>
        </p:nvSpPr>
        <p:spPr>
          <a:xfrm rot="13586053">
            <a:off x="1645011" y="3540382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01" name="Rectangle 2500">
            <a:extLst>
              <a:ext uri="{FF2B5EF4-FFF2-40B4-BE49-F238E27FC236}">
                <a16:creationId xmlns:a16="http://schemas.microsoft.com/office/drawing/2014/main" id="{13113C7C-6836-5882-7644-D2AEA637FF4A}"/>
              </a:ext>
            </a:extLst>
          </p:cNvPr>
          <p:cNvSpPr/>
          <p:nvPr/>
        </p:nvSpPr>
        <p:spPr>
          <a:xfrm>
            <a:off x="229403" y="3513848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2" name="TextBox 2501">
            <a:extLst>
              <a:ext uri="{FF2B5EF4-FFF2-40B4-BE49-F238E27FC236}">
                <a16:creationId xmlns:a16="http://schemas.microsoft.com/office/drawing/2014/main" id="{F4D2BBE7-AE4A-FA4E-E008-A20D640EB825}"/>
              </a:ext>
            </a:extLst>
          </p:cNvPr>
          <p:cNvSpPr txBox="1"/>
          <p:nvPr/>
        </p:nvSpPr>
        <p:spPr>
          <a:xfrm>
            <a:off x="341393" y="3657968"/>
            <a:ext cx="703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dirty="0"/>
              <a:t>Add Model</a:t>
            </a:r>
          </a:p>
        </p:txBody>
      </p:sp>
      <p:sp>
        <p:nvSpPr>
          <p:cNvPr id="2503" name="Cross 2502">
            <a:extLst>
              <a:ext uri="{FF2B5EF4-FFF2-40B4-BE49-F238E27FC236}">
                <a16:creationId xmlns:a16="http://schemas.microsoft.com/office/drawing/2014/main" id="{72163ACC-79EB-31B3-C5EC-D1C50B2B52DA}"/>
              </a:ext>
            </a:extLst>
          </p:cNvPr>
          <p:cNvSpPr/>
          <p:nvPr/>
        </p:nvSpPr>
        <p:spPr>
          <a:xfrm>
            <a:off x="1012086" y="3653699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5" name="Rectangle 2504">
            <a:extLst>
              <a:ext uri="{FF2B5EF4-FFF2-40B4-BE49-F238E27FC236}">
                <a16:creationId xmlns:a16="http://schemas.microsoft.com/office/drawing/2014/main" id="{3160326E-5B95-A89E-5091-F06FAAF4B502}"/>
              </a:ext>
            </a:extLst>
          </p:cNvPr>
          <p:cNvSpPr/>
          <p:nvPr/>
        </p:nvSpPr>
        <p:spPr>
          <a:xfrm>
            <a:off x="-10615" y="1968838"/>
            <a:ext cx="3800271" cy="3731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6" name="Rectangle 2505">
            <a:extLst>
              <a:ext uri="{FF2B5EF4-FFF2-40B4-BE49-F238E27FC236}">
                <a16:creationId xmlns:a16="http://schemas.microsoft.com/office/drawing/2014/main" id="{6449A5B4-66FF-BA83-7CA4-8F9716F5E090}"/>
              </a:ext>
            </a:extLst>
          </p:cNvPr>
          <p:cNvSpPr/>
          <p:nvPr/>
        </p:nvSpPr>
        <p:spPr>
          <a:xfrm>
            <a:off x="32646" y="2503511"/>
            <a:ext cx="3699751" cy="2884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7" name="Rectangle 2506">
            <a:extLst>
              <a:ext uri="{FF2B5EF4-FFF2-40B4-BE49-F238E27FC236}">
                <a16:creationId xmlns:a16="http://schemas.microsoft.com/office/drawing/2014/main" id="{2B5F1DE2-8943-8D0B-62F1-A70DE0722DC5}"/>
              </a:ext>
            </a:extLst>
          </p:cNvPr>
          <p:cNvSpPr/>
          <p:nvPr/>
        </p:nvSpPr>
        <p:spPr>
          <a:xfrm>
            <a:off x="1873703" y="3839391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9" name="Rectangle 2508">
            <a:extLst>
              <a:ext uri="{FF2B5EF4-FFF2-40B4-BE49-F238E27FC236}">
                <a16:creationId xmlns:a16="http://schemas.microsoft.com/office/drawing/2014/main" id="{C5534A0D-ECBC-B5BE-D23F-325CC3577992}"/>
              </a:ext>
            </a:extLst>
          </p:cNvPr>
          <p:cNvSpPr/>
          <p:nvPr/>
        </p:nvSpPr>
        <p:spPr>
          <a:xfrm>
            <a:off x="32720" y="2505890"/>
            <a:ext cx="1838255" cy="422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0" name="Rectangle 2509">
            <a:extLst>
              <a:ext uri="{FF2B5EF4-FFF2-40B4-BE49-F238E27FC236}">
                <a16:creationId xmlns:a16="http://schemas.microsoft.com/office/drawing/2014/main" id="{8A7688D5-D884-20B5-FC03-D3A887DDD11C}"/>
              </a:ext>
            </a:extLst>
          </p:cNvPr>
          <p:cNvSpPr/>
          <p:nvPr/>
        </p:nvSpPr>
        <p:spPr>
          <a:xfrm>
            <a:off x="35647" y="2926137"/>
            <a:ext cx="1836299" cy="245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11" name="Rectangle 2510">
            <a:extLst>
              <a:ext uri="{FF2B5EF4-FFF2-40B4-BE49-F238E27FC236}">
                <a16:creationId xmlns:a16="http://schemas.microsoft.com/office/drawing/2014/main" id="{45641188-4BB3-D6E5-5764-64B688F90C6A}"/>
              </a:ext>
            </a:extLst>
          </p:cNvPr>
          <p:cNvSpPr/>
          <p:nvPr/>
        </p:nvSpPr>
        <p:spPr>
          <a:xfrm>
            <a:off x="407512" y="3265102"/>
            <a:ext cx="110295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12" name="Rectangle 2511">
            <a:extLst>
              <a:ext uri="{FF2B5EF4-FFF2-40B4-BE49-F238E27FC236}">
                <a16:creationId xmlns:a16="http://schemas.microsoft.com/office/drawing/2014/main" id="{C0F73B96-CC4F-EF5E-61CE-645A1C4A4F5E}"/>
              </a:ext>
            </a:extLst>
          </p:cNvPr>
          <p:cNvSpPr/>
          <p:nvPr/>
        </p:nvSpPr>
        <p:spPr>
          <a:xfrm>
            <a:off x="1346812" y="3266092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13" name="Isosceles Triangle 2512">
            <a:extLst>
              <a:ext uri="{FF2B5EF4-FFF2-40B4-BE49-F238E27FC236}">
                <a16:creationId xmlns:a16="http://schemas.microsoft.com/office/drawing/2014/main" id="{32418063-D8C8-C727-753A-2E858621A0ED}"/>
              </a:ext>
            </a:extLst>
          </p:cNvPr>
          <p:cNvSpPr/>
          <p:nvPr/>
        </p:nvSpPr>
        <p:spPr>
          <a:xfrm rot="10800000">
            <a:off x="1376666" y="3298833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4" name="Rectangle 2513">
            <a:extLst>
              <a:ext uri="{FF2B5EF4-FFF2-40B4-BE49-F238E27FC236}">
                <a16:creationId xmlns:a16="http://schemas.microsoft.com/office/drawing/2014/main" id="{2F3F818D-4E7B-C127-5A9A-2FAF5CC4721D}"/>
              </a:ext>
            </a:extLst>
          </p:cNvPr>
          <p:cNvSpPr/>
          <p:nvPr/>
        </p:nvSpPr>
        <p:spPr>
          <a:xfrm>
            <a:off x="2161304" y="4565549"/>
            <a:ext cx="1195745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5" name="Cross 2514">
            <a:extLst>
              <a:ext uri="{FF2B5EF4-FFF2-40B4-BE49-F238E27FC236}">
                <a16:creationId xmlns:a16="http://schemas.microsoft.com/office/drawing/2014/main" id="{E2655052-2F18-39A4-D247-557AD99DCA6B}"/>
              </a:ext>
            </a:extLst>
          </p:cNvPr>
          <p:cNvSpPr/>
          <p:nvPr/>
        </p:nvSpPr>
        <p:spPr>
          <a:xfrm>
            <a:off x="2943987" y="4705400"/>
            <a:ext cx="237511" cy="232262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1" name="Rectangle 2520">
            <a:extLst>
              <a:ext uri="{FF2B5EF4-FFF2-40B4-BE49-F238E27FC236}">
                <a16:creationId xmlns:a16="http://schemas.microsoft.com/office/drawing/2014/main" id="{3AE2B3CB-55AE-8C11-0A84-C2F102DD3356}"/>
              </a:ext>
            </a:extLst>
          </p:cNvPr>
          <p:cNvSpPr/>
          <p:nvPr/>
        </p:nvSpPr>
        <p:spPr>
          <a:xfrm>
            <a:off x="3113268" y="5454474"/>
            <a:ext cx="349004" cy="1936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2523" name="TextBox 2522">
            <a:extLst>
              <a:ext uri="{FF2B5EF4-FFF2-40B4-BE49-F238E27FC236}">
                <a16:creationId xmlns:a16="http://schemas.microsoft.com/office/drawing/2014/main" id="{8A73A760-B2A4-B9C5-4197-4FF8BC3B4404}"/>
              </a:ext>
            </a:extLst>
          </p:cNvPr>
          <p:cNvSpPr txBox="1"/>
          <p:nvPr/>
        </p:nvSpPr>
        <p:spPr>
          <a:xfrm>
            <a:off x="-51784" y="2036099"/>
            <a:ext cx="2853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b="1" dirty="0"/>
              <a:t>Preventive action selection</a:t>
            </a:r>
          </a:p>
        </p:txBody>
      </p:sp>
      <p:sp>
        <p:nvSpPr>
          <p:cNvPr id="2524" name="TextBox 2523">
            <a:extLst>
              <a:ext uri="{FF2B5EF4-FFF2-40B4-BE49-F238E27FC236}">
                <a16:creationId xmlns:a16="http://schemas.microsoft.com/office/drawing/2014/main" id="{764A3C8C-EBD0-BF80-A3D0-CAAA861FF726}"/>
              </a:ext>
            </a:extLst>
          </p:cNvPr>
          <p:cNvSpPr txBox="1"/>
          <p:nvPr/>
        </p:nvSpPr>
        <p:spPr>
          <a:xfrm>
            <a:off x="2088295" y="4658082"/>
            <a:ext cx="105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Add preventive action</a:t>
            </a:r>
          </a:p>
        </p:txBody>
      </p:sp>
      <p:sp>
        <p:nvSpPr>
          <p:cNvPr id="2526" name="TextBox 2525">
            <a:extLst>
              <a:ext uri="{FF2B5EF4-FFF2-40B4-BE49-F238E27FC236}">
                <a16:creationId xmlns:a16="http://schemas.microsoft.com/office/drawing/2014/main" id="{2054B9DB-9F9E-22BB-3FE2-8E9AA13A13DB}"/>
              </a:ext>
            </a:extLst>
          </p:cNvPr>
          <p:cNvSpPr txBox="1"/>
          <p:nvPr/>
        </p:nvSpPr>
        <p:spPr>
          <a:xfrm>
            <a:off x="19880" y="2509181"/>
            <a:ext cx="1880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Established preventive actions</a:t>
            </a:r>
          </a:p>
        </p:txBody>
      </p:sp>
      <p:sp>
        <p:nvSpPr>
          <p:cNvPr id="2527" name="TextBox 2526">
            <a:extLst>
              <a:ext uri="{FF2B5EF4-FFF2-40B4-BE49-F238E27FC236}">
                <a16:creationId xmlns:a16="http://schemas.microsoft.com/office/drawing/2014/main" id="{80C9A3EA-D271-70B3-E43A-6E5597019B02}"/>
              </a:ext>
            </a:extLst>
          </p:cNvPr>
          <p:cNvSpPr txBox="1"/>
          <p:nvPr/>
        </p:nvSpPr>
        <p:spPr>
          <a:xfrm>
            <a:off x="1837526" y="3907310"/>
            <a:ext cx="188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Create a preventive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2C4EA-D2DB-2A62-B940-32C35AAD2CF6}"/>
              </a:ext>
            </a:extLst>
          </p:cNvPr>
          <p:cNvSpPr/>
          <p:nvPr/>
        </p:nvSpPr>
        <p:spPr>
          <a:xfrm>
            <a:off x="1872293" y="2507455"/>
            <a:ext cx="1858694" cy="413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87570-D337-905A-74EC-376BCF833E1D}"/>
              </a:ext>
            </a:extLst>
          </p:cNvPr>
          <p:cNvSpPr txBox="1"/>
          <p:nvPr/>
        </p:nvSpPr>
        <p:spPr>
          <a:xfrm>
            <a:off x="1849082" y="2491235"/>
            <a:ext cx="188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Frequency of preventive 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7159D-4849-A8C7-46D4-341D1AA657E3}"/>
              </a:ext>
            </a:extLst>
          </p:cNvPr>
          <p:cNvSpPr/>
          <p:nvPr/>
        </p:nvSpPr>
        <p:spPr>
          <a:xfrm>
            <a:off x="2476503" y="3276564"/>
            <a:ext cx="300036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3CC5F9-60F6-38D7-5775-FB5722F408FD}"/>
              </a:ext>
            </a:extLst>
          </p:cNvPr>
          <p:cNvSpPr txBox="1"/>
          <p:nvPr/>
        </p:nvSpPr>
        <p:spPr>
          <a:xfrm>
            <a:off x="1815480" y="3088777"/>
            <a:ext cx="77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Ones every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60BB0A-8CB4-D171-17D4-CCC92947C6F4}"/>
              </a:ext>
            </a:extLst>
          </p:cNvPr>
          <p:cNvSpPr/>
          <p:nvPr/>
        </p:nvSpPr>
        <p:spPr>
          <a:xfrm>
            <a:off x="2947991" y="3275146"/>
            <a:ext cx="673991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CAE89D-10CC-80F9-036E-B65459A7B3DF}"/>
              </a:ext>
            </a:extLst>
          </p:cNvPr>
          <p:cNvSpPr/>
          <p:nvPr/>
        </p:nvSpPr>
        <p:spPr>
          <a:xfrm>
            <a:off x="3458331" y="3276136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C5BAD908-BDF2-EDF4-0A1D-13AE68DE6FF0}"/>
              </a:ext>
            </a:extLst>
          </p:cNvPr>
          <p:cNvSpPr/>
          <p:nvPr/>
        </p:nvSpPr>
        <p:spPr>
          <a:xfrm rot="10800000">
            <a:off x="3488185" y="3308877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A58A6-00DE-AB26-AECC-04DFD25FB643}"/>
              </a:ext>
            </a:extLst>
          </p:cNvPr>
          <p:cNvSpPr txBox="1"/>
          <p:nvPr/>
        </p:nvSpPr>
        <p:spPr>
          <a:xfrm>
            <a:off x="11022" y="3192462"/>
            <a:ext cx="1739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050" b="1" dirty="0"/>
              <a:t>Preventive main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43AB8-064B-DF87-B49F-40B943ED8A85}"/>
              </a:ext>
            </a:extLst>
          </p:cNvPr>
          <p:cNvSpPr txBox="1"/>
          <p:nvPr/>
        </p:nvSpPr>
        <p:spPr>
          <a:xfrm>
            <a:off x="2247628" y="3196788"/>
            <a:ext cx="770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200" b="1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A68D9-11BA-7D08-C6D4-CCCF1BF76B21}"/>
              </a:ext>
            </a:extLst>
          </p:cNvPr>
          <p:cNvSpPr txBox="1"/>
          <p:nvPr/>
        </p:nvSpPr>
        <p:spPr>
          <a:xfrm>
            <a:off x="2914443" y="3205620"/>
            <a:ext cx="6589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/>
              <a:t>Months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3C41F00-D8C4-8F40-4C78-B354A2133F7D}"/>
              </a:ext>
            </a:extLst>
          </p:cNvPr>
          <p:cNvSpPr/>
          <p:nvPr/>
        </p:nvSpPr>
        <p:spPr>
          <a:xfrm rot="13586053">
            <a:off x="3256491" y="5546478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3F7EC7-5D84-D431-54C8-8D17CCD8E1BE}"/>
              </a:ext>
            </a:extLst>
          </p:cNvPr>
          <p:cNvSpPr/>
          <p:nvPr/>
        </p:nvSpPr>
        <p:spPr>
          <a:xfrm>
            <a:off x="5320989" y="303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29E03D-47A6-788D-7AFA-C646A966A974}"/>
              </a:ext>
            </a:extLst>
          </p:cNvPr>
          <p:cNvSpPr/>
          <p:nvPr/>
        </p:nvSpPr>
        <p:spPr>
          <a:xfrm>
            <a:off x="6109532" y="303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14A9AC-6C16-55CC-B760-26F511C30E32}"/>
              </a:ext>
            </a:extLst>
          </p:cNvPr>
          <p:cNvSpPr/>
          <p:nvPr/>
        </p:nvSpPr>
        <p:spPr>
          <a:xfrm>
            <a:off x="5320989" y="291642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98F8FB2-B30C-A662-24F8-CFF95150C995}"/>
              </a:ext>
            </a:extLst>
          </p:cNvPr>
          <p:cNvSpPr/>
          <p:nvPr/>
        </p:nvSpPr>
        <p:spPr>
          <a:xfrm>
            <a:off x="5320989" y="340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56D309E-9F5C-2945-CF1B-4B2F80EDE437}"/>
              </a:ext>
            </a:extLst>
          </p:cNvPr>
          <p:cNvSpPr/>
          <p:nvPr/>
        </p:nvSpPr>
        <p:spPr>
          <a:xfrm>
            <a:off x="6109533" y="303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EECA6C8-B508-3B26-4DC4-C85FD4D5DE30}"/>
              </a:ext>
            </a:extLst>
          </p:cNvPr>
          <p:cNvSpPr/>
          <p:nvPr/>
        </p:nvSpPr>
        <p:spPr>
          <a:xfrm>
            <a:off x="6109532" y="316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936058-56B8-37E3-C0B4-3C4038B8C419}"/>
              </a:ext>
            </a:extLst>
          </p:cNvPr>
          <p:cNvSpPr/>
          <p:nvPr/>
        </p:nvSpPr>
        <p:spPr>
          <a:xfrm>
            <a:off x="6109532" y="328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B9844E-2697-D808-E272-9CEBB2D9212F}"/>
              </a:ext>
            </a:extLst>
          </p:cNvPr>
          <p:cNvSpPr txBox="1"/>
          <p:nvPr/>
        </p:nvSpPr>
        <p:spPr>
          <a:xfrm>
            <a:off x="5646479" y="336441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DEA61E3-8117-673F-C6C7-092A4C3812D7}"/>
              </a:ext>
            </a:extLst>
          </p:cNvPr>
          <p:cNvCxnSpPr>
            <a:cxnSpLocks/>
          </p:cNvCxnSpPr>
          <p:nvPr/>
        </p:nvCxnSpPr>
        <p:spPr>
          <a:xfrm>
            <a:off x="5515517" y="340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5688136-4629-49D9-EA26-058EDBE25BE6}"/>
              </a:ext>
            </a:extLst>
          </p:cNvPr>
          <p:cNvCxnSpPr>
            <a:cxnSpLocks/>
          </p:cNvCxnSpPr>
          <p:nvPr/>
        </p:nvCxnSpPr>
        <p:spPr>
          <a:xfrm>
            <a:off x="5696492" y="340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7951E4DD-329F-419D-6B30-6B73CCC3BC3B}"/>
              </a:ext>
            </a:extLst>
          </p:cNvPr>
          <p:cNvCxnSpPr>
            <a:cxnSpLocks/>
          </p:cNvCxnSpPr>
          <p:nvPr/>
        </p:nvCxnSpPr>
        <p:spPr>
          <a:xfrm>
            <a:off x="5827459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76D85368-1693-CDD6-DA3A-D99F075561D8}"/>
              </a:ext>
            </a:extLst>
          </p:cNvPr>
          <p:cNvCxnSpPr>
            <a:cxnSpLocks/>
          </p:cNvCxnSpPr>
          <p:nvPr/>
        </p:nvCxnSpPr>
        <p:spPr>
          <a:xfrm>
            <a:off x="5956043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TextBox 398">
            <a:extLst>
              <a:ext uri="{FF2B5EF4-FFF2-40B4-BE49-F238E27FC236}">
                <a16:creationId xmlns:a16="http://schemas.microsoft.com/office/drawing/2014/main" id="{CD99CDD1-6B5C-0A19-FDAA-9F5260259990}"/>
              </a:ext>
            </a:extLst>
          </p:cNvPr>
          <p:cNvSpPr txBox="1"/>
          <p:nvPr/>
        </p:nvSpPr>
        <p:spPr>
          <a:xfrm>
            <a:off x="6029750" y="302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5507047-DE3E-1F03-2EEC-9FE5568DE4EB}"/>
              </a:ext>
            </a:extLst>
          </p:cNvPr>
          <p:cNvSpPr txBox="1"/>
          <p:nvPr/>
        </p:nvSpPr>
        <p:spPr>
          <a:xfrm>
            <a:off x="6069205" y="314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7C2AC717-57C6-F10E-5ADE-95470B989609}"/>
              </a:ext>
            </a:extLst>
          </p:cNvPr>
          <p:cNvSpPr txBox="1"/>
          <p:nvPr/>
        </p:nvSpPr>
        <p:spPr>
          <a:xfrm>
            <a:off x="6039537" y="326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6BCCFAF9-B243-3A77-CB40-5CF4718122F9}"/>
              </a:ext>
            </a:extLst>
          </p:cNvPr>
          <p:cNvSpPr txBox="1"/>
          <p:nvPr/>
        </p:nvSpPr>
        <p:spPr>
          <a:xfrm>
            <a:off x="6101038" y="338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AB6E69D7-FD16-7776-92A1-36593A49934C}"/>
              </a:ext>
            </a:extLst>
          </p:cNvPr>
          <p:cNvSpPr/>
          <p:nvPr/>
        </p:nvSpPr>
        <p:spPr>
          <a:xfrm>
            <a:off x="6109532" y="340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4BE95EFB-A0B2-C017-A748-E29F78F6FAD9}"/>
              </a:ext>
            </a:extLst>
          </p:cNvPr>
          <p:cNvSpPr/>
          <p:nvPr/>
        </p:nvSpPr>
        <p:spPr>
          <a:xfrm>
            <a:off x="6333183" y="315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EF81135-B05D-B6A6-8F37-2E4C9A532984}"/>
              </a:ext>
            </a:extLst>
          </p:cNvPr>
          <p:cNvSpPr/>
          <p:nvPr/>
        </p:nvSpPr>
        <p:spPr>
          <a:xfrm>
            <a:off x="6333181" y="328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7AA172F2-1A7C-1DC7-5B25-58E3D7184E9C}"/>
              </a:ext>
            </a:extLst>
          </p:cNvPr>
          <p:cNvSpPr txBox="1"/>
          <p:nvPr/>
        </p:nvSpPr>
        <p:spPr>
          <a:xfrm>
            <a:off x="6327223" y="314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D612201-ABA0-4EEF-0DD0-1CD98BE2EDD7}"/>
              </a:ext>
            </a:extLst>
          </p:cNvPr>
          <p:cNvSpPr/>
          <p:nvPr/>
        </p:nvSpPr>
        <p:spPr>
          <a:xfrm>
            <a:off x="6336355" y="291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68F87B0-0297-6660-807C-39B2E303F9C5}"/>
              </a:ext>
            </a:extLst>
          </p:cNvPr>
          <p:cNvSpPr/>
          <p:nvPr/>
        </p:nvSpPr>
        <p:spPr>
          <a:xfrm>
            <a:off x="6468718" y="291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6266902A-BF8D-F101-712C-2E49935FB6D3}"/>
              </a:ext>
            </a:extLst>
          </p:cNvPr>
          <p:cNvSpPr/>
          <p:nvPr/>
        </p:nvSpPr>
        <p:spPr>
          <a:xfrm>
            <a:off x="6109505" y="291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7176574A-E9A6-4C90-C1CB-4AD823FC39C6}"/>
              </a:ext>
            </a:extLst>
          </p:cNvPr>
          <p:cNvSpPr/>
          <p:nvPr/>
        </p:nvSpPr>
        <p:spPr>
          <a:xfrm>
            <a:off x="6469094" y="316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1495094-C2EE-5D3B-A5C5-BC428FDE3F5B}"/>
              </a:ext>
            </a:extLst>
          </p:cNvPr>
          <p:cNvSpPr/>
          <p:nvPr/>
        </p:nvSpPr>
        <p:spPr>
          <a:xfrm>
            <a:off x="6468087" y="328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12C97D8-A504-2B65-0F45-1577F8CEDB22}"/>
              </a:ext>
            </a:extLst>
          </p:cNvPr>
          <p:cNvSpPr/>
          <p:nvPr/>
        </p:nvSpPr>
        <p:spPr>
          <a:xfrm>
            <a:off x="6336327" y="303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FD83FE6-0B5F-AF31-8910-BAA33CDA46E1}"/>
              </a:ext>
            </a:extLst>
          </p:cNvPr>
          <p:cNvSpPr txBox="1"/>
          <p:nvPr/>
        </p:nvSpPr>
        <p:spPr>
          <a:xfrm>
            <a:off x="6265599" y="290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9F76DD5C-2CAA-34EB-D85D-0A2C6A74B9A1}"/>
              </a:ext>
            </a:extLst>
          </p:cNvPr>
          <p:cNvSpPr txBox="1"/>
          <p:nvPr/>
        </p:nvSpPr>
        <p:spPr>
          <a:xfrm>
            <a:off x="6337818" y="302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52353E4A-6F8E-5FB8-DF37-C501BC51312D}"/>
              </a:ext>
            </a:extLst>
          </p:cNvPr>
          <p:cNvSpPr txBox="1"/>
          <p:nvPr/>
        </p:nvSpPr>
        <p:spPr>
          <a:xfrm>
            <a:off x="6401629" y="290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73EA0733-FC9D-2D3B-9FDD-447ABD1E1B9B}"/>
              </a:ext>
            </a:extLst>
          </p:cNvPr>
          <p:cNvSpPr txBox="1"/>
          <p:nvPr/>
        </p:nvSpPr>
        <p:spPr>
          <a:xfrm>
            <a:off x="6462637" y="314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876563E9-BA9A-B15E-0395-16CED9A75E56}"/>
              </a:ext>
            </a:extLst>
          </p:cNvPr>
          <p:cNvSpPr txBox="1"/>
          <p:nvPr/>
        </p:nvSpPr>
        <p:spPr>
          <a:xfrm>
            <a:off x="5334305" y="2903538"/>
            <a:ext cx="1224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Chemical composition</a:t>
            </a:r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267E7329-16CD-41FB-EE5B-8FAF8F3E9A10}"/>
              </a:ext>
            </a:extLst>
          </p:cNvPr>
          <p:cNvCxnSpPr>
            <a:cxnSpLocks/>
          </p:cNvCxnSpPr>
          <p:nvPr/>
        </p:nvCxnSpPr>
        <p:spPr>
          <a:xfrm>
            <a:off x="4794797" y="5612851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739FE02-B4A2-D3FE-FC75-35A7CA8DD3EB}"/>
              </a:ext>
            </a:extLst>
          </p:cNvPr>
          <p:cNvSpPr/>
          <p:nvPr/>
        </p:nvSpPr>
        <p:spPr>
          <a:xfrm>
            <a:off x="4256426" y="5586846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142FDA84-BBBA-313B-5069-74DF3497B3C4}"/>
              </a:ext>
            </a:extLst>
          </p:cNvPr>
          <p:cNvSpPr/>
          <p:nvPr/>
        </p:nvSpPr>
        <p:spPr>
          <a:xfrm>
            <a:off x="4253732" y="5587494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AC104A7-7318-1662-2BAD-D7AF67DBCD80}"/>
              </a:ext>
            </a:extLst>
          </p:cNvPr>
          <p:cNvSpPr/>
          <p:nvPr/>
        </p:nvSpPr>
        <p:spPr>
          <a:xfrm>
            <a:off x="4255557" y="5835851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928851F6-1BB8-7D85-F94B-F33A456230DB}"/>
              </a:ext>
            </a:extLst>
          </p:cNvPr>
          <p:cNvSpPr/>
          <p:nvPr/>
        </p:nvSpPr>
        <p:spPr>
          <a:xfrm>
            <a:off x="4638519" y="570720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F6E70E36-4205-71A0-62FF-81FDE27E4883}"/>
              </a:ext>
            </a:extLst>
          </p:cNvPr>
          <p:cNvSpPr/>
          <p:nvPr/>
        </p:nvSpPr>
        <p:spPr>
          <a:xfrm>
            <a:off x="4638519" y="5832643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283D30C8-80C6-94C5-9E96-F19E11A2EA99}"/>
              </a:ext>
            </a:extLst>
          </p:cNvPr>
          <p:cNvSpPr txBox="1"/>
          <p:nvPr/>
        </p:nvSpPr>
        <p:spPr>
          <a:xfrm>
            <a:off x="4561129" y="5696960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78AEF8F-A158-3701-BE6B-E10C891B2276}"/>
              </a:ext>
            </a:extLst>
          </p:cNvPr>
          <p:cNvSpPr txBox="1"/>
          <p:nvPr/>
        </p:nvSpPr>
        <p:spPr>
          <a:xfrm>
            <a:off x="4552965" y="5824340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90A9F014-3D99-3C20-E87D-7E52B383F923}"/>
              </a:ext>
            </a:extLst>
          </p:cNvPr>
          <p:cNvSpPr/>
          <p:nvPr/>
        </p:nvSpPr>
        <p:spPr>
          <a:xfrm>
            <a:off x="4740726" y="5832074"/>
            <a:ext cx="99818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9FB3F4FF-ADB8-687E-E198-D4A9FC2925F4}"/>
              </a:ext>
            </a:extLst>
          </p:cNvPr>
          <p:cNvSpPr txBox="1"/>
          <p:nvPr/>
        </p:nvSpPr>
        <p:spPr>
          <a:xfrm>
            <a:off x="4722077" y="5817291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25CD0659-896C-B0B3-FC61-070F0C9F3F49}"/>
              </a:ext>
            </a:extLst>
          </p:cNvPr>
          <p:cNvSpPr/>
          <p:nvPr/>
        </p:nvSpPr>
        <p:spPr>
          <a:xfrm>
            <a:off x="4746280" y="5589262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91BECE34-12BE-7516-BFB9-4547AEC9BA80}"/>
              </a:ext>
            </a:extLst>
          </p:cNvPr>
          <p:cNvSpPr/>
          <p:nvPr/>
        </p:nvSpPr>
        <p:spPr>
          <a:xfrm>
            <a:off x="4847686" y="5588750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513AF911-4E3A-BEE1-6B10-55E3C56812ED}"/>
              </a:ext>
            </a:extLst>
          </p:cNvPr>
          <p:cNvSpPr/>
          <p:nvPr/>
        </p:nvSpPr>
        <p:spPr>
          <a:xfrm>
            <a:off x="4640139" y="5588301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03BE5B2-57A2-38BB-4515-A23AA8ED222B}"/>
              </a:ext>
            </a:extLst>
          </p:cNvPr>
          <p:cNvSpPr/>
          <p:nvPr/>
        </p:nvSpPr>
        <p:spPr>
          <a:xfrm>
            <a:off x="4840918" y="5833015"/>
            <a:ext cx="87731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96CF8E4-8001-3BBA-477E-E8A429C30688}"/>
              </a:ext>
            </a:extLst>
          </p:cNvPr>
          <p:cNvSpPr/>
          <p:nvPr/>
        </p:nvSpPr>
        <p:spPr>
          <a:xfrm>
            <a:off x="4746252" y="5708325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639690B-E919-DFFD-0ACB-65256C8D914A}"/>
              </a:ext>
            </a:extLst>
          </p:cNvPr>
          <p:cNvSpPr txBox="1"/>
          <p:nvPr/>
        </p:nvSpPr>
        <p:spPr>
          <a:xfrm>
            <a:off x="4668449" y="5568877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103AFF98-689F-C2F6-27E1-8D0AF2257827}"/>
              </a:ext>
            </a:extLst>
          </p:cNvPr>
          <p:cNvSpPr txBox="1"/>
          <p:nvPr/>
        </p:nvSpPr>
        <p:spPr>
          <a:xfrm>
            <a:off x="4710824" y="5701669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1358" name="TextBox 1357">
            <a:extLst>
              <a:ext uri="{FF2B5EF4-FFF2-40B4-BE49-F238E27FC236}">
                <a16:creationId xmlns:a16="http://schemas.microsoft.com/office/drawing/2014/main" id="{4C0FC5AC-9354-406F-0CCA-6D5D9D825080}"/>
              </a:ext>
            </a:extLst>
          </p:cNvPr>
          <p:cNvSpPr txBox="1"/>
          <p:nvPr/>
        </p:nvSpPr>
        <p:spPr>
          <a:xfrm>
            <a:off x="4766203" y="5584179"/>
            <a:ext cx="29228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1361" name="TextBox 1360">
            <a:extLst>
              <a:ext uri="{FF2B5EF4-FFF2-40B4-BE49-F238E27FC236}">
                <a16:creationId xmlns:a16="http://schemas.microsoft.com/office/drawing/2014/main" id="{B73BBAB0-257D-058A-0E2F-A36CA8A99E23}"/>
              </a:ext>
            </a:extLst>
          </p:cNvPr>
          <p:cNvSpPr txBox="1"/>
          <p:nvPr/>
        </p:nvSpPr>
        <p:spPr>
          <a:xfrm>
            <a:off x="4813680" y="581967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9E7E5912-BCF5-1061-0B45-87CACFA1BF7C}"/>
              </a:ext>
            </a:extLst>
          </p:cNvPr>
          <p:cNvSpPr txBox="1"/>
          <p:nvPr/>
        </p:nvSpPr>
        <p:spPr>
          <a:xfrm>
            <a:off x="4238433" y="560726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Casting </a:t>
            </a:r>
            <a:endParaRPr lang="nb-NO" sz="200" b="1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E3C44B5-63F9-E27A-B212-80AF258F3C5D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B5751D6A-A8A0-C63C-E9AD-77E1C20B308B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5A030449-191B-8097-1D56-01FF2D364221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CCD383C4-1D13-0D97-6D8E-701B74E49B53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Rectangle 1379">
            <a:extLst>
              <a:ext uri="{FF2B5EF4-FFF2-40B4-BE49-F238E27FC236}">
                <a16:creationId xmlns:a16="http://schemas.microsoft.com/office/drawing/2014/main" id="{B43CF9DA-559E-C82F-672A-58D4A4EE7E01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1" name="TextBox 1380">
            <a:extLst>
              <a:ext uri="{FF2B5EF4-FFF2-40B4-BE49-F238E27FC236}">
                <a16:creationId xmlns:a16="http://schemas.microsoft.com/office/drawing/2014/main" id="{B87A39B9-D37B-606A-D100-4C2FE3391741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1382" name="TextBox 1381">
            <a:extLst>
              <a:ext uri="{FF2B5EF4-FFF2-40B4-BE49-F238E27FC236}">
                <a16:creationId xmlns:a16="http://schemas.microsoft.com/office/drawing/2014/main" id="{F01BAE69-E8C4-47B9-C1D7-97334A36D0E6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BE25368D-B7B7-6356-A438-5B322FE56C03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1957" name="Picture 1956">
            <a:extLst>
              <a:ext uri="{FF2B5EF4-FFF2-40B4-BE49-F238E27FC236}">
                <a16:creationId xmlns:a16="http://schemas.microsoft.com/office/drawing/2014/main" id="{173E05A9-11C4-3C6F-7DAB-48D1E61AB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1960" name="Rectangle 1959">
            <a:extLst>
              <a:ext uri="{FF2B5EF4-FFF2-40B4-BE49-F238E27FC236}">
                <a16:creationId xmlns:a16="http://schemas.microsoft.com/office/drawing/2014/main" id="{850D7670-9873-19DB-DF95-45DCB840C4A3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2E8510C-5541-480B-7FED-CFBEBB622705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84713C20-0D3B-0D77-61CB-254D75FAA705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461" name="Rektangel 460">
            <a:extLst>
              <a:ext uri="{FF2B5EF4-FFF2-40B4-BE49-F238E27FC236}">
                <a16:creationId xmlns:a16="http://schemas.microsoft.com/office/drawing/2014/main" id="{D84F0BFD-51C4-F4B0-9DDA-9C5EDA1D101C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62" name="Straight Connector 108">
            <a:extLst>
              <a:ext uri="{FF2B5EF4-FFF2-40B4-BE49-F238E27FC236}">
                <a16:creationId xmlns:a16="http://schemas.microsoft.com/office/drawing/2014/main" id="{21DE1E0D-5C61-B231-E023-9B5DC2B69E48}"/>
              </a:ext>
            </a:extLst>
          </p:cNvPr>
          <p:cNvCxnSpPr>
            <a:cxnSpLocks/>
          </p:cNvCxnSpPr>
          <p:nvPr/>
        </p:nvCxnSpPr>
        <p:spPr>
          <a:xfrm>
            <a:off x="4270375" y="2470150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1388">
            <a:extLst>
              <a:ext uri="{FF2B5EF4-FFF2-40B4-BE49-F238E27FC236}">
                <a16:creationId xmlns:a16="http://schemas.microsoft.com/office/drawing/2014/main" id="{9FE8495D-58CB-DBEA-7BC5-90824EC1E2E0}"/>
              </a:ext>
            </a:extLst>
          </p:cNvPr>
          <p:cNvCxnSpPr>
            <a:cxnSpLocks/>
          </p:cNvCxnSpPr>
          <p:nvPr/>
        </p:nvCxnSpPr>
        <p:spPr>
          <a:xfrm>
            <a:off x="4264025" y="2743200"/>
            <a:ext cx="69230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89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57D3-E778-57EF-DC7B-9518B8DC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D3CA64CD-A714-2BF9-64E8-109F92CABD49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A1FE259C-C69B-73C3-9E8E-C7203FD62D9B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7" name="TextBox 2396">
            <a:extLst>
              <a:ext uri="{FF2B5EF4-FFF2-40B4-BE49-F238E27FC236}">
                <a16:creationId xmlns:a16="http://schemas.microsoft.com/office/drawing/2014/main" id="{FA59D9AB-81F5-B269-70AA-D2E00D404925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2426" name="Isosceles Triangle 2425">
            <a:extLst>
              <a:ext uri="{FF2B5EF4-FFF2-40B4-BE49-F238E27FC236}">
                <a16:creationId xmlns:a16="http://schemas.microsoft.com/office/drawing/2014/main" id="{AAB42489-5E07-8A64-513F-7FD13CA4FEE0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31D935FB-585C-B27C-3E54-29920BC1F99E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5" name="Isosceles Triangle 274">
            <a:extLst>
              <a:ext uri="{FF2B5EF4-FFF2-40B4-BE49-F238E27FC236}">
                <a16:creationId xmlns:a16="http://schemas.microsoft.com/office/drawing/2014/main" id="{81D3C1D8-88A7-B7A3-397A-174DB2413DC4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7B0B4124-85FE-E234-7124-A8BF819D7644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730F46E1-C507-1D30-9AAB-3B776CFBCC9D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DB1821C7-0F6D-A746-5030-D4854B0E60D8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8867E456-AD9F-A710-8CB4-E9A75D62A5ED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2F614EF-C9F9-A03A-64AF-1385D8B94871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DEEECE68-BBCA-47AF-ACDA-000830F55CEE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06C7093-1DA7-DFED-AB7A-BC9388338D09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932AC6A7-EF48-C5F3-42F6-D53A5055A897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4820CE85-1CFA-1ADE-877A-92E0E80BB215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ADBE036-F354-82CF-3B99-1C200EAA6F9D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F7EF3BE9-E71A-5AEC-0214-4A3794851B9D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C524B0-CA9D-641F-56EB-3BA97CF388BA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FDE692D-8CEB-6479-C694-26D856DC5633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E5C2CE-B1AC-206A-85D5-3DE562E88DDF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F85CA62-C1CF-F492-6DC6-AB8BFE54AB91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848460-17DA-339C-5A33-532737658C13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355451D-D9E7-131B-34AB-B80A36788ABF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BC8FA3-B1C2-44F0-43FF-E796EF453D76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3F59B7E-3FC4-A9C0-43E1-B7708C4935F9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CD140A-43ED-8D46-03D3-E9DE2945BAE9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0C4B487-2D6E-EB1E-D292-CF55F7D79F3C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8608F40-956A-5159-BDB0-1BDA2D185BCF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DDDFF7A-3FFA-38BE-EDE2-AD522973317B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E8CB8D5-31F5-816B-7FEF-96862A4EB7DE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CCB9C88-3668-22FF-5628-F9C46F090753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04B2D15-F677-54EE-D7EC-A9A06AB71D5B}"/>
              </a:ext>
            </a:extLst>
          </p:cNvPr>
          <p:cNvSpPr txBox="1"/>
          <p:nvPr/>
        </p:nvSpPr>
        <p:spPr>
          <a:xfrm rot="16200000">
            <a:off x="3924358" y="3919263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890A7D-5844-C5CD-E80F-9467D4EF475E}"/>
              </a:ext>
            </a:extLst>
          </p:cNvPr>
          <p:cNvSpPr txBox="1"/>
          <p:nvPr/>
        </p:nvSpPr>
        <p:spPr>
          <a:xfrm>
            <a:off x="4224911" y="2242313"/>
            <a:ext cx="83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>
                <a:solidFill>
                  <a:srgbClr val="0070C0"/>
                </a:solidFill>
              </a:rPr>
              <a:t>Assembly</a:t>
            </a:r>
            <a:endParaRPr lang="nb-NO" sz="12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4A9B11A-5C55-646F-6319-4AC79A6A3D3D}"/>
              </a:ext>
            </a:extLst>
          </p:cNvPr>
          <p:cNvSpPr txBox="1"/>
          <p:nvPr/>
        </p:nvSpPr>
        <p:spPr>
          <a:xfrm>
            <a:off x="4199343" y="2484673"/>
            <a:ext cx="95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>
                <a:solidFill>
                  <a:srgbClr val="0070C0"/>
                </a:solidFill>
              </a:rPr>
              <a:t>Machining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278F965-5381-FC9D-6FC2-71B28E014E1A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855EE71-7384-086C-E2E8-6342E529D352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E0F3FFA6-E73F-1B02-540F-A8ABA6ABC968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E9923FBC-CF42-FB27-BDAF-9A4D047C5BE3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98821043-91B7-8DF1-B3D2-8A4CBD9EC2E1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02E8703A-A61F-7DA1-93E5-9DDE09C7B1E7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EBE8B68E-5C4B-0002-A3CD-216D6B2B051D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9182B2A9-161A-70B1-A683-D1608B08FB10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A3387EE9-373A-B688-6E18-B1B41F24B8E1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573E5BA4-D970-B521-10C8-D2CA0548940D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5E195207-A0FD-5175-3BBE-BD16A819A197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EE5522E3-F100-333A-95F5-9C1B52470FA0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BD4F87-81E2-7E1A-5C6C-424C2BC0EB8B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C91413D-1177-D5EE-B11F-8F207830379E}"/>
              </a:ext>
            </a:extLst>
          </p:cNvPr>
          <p:cNvSpPr/>
          <p:nvPr/>
        </p:nvSpPr>
        <p:spPr>
          <a:xfrm>
            <a:off x="4641998" y="3795510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Cross 475">
            <a:extLst>
              <a:ext uri="{FF2B5EF4-FFF2-40B4-BE49-F238E27FC236}">
                <a16:creationId xmlns:a16="http://schemas.microsoft.com/office/drawing/2014/main" id="{6F1995B8-B152-1CB3-D005-F92F77D34BAF}"/>
              </a:ext>
            </a:extLst>
          </p:cNvPr>
          <p:cNvSpPr/>
          <p:nvPr/>
        </p:nvSpPr>
        <p:spPr>
          <a:xfrm>
            <a:off x="4669597" y="4593133"/>
            <a:ext cx="115841" cy="118524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FEFFFA4-AA38-9D07-C69D-B80A16D51E72}"/>
              </a:ext>
            </a:extLst>
          </p:cNvPr>
          <p:cNvSpPr txBox="1"/>
          <p:nvPr/>
        </p:nvSpPr>
        <p:spPr>
          <a:xfrm flipH="1">
            <a:off x="4567507" y="3770303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E1.1</a:t>
            </a:r>
            <a:endParaRPr lang="nb-NO" sz="800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4CBBFE6D-9E70-3FC3-103D-D60042D4BC8D}"/>
              </a:ext>
            </a:extLst>
          </p:cNvPr>
          <p:cNvSpPr/>
          <p:nvPr/>
        </p:nvSpPr>
        <p:spPr>
          <a:xfrm>
            <a:off x="4639080" y="3992368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A65C1106-FF01-76A4-336A-0806E947A919}"/>
              </a:ext>
            </a:extLst>
          </p:cNvPr>
          <p:cNvSpPr/>
          <p:nvPr/>
        </p:nvSpPr>
        <p:spPr>
          <a:xfrm>
            <a:off x="4636162" y="4189226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F78E04D2-B01A-D7E1-9DD8-BBB9DE6E33DA}"/>
              </a:ext>
            </a:extLst>
          </p:cNvPr>
          <p:cNvSpPr txBox="1"/>
          <p:nvPr/>
        </p:nvSpPr>
        <p:spPr>
          <a:xfrm flipH="1">
            <a:off x="4561671" y="4164019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E1.3</a:t>
            </a:r>
            <a:endParaRPr lang="nb-NO" sz="8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B19FC00-3A98-30E5-0F37-6A4651039DCD}"/>
              </a:ext>
            </a:extLst>
          </p:cNvPr>
          <p:cNvSpPr/>
          <p:nvPr/>
        </p:nvSpPr>
        <p:spPr>
          <a:xfrm>
            <a:off x="4636162" y="4389281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E8285A03-B0D8-6C2C-F120-A44E7E5BC43E}"/>
              </a:ext>
            </a:extLst>
          </p:cNvPr>
          <p:cNvSpPr txBox="1"/>
          <p:nvPr/>
        </p:nvSpPr>
        <p:spPr>
          <a:xfrm flipH="1">
            <a:off x="4561671" y="4364074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E1.4</a:t>
            </a:r>
            <a:endParaRPr lang="nb-NO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0FE889-736F-8F8B-6ED3-701AC79D1BE5}"/>
              </a:ext>
            </a:extLst>
          </p:cNvPr>
          <p:cNvSpPr/>
          <p:nvPr/>
        </p:nvSpPr>
        <p:spPr>
          <a:xfrm>
            <a:off x="6063717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09D65F-5344-6DBC-7EE2-D5878DC88F02}"/>
              </a:ext>
            </a:extLst>
          </p:cNvPr>
          <p:cNvSpPr/>
          <p:nvPr/>
        </p:nvSpPr>
        <p:spPr>
          <a:xfrm>
            <a:off x="6063718" y="413748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50F5-B367-7A24-998B-C8D53AF02A70}"/>
              </a:ext>
            </a:extLst>
          </p:cNvPr>
          <p:cNvSpPr/>
          <p:nvPr/>
        </p:nvSpPr>
        <p:spPr>
          <a:xfrm>
            <a:off x="6887344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0D1647-C90B-7A35-8B70-5169F3A9E177}"/>
              </a:ext>
            </a:extLst>
          </p:cNvPr>
          <p:cNvSpPr/>
          <p:nvPr/>
        </p:nvSpPr>
        <p:spPr>
          <a:xfrm>
            <a:off x="6674813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7EB6C-4F2D-8836-ECB2-51D8849AC468}"/>
              </a:ext>
            </a:extLst>
          </p:cNvPr>
          <p:cNvSpPr/>
          <p:nvPr/>
        </p:nvSpPr>
        <p:spPr>
          <a:xfrm>
            <a:off x="7051595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1B807C-778F-D42D-34E3-1F838D09315E}"/>
              </a:ext>
            </a:extLst>
          </p:cNvPr>
          <p:cNvSpPr/>
          <p:nvPr/>
        </p:nvSpPr>
        <p:spPr>
          <a:xfrm>
            <a:off x="6889727" y="424554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64C0CE-CD1F-0E29-AA33-7CDD88F43189}"/>
              </a:ext>
            </a:extLst>
          </p:cNvPr>
          <p:cNvSpPr/>
          <p:nvPr/>
        </p:nvSpPr>
        <p:spPr>
          <a:xfrm>
            <a:off x="6677196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EE54DD-64AF-C311-C60E-D27A2F1A162A}"/>
              </a:ext>
            </a:extLst>
          </p:cNvPr>
          <p:cNvSpPr/>
          <p:nvPr/>
        </p:nvSpPr>
        <p:spPr>
          <a:xfrm>
            <a:off x="7053978" y="424554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2F43FD2F-3F02-C7DE-D24C-5BABD21605BD}"/>
              </a:ext>
            </a:extLst>
          </p:cNvPr>
          <p:cNvSpPr txBox="1"/>
          <p:nvPr/>
        </p:nvSpPr>
        <p:spPr>
          <a:xfrm>
            <a:off x="6804843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E16DF1A8-CA8F-679D-4733-416DC4CFFEFA}"/>
              </a:ext>
            </a:extLst>
          </p:cNvPr>
          <p:cNvSpPr txBox="1"/>
          <p:nvPr/>
        </p:nvSpPr>
        <p:spPr>
          <a:xfrm>
            <a:off x="6982086" y="40968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21BB4E63-DB53-6E51-4E3F-4FD373352D96}"/>
              </a:ext>
            </a:extLst>
          </p:cNvPr>
          <p:cNvSpPr/>
          <p:nvPr/>
        </p:nvSpPr>
        <p:spPr>
          <a:xfrm>
            <a:off x="6889501" y="43455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564C051-57F6-AF17-CF87-91607662D1A5}"/>
              </a:ext>
            </a:extLst>
          </p:cNvPr>
          <p:cNvSpPr/>
          <p:nvPr/>
        </p:nvSpPr>
        <p:spPr>
          <a:xfrm>
            <a:off x="6676970" y="43421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C42A643-4402-A294-7606-80AF1CD6EDF3}"/>
              </a:ext>
            </a:extLst>
          </p:cNvPr>
          <p:cNvSpPr/>
          <p:nvPr/>
        </p:nvSpPr>
        <p:spPr>
          <a:xfrm>
            <a:off x="7053752" y="43455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C23E4B5-B715-C97F-1A98-F9539E3539A7}"/>
              </a:ext>
            </a:extLst>
          </p:cNvPr>
          <p:cNvSpPr/>
          <p:nvPr/>
        </p:nvSpPr>
        <p:spPr>
          <a:xfrm>
            <a:off x="6887935" y="4351020"/>
            <a:ext cx="170227" cy="197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56F6D55-0BB4-7133-8968-955127120B1C}"/>
              </a:ext>
            </a:extLst>
          </p:cNvPr>
          <p:cNvSpPr/>
          <p:nvPr/>
        </p:nvSpPr>
        <p:spPr>
          <a:xfrm>
            <a:off x="6675404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3371276-7341-BBA2-4835-A527458AE4A3}"/>
              </a:ext>
            </a:extLst>
          </p:cNvPr>
          <p:cNvSpPr/>
          <p:nvPr/>
        </p:nvSpPr>
        <p:spPr>
          <a:xfrm>
            <a:off x="7052186" y="4347211"/>
            <a:ext cx="170227" cy="2010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EB62872-8E2F-8CC5-A307-4538A62E7499}"/>
              </a:ext>
            </a:extLst>
          </p:cNvPr>
          <p:cNvSpPr txBox="1"/>
          <p:nvPr/>
        </p:nvSpPr>
        <p:spPr>
          <a:xfrm>
            <a:off x="6656176" y="434513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E9B0DE3-AD6A-0D1E-545B-98558A86275D}"/>
              </a:ext>
            </a:extLst>
          </p:cNvPr>
          <p:cNvSpPr txBox="1"/>
          <p:nvPr/>
        </p:nvSpPr>
        <p:spPr>
          <a:xfrm>
            <a:off x="6605146" y="421006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BBB1DC3-F262-653C-FEB8-2045D84F05FD}"/>
              </a:ext>
            </a:extLst>
          </p:cNvPr>
          <p:cNvSpPr txBox="1"/>
          <p:nvPr/>
        </p:nvSpPr>
        <p:spPr>
          <a:xfrm>
            <a:off x="6847458" y="421033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D176EA-7C78-3B99-9B34-B6E32D6E03AA}"/>
              </a:ext>
            </a:extLst>
          </p:cNvPr>
          <p:cNvSpPr/>
          <p:nvPr/>
        </p:nvSpPr>
        <p:spPr>
          <a:xfrm>
            <a:off x="5083443" y="4200722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180F9-47A7-57F3-1D70-CE34CE6789EB}"/>
              </a:ext>
            </a:extLst>
          </p:cNvPr>
          <p:cNvSpPr/>
          <p:nvPr/>
        </p:nvSpPr>
        <p:spPr>
          <a:xfrm>
            <a:off x="4637081" y="3992212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14D41-F339-FA13-0FD9-D3CCB7F9FBF6}"/>
              </a:ext>
            </a:extLst>
          </p:cNvPr>
          <p:cNvSpPr txBox="1"/>
          <p:nvPr/>
        </p:nvSpPr>
        <p:spPr>
          <a:xfrm flipH="1">
            <a:off x="4564589" y="3967161"/>
            <a:ext cx="362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E1.2</a:t>
            </a:r>
            <a:endParaRPr lang="nb-NO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79DD70-790E-4C7A-E2CD-7E4D7C69BC74}"/>
              </a:ext>
            </a:extLst>
          </p:cNvPr>
          <p:cNvSpPr txBox="1"/>
          <p:nvPr/>
        </p:nvSpPr>
        <p:spPr>
          <a:xfrm>
            <a:off x="6097957" y="4071888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90632314-D322-4320-BB78-527B189AEFEB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733" name="Straight Connector 1732">
            <a:extLst>
              <a:ext uri="{FF2B5EF4-FFF2-40B4-BE49-F238E27FC236}">
                <a16:creationId xmlns:a16="http://schemas.microsoft.com/office/drawing/2014/main" id="{8BB615C6-A475-B805-3D71-C454143ED38C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7" name="TextBox 2416">
            <a:extLst>
              <a:ext uri="{FF2B5EF4-FFF2-40B4-BE49-F238E27FC236}">
                <a16:creationId xmlns:a16="http://schemas.microsoft.com/office/drawing/2014/main" id="{40CA6C98-94BC-670D-8EEE-C15E70D04850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7629D4BD-B26F-6109-5E59-0172BF7BA5BF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8" name="TextBox 1357">
            <a:extLst>
              <a:ext uri="{FF2B5EF4-FFF2-40B4-BE49-F238E27FC236}">
                <a16:creationId xmlns:a16="http://schemas.microsoft.com/office/drawing/2014/main" id="{F444075C-40C4-DA68-5F5D-5F021B182CA7}"/>
              </a:ext>
            </a:extLst>
          </p:cNvPr>
          <p:cNvSpPr txBox="1"/>
          <p:nvPr/>
        </p:nvSpPr>
        <p:spPr>
          <a:xfrm>
            <a:off x="7012558" y="421033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0350020D-19DB-D192-54D9-1CA13FBF4E05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000645-D2F9-71F5-B59F-01706F7E54CE}"/>
              </a:ext>
            </a:extLst>
          </p:cNvPr>
          <p:cNvSpPr/>
          <p:nvPr/>
        </p:nvSpPr>
        <p:spPr>
          <a:xfrm>
            <a:off x="6071515" y="4614552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D1904-2C7D-9103-F411-7FB3DA64033E}"/>
              </a:ext>
            </a:extLst>
          </p:cNvPr>
          <p:cNvSpPr/>
          <p:nvPr/>
        </p:nvSpPr>
        <p:spPr>
          <a:xfrm>
            <a:off x="6071516" y="4614550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674E4D-4F6A-8384-CEEC-201AD5C83DF4}"/>
              </a:ext>
            </a:extLst>
          </p:cNvPr>
          <p:cNvSpPr/>
          <p:nvPr/>
        </p:nvSpPr>
        <p:spPr>
          <a:xfrm>
            <a:off x="6895142" y="462021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314AB4-3E3B-B9AD-48F0-7C6580E08C61}"/>
              </a:ext>
            </a:extLst>
          </p:cNvPr>
          <p:cNvSpPr/>
          <p:nvPr/>
        </p:nvSpPr>
        <p:spPr>
          <a:xfrm>
            <a:off x="6682611" y="461683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C141BC-4E16-85E7-226D-1D6492FC9FC7}"/>
              </a:ext>
            </a:extLst>
          </p:cNvPr>
          <p:cNvSpPr/>
          <p:nvPr/>
        </p:nvSpPr>
        <p:spPr>
          <a:xfrm>
            <a:off x="7059393" y="462021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8D0D1-BD36-22D5-6ABE-E85226895472}"/>
              </a:ext>
            </a:extLst>
          </p:cNvPr>
          <p:cNvSpPr/>
          <p:nvPr/>
        </p:nvSpPr>
        <p:spPr>
          <a:xfrm>
            <a:off x="6897525" y="472261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19CE4D-9468-C83D-CE30-7AAFAA4E2C2E}"/>
              </a:ext>
            </a:extLst>
          </p:cNvPr>
          <p:cNvSpPr/>
          <p:nvPr/>
        </p:nvSpPr>
        <p:spPr>
          <a:xfrm>
            <a:off x="6684994" y="471922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2FB24-E911-8AF9-278A-167773DDD2A5}"/>
              </a:ext>
            </a:extLst>
          </p:cNvPr>
          <p:cNvSpPr/>
          <p:nvPr/>
        </p:nvSpPr>
        <p:spPr>
          <a:xfrm>
            <a:off x="7061776" y="4722610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E040B-04F0-B080-656D-B0C5C5E44558}"/>
              </a:ext>
            </a:extLst>
          </p:cNvPr>
          <p:cNvSpPr txBox="1"/>
          <p:nvPr/>
        </p:nvSpPr>
        <p:spPr>
          <a:xfrm>
            <a:off x="6812641" y="458059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DC210-3CBE-E706-F39F-CB24EF4AC0E0}"/>
              </a:ext>
            </a:extLst>
          </p:cNvPr>
          <p:cNvSpPr txBox="1"/>
          <p:nvPr/>
        </p:nvSpPr>
        <p:spPr>
          <a:xfrm>
            <a:off x="6989884" y="457395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17C27C-3716-7019-BBAC-AE6156D2C73B}"/>
              </a:ext>
            </a:extLst>
          </p:cNvPr>
          <p:cNvSpPr/>
          <p:nvPr/>
        </p:nvSpPr>
        <p:spPr>
          <a:xfrm>
            <a:off x="6897299" y="482262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4B4564-1DED-C58E-17D0-C196C9349BC6}"/>
              </a:ext>
            </a:extLst>
          </p:cNvPr>
          <p:cNvSpPr/>
          <p:nvPr/>
        </p:nvSpPr>
        <p:spPr>
          <a:xfrm>
            <a:off x="6684768" y="481923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87AC88-94E0-3FEA-1301-29A96361B080}"/>
              </a:ext>
            </a:extLst>
          </p:cNvPr>
          <p:cNvSpPr/>
          <p:nvPr/>
        </p:nvSpPr>
        <p:spPr>
          <a:xfrm>
            <a:off x="7061550" y="482262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99373C-C5FB-6D75-8115-FAF7CFE17F34}"/>
              </a:ext>
            </a:extLst>
          </p:cNvPr>
          <p:cNvSpPr/>
          <p:nvPr/>
        </p:nvSpPr>
        <p:spPr>
          <a:xfrm>
            <a:off x="6895733" y="4819651"/>
            <a:ext cx="170227" cy="2057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4D8476-FCB0-8316-DEF7-425A337BE5DF}"/>
              </a:ext>
            </a:extLst>
          </p:cNvPr>
          <p:cNvSpPr/>
          <p:nvPr/>
        </p:nvSpPr>
        <p:spPr>
          <a:xfrm>
            <a:off x="6683202" y="4823461"/>
            <a:ext cx="212329" cy="2005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B7DCC8-D3B5-9E4F-A91A-B6E7E08A6CF0}"/>
              </a:ext>
            </a:extLst>
          </p:cNvPr>
          <p:cNvSpPr/>
          <p:nvPr/>
        </p:nvSpPr>
        <p:spPr>
          <a:xfrm>
            <a:off x="7059984" y="4815840"/>
            <a:ext cx="170227" cy="20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3AF0A0-13D7-4390-DF5A-E7BBCA288F29}"/>
              </a:ext>
            </a:extLst>
          </p:cNvPr>
          <p:cNvSpPr txBox="1"/>
          <p:nvPr/>
        </p:nvSpPr>
        <p:spPr>
          <a:xfrm>
            <a:off x="6658435" y="4829675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F7416F-D76E-29B6-C393-C07E7D03BCF6}"/>
              </a:ext>
            </a:extLst>
          </p:cNvPr>
          <p:cNvSpPr txBox="1"/>
          <p:nvPr/>
        </p:nvSpPr>
        <p:spPr>
          <a:xfrm>
            <a:off x="6612944" y="4687128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C76879-29E8-49F6-EBDF-20AAA05E93E9}"/>
              </a:ext>
            </a:extLst>
          </p:cNvPr>
          <p:cNvSpPr txBox="1"/>
          <p:nvPr/>
        </p:nvSpPr>
        <p:spPr>
          <a:xfrm>
            <a:off x="6855256" y="468740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1E7FC7-8D25-6497-42B4-C93131F2407A}"/>
              </a:ext>
            </a:extLst>
          </p:cNvPr>
          <p:cNvSpPr txBox="1"/>
          <p:nvPr/>
        </p:nvSpPr>
        <p:spPr>
          <a:xfrm>
            <a:off x="6105755" y="4548953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Loose belt convoier 1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7F8DB3-1FD4-8224-D742-BDC06ABBCE7C}"/>
              </a:ext>
            </a:extLst>
          </p:cNvPr>
          <p:cNvSpPr txBox="1"/>
          <p:nvPr/>
        </p:nvSpPr>
        <p:spPr>
          <a:xfrm>
            <a:off x="7020356" y="468740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A4A137-7E1A-9C9C-4437-B2AB3818D741}"/>
              </a:ext>
            </a:extLst>
          </p:cNvPr>
          <p:cNvSpPr/>
          <p:nvPr/>
        </p:nvSpPr>
        <p:spPr>
          <a:xfrm>
            <a:off x="6078688" y="510873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26847A-1AE1-6B35-10CD-B688B6768622}"/>
              </a:ext>
            </a:extLst>
          </p:cNvPr>
          <p:cNvSpPr/>
          <p:nvPr/>
        </p:nvSpPr>
        <p:spPr>
          <a:xfrm>
            <a:off x="6078689" y="5108734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0206CA-005A-852D-EF22-46C1FF7099F0}"/>
              </a:ext>
            </a:extLst>
          </p:cNvPr>
          <p:cNvSpPr/>
          <p:nvPr/>
        </p:nvSpPr>
        <p:spPr>
          <a:xfrm>
            <a:off x="6902315" y="511440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155297-21D9-BE86-8821-9455F7BE655E}"/>
              </a:ext>
            </a:extLst>
          </p:cNvPr>
          <p:cNvSpPr/>
          <p:nvPr/>
        </p:nvSpPr>
        <p:spPr>
          <a:xfrm>
            <a:off x="6689784" y="511101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205A96-8AA8-6FAA-44D9-EF77AA426EE5}"/>
              </a:ext>
            </a:extLst>
          </p:cNvPr>
          <p:cNvSpPr/>
          <p:nvPr/>
        </p:nvSpPr>
        <p:spPr>
          <a:xfrm>
            <a:off x="7066566" y="51144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8BFBC4-6F49-BB44-321D-6B8B83426055}"/>
              </a:ext>
            </a:extLst>
          </p:cNvPr>
          <p:cNvSpPr/>
          <p:nvPr/>
        </p:nvSpPr>
        <p:spPr>
          <a:xfrm>
            <a:off x="6904698" y="521679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3DDDC49-4A95-3E91-DAD2-74912A1DEB75}"/>
              </a:ext>
            </a:extLst>
          </p:cNvPr>
          <p:cNvSpPr/>
          <p:nvPr/>
        </p:nvSpPr>
        <p:spPr>
          <a:xfrm>
            <a:off x="6692167" y="521340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6AEBCDE-4D25-77D4-1200-14266FEC844F}"/>
              </a:ext>
            </a:extLst>
          </p:cNvPr>
          <p:cNvSpPr/>
          <p:nvPr/>
        </p:nvSpPr>
        <p:spPr>
          <a:xfrm>
            <a:off x="7068949" y="5216794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2977DA-F0D7-E81A-82ED-99C2C0C4C55E}"/>
              </a:ext>
            </a:extLst>
          </p:cNvPr>
          <p:cNvSpPr txBox="1"/>
          <p:nvPr/>
        </p:nvSpPr>
        <p:spPr>
          <a:xfrm>
            <a:off x="6819814" y="507477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2BD30D-6E4F-CBD0-CBEA-11269FF8D4E6}"/>
              </a:ext>
            </a:extLst>
          </p:cNvPr>
          <p:cNvSpPr txBox="1"/>
          <p:nvPr/>
        </p:nvSpPr>
        <p:spPr>
          <a:xfrm>
            <a:off x="6997057" y="5068142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672D79-45A4-CD0C-74F3-62A4E81CB014}"/>
              </a:ext>
            </a:extLst>
          </p:cNvPr>
          <p:cNvSpPr/>
          <p:nvPr/>
        </p:nvSpPr>
        <p:spPr>
          <a:xfrm>
            <a:off x="6904472" y="531680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308108E-3A97-7492-1D2A-03D725603C23}"/>
              </a:ext>
            </a:extLst>
          </p:cNvPr>
          <p:cNvSpPr/>
          <p:nvPr/>
        </p:nvSpPr>
        <p:spPr>
          <a:xfrm>
            <a:off x="6691941" y="531341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218DDE5-48EC-7CDC-FEC7-EDECA826CC36}"/>
              </a:ext>
            </a:extLst>
          </p:cNvPr>
          <p:cNvSpPr/>
          <p:nvPr/>
        </p:nvSpPr>
        <p:spPr>
          <a:xfrm>
            <a:off x="7068723" y="531680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F14F33-DE0A-F0F5-0A2E-7D229080D61D}"/>
              </a:ext>
            </a:extLst>
          </p:cNvPr>
          <p:cNvSpPr/>
          <p:nvPr/>
        </p:nvSpPr>
        <p:spPr>
          <a:xfrm>
            <a:off x="6902906" y="5314951"/>
            <a:ext cx="170227" cy="2046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5C0400-DBE2-D78B-4882-B0A7504D85D2}"/>
              </a:ext>
            </a:extLst>
          </p:cNvPr>
          <p:cNvSpPr/>
          <p:nvPr/>
        </p:nvSpPr>
        <p:spPr>
          <a:xfrm>
            <a:off x="6690375" y="5318761"/>
            <a:ext cx="212329" cy="1994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B017DC37-1AB2-63C3-8AB5-253E38596BA9}"/>
              </a:ext>
            </a:extLst>
          </p:cNvPr>
          <p:cNvSpPr/>
          <p:nvPr/>
        </p:nvSpPr>
        <p:spPr>
          <a:xfrm>
            <a:off x="7067157" y="5314950"/>
            <a:ext cx="170227" cy="2046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82CC0263-CB0E-DA44-29A5-151818F34F3A}"/>
              </a:ext>
            </a:extLst>
          </p:cNvPr>
          <p:cNvSpPr txBox="1"/>
          <p:nvPr/>
        </p:nvSpPr>
        <p:spPr>
          <a:xfrm>
            <a:off x="6668090" y="5322520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3CFE4FE3-FEAF-6A86-EA43-1262FD3BB679}"/>
              </a:ext>
            </a:extLst>
          </p:cNvPr>
          <p:cNvSpPr txBox="1"/>
          <p:nvPr/>
        </p:nvSpPr>
        <p:spPr>
          <a:xfrm>
            <a:off x="6620117" y="518131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40586B0-48E9-35A6-4D39-917D7AE78C60}"/>
              </a:ext>
            </a:extLst>
          </p:cNvPr>
          <p:cNvSpPr txBox="1"/>
          <p:nvPr/>
        </p:nvSpPr>
        <p:spPr>
          <a:xfrm>
            <a:off x="6862429" y="5181586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9D0DB0D0-79A4-B8AA-325B-1AFC76DC345E}"/>
              </a:ext>
            </a:extLst>
          </p:cNvPr>
          <p:cNvSpPr txBox="1"/>
          <p:nvPr/>
        </p:nvSpPr>
        <p:spPr>
          <a:xfrm>
            <a:off x="6029583" y="5044725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Valve 3 stuck on open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CE0F3CC-6457-69A7-BBF1-DEA14AF7ABC3}"/>
              </a:ext>
            </a:extLst>
          </p:cNvPr>
          <p:cNvSpPr txBox="1"/>
          <p:nvPr/>
        </p:nvSpPr>
        <p:spPr>
          <a:xfrm>
            <a:off x="7027529" y="5181586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24843038-34E2-62B3-C180-7EA8EF058A63}"/>
              </a:ext>
            </a:extLst>
          </p:cNvPr>
          <p:cNvSpPr/>
          <p:nvPr/>
        </p:nvSpPr>
        <p:spPr>
          <a:xfrm>
            <a:off x="7277125" y="5393690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74" name="Isosceles Triangle 473">
            <a:extLst>
              <a:ext uri="{FF2B5EF4-FFF2-40B4-BE49-F238E27FC236}">
                <a16:creationId xmlns:a16="http://schemas.microsoft.com/office/drawing/2014/main" id="{9F6E3ED4-AC11-4F78-0CD6-226F799F4C31}"/>
              </a:ext>
            </a:extLst>
          </p:cNvPr>
          <p:cNvSpPr/>
          <p:nvPr/>
        </p:nvSpPr>
        <p:spPr>
          <a:xfrm rot="10800000">
            <a:off x="7306979" y="5426431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54306311-5DF8-F36F-89B0-087959B04063}"/>
              </a:ext>
            </a:extLst>
          </p:cNvPr>
          <p:cNvSpPr/>
          <p:nvPr/>
        </p:nvSpPr>
        <p:spPr>
          <a:xfrm>
            <a:off x="7276099" y="4267813"/>
            <a:ext cx="163652" cy="11209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30BDB1B0-1E57-9E29-CD6C-94A0000646CB}"/>
              </a:ext>
            </a:extLst>
          </p:cNvPr>
          <p:cNvSpPr/>
          <p:nvPr/>
        </p:nvSpPr>
        <p:spPr>
          <a:xfrm>
            <a:off x="7276931" y="4144522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85" name="Isosceles Triangle 484">
            <a:extLst>
              <a:ext uri="{FF2B5EF4-FFF2-40B4-BE49-F238E27FC236}">
                <a16:creationId xmlns:a16="http://schemas.microsoft.com/office/drawing/2014/main" id="{C4AE9BE6-2ACB-213B-FE0E-6B6B7EE93035}"/>
              </a:ext>
            </a:extLst>
          </p:cNvPr>
          <p:cNvSpPr/>
          <p:nvPr/>
        </p:nvSpPr>
        <p:spPr>
          <a:xfrm>
            <a:off x="7306785" y="4177263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78A1E1D-B73E-A674-A44B-3FDC43310006}"/>
              </a:ext>
            </a:extLst>
          </p:cNvPr>
          <p:cNvSpPr/>
          <p:nvPr/>
        </p:nvSpPr>
        <p:spPr>
          <a:xfrm>
            <a:off x="7276306" y="4271783"/>
            <a:ext cx="163652" cy="292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DD2E4-B6BA-61BA-62B8-149AAD190304}"/>
              </a:ext>
            </a:extLst>
          </p:cNvPr>
          <p:cNvSpPr/>
          <p:nvPr/>
        </p:nvSpPr>
        <p:spPr>
          <a:xfrm>
            <a:off x="5320989" y="303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7427B-EA65-25CC-2063-F9D4010261EB}"/>
              </a:ext>
            </a:extLst>
          </p:cNvPr>
          <p:cNvSpPr/>
          <p:nvPr/>
        </p:nvSpPr>
        <p:spPr>
          <a:xfrm>
            <a:off x="6109532" y="303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79CFA989-C863-1FC3-F130-3DADDABD0727}"/>
              </a:ext>
            </a:extLst>
          </p:cNvPr>
          <p:cNvSpPr/>
          <p:nvPr/>
        </p:nvSpPr>
        <p:spPr>
          <a:xfrm>
            <a:off x="5320989" y="291642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956CC4F-6A4C-E9E4-8B44-C38803EB74DE}"/>
              </a:ext>
            </a:extLst>
          </p:cNvPr>
          <p:cNvSpPr/>
          <p:nvPr/>
        </p:nvSpPr>
        <p:spPr>
          <a:xfrm>
            <a:off x="5320989" y="340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4B0FBB4-01B5-59DA-61EA-990D1AC690B6}"/>
              </a:ext>
            </a:extLst>
          </p:cNvPr>
          <p:cNvSpPr/>
          <p:nvPr/>
        </p:nvSpPr>
        <p:spPr>
          <a:xfrm>
            <a:off x="6109533" y="303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B5C906D4-8B73-170E-6DB0-9A1459CD0E28}"/>
              </a:ext>
            </a:extLst>
          </p:cNvPr>
          <p:cNvSpPr/>
          <p:nvPr/>
        </p:nvSpPr>
        <p:spPr>
          <a:xfrm>
            <a:off x="6109532" y="316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24BFAA3B-039D-E8DE-D759-6172C6BAA595}"/>
              </a:ext>
            </a:extLst>
          </p:cNvPr>
          <p:cNvSpPr/>
          <p:nvPr/>
        </p:nvSpPr>
        <p:spPr>
          <a:xfrm>
            <a:off x="6109532" y="328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8F876F9B-1B87-2804-A473-1B063CCA85E3}"/>
              </a:ext>
            </a:extLst>
          </p:cNvPr>
          <p:cNvSpPr txBox="1"/>
          <p:nvPr/>
        </p:nvSpPr>
        <p:spPr>
          <a:xfrm>
            <a:off x="5646479" y="336441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FD476CC5-43B6-440B-30F1-F5272E0EB255}"/>
              </a:ext>
            </a:extLst>
          </p:cNvPr>
          <p:cNvCxnSpPr>
            <a:cxnSpLocks/>
          </p:cNvCxnSpPr>
          <p:nvPr/>
        </p:nvCxnSpPr>
        <p:spPr>
          <a:xfrm>
            <a:off x="5515517" y="340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1192F8CB-043B-E905-69D0-0D9CE73ACF8A}"/>
              </a:ext>
            </a:extLst>
          </p:cNvPr>
          <p:cNvCxnSpPr>
            <a:cxnSpLocks/>
          </p:cNvCxnSpPr>
          <p:nvPr/>
        </p:nvCxnSpPr>
        <p:spPr>
          <a:xfrm>
            <a:off x="5696492" y="340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B9C4877F-7DEC-C276-5B5A-3E6DE782A79E}"/>
              </a:ext>
            </a:extLst>
          </p:cNvPr>
          <p:cNvCxnSpPr>
            <a:cxnSpLocks/>
          </p:cNvCxnSpPr>
          <p:nvPr/>
        </p:nvCxnSpPr>
        <p:spPr>
          <a:xfrm>
            <a:off x="5827459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4BA8786F-D70E-1083-F4FF-2BB82847A7DF}"/>
              </a:ext>
            </a:extLst>
          </p:cNvPr>
          <p:cNvCxnSpPr>
            <a:cxnSpLocks/>
          </p:cNvCxnSpPr>
          <p:nvPr/>
        </p:nvCxnSpPr>
        <p:spPr>
          <a:xfrm>
            <a:off x="5956043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TextBox 487">
            <a:extLst>
              <a:ext uri="{FF2B5EF4-FFF2-40B4-BE49-F238E27FC236}">
                <a16:creationId xmlns:a16="http://schemas.microsoft.com/office/drawing/2014/main" id="{B1B01233-05A4-07A0-47AC-B0F481A63406}"/>
              </a:ext>
            </a:extLst>
          </p:cNvPr>
          <p:cNvSpPr txBox="1"/>
          <p:nvPr/>
        </p:nvSpPr>
        <p:spPr>
          <a:xfrm>
            <a:off x="6029750" y="302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AF501EB5-A928-D670-BE39-62FB84B77F17}"/>
              </a:ext>
            </a:extLst>
          </p:cNvPr>
          <p:cNvSpPr txBox="1"/>
          <p:nvPr/>
        </p:nvSpPr>
        <p:spPr>
          <a:xfrm>
            <a:off x="6069205" y="314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9787C469-E9AA-9F64-25DA-2F786807AC71}"/>
              </a:ext>
            </a:extLst>
          </p:cNvPr>
          <p:cNvSpPr txBox="1"/>
          <p:nvPr/>
        </p:nvSpPr>
        <p:spPr>
          <a:xfrm>
            <a:off x="6039537" y="326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75F9227A-76B8-5DD3-F853-8EC7C4412580}"/>
              </a:ext>
            </a:extLst>
          </p:cNvPr>
          <p:cNvSpPr txBox="1"/>
          <p:nvPr/>
        </p:nvSpPr>
        <p:spPr>
          <a:xfrm>
            <a:off x="6101038" y="338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DE473779-8603-AD9E-CC13-B1A89789D1CA}"/>
              </a:ext>
            </a:extLst>
          </p:cNvPr>
          <p:cNvSpPr/>
          <p:nvPr/>
        </p:nvSpPr>
        <p:spPr>
          <a:xfrm>
            <a:off x="6109532" y="340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2E760F0A-2F8B-084C-E7F7-AA997B30BD7D}"/>
              </a:ext>
            </a:extLst>
          </p:cNvPr>
          <p:cNvSpPr/>
          <p:nvPr/>
        </p:nvSpPr>
        <p:spPr>
          <a:xfrm>
            <a:off x="6333183" y="315951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A3CAA71C-C4EB-79D5-1249-CCF0272020DD}"/>
              </a:ext>
            </a:extLst>
          </p:cNvPr>
          <p:cNvSpPr/>
          <p:nvPr/>
        </p:nvSpPr>
        <p:spPr>
          <a:xfrm>
            <a:off x="6333181" y="328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22AB1DE1-AC47-3ECA-1687-8ED69B9F142A}"/>
              </a:ext>
            </a:extLst>
          </p:cNvPr>
          <p:cNvSpPr txBox="1"/>
          <p:nvPr/>
        </p:nvSpPr>
        <p:spPr>
          <a:xfrm>
            <a:off x="6327223" y="314631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97B962D6-AA55-F43F-82F6-91C07B7CE006}"/>
              </a:ext>
            </a:extLst>
          </p:cNvPr>
          <p:cNvSpPr/>
          <p:nvPr/>
        </p:nvSpPr>
        <p:spPr>
          <a:xfrm>
            <a:off x="6336355" y="291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4C641992-D0AB-24B7-D5C4-A50F6D8F982E}"/>
              </a:ext>
            </a:extLst>
          </p:cNvPr>
          <p:cNvSpPr/>
          <p:nvPr/>
        </p:nvSpPr>
        <p:spPr>
          <a:xfrm>
            <a:off x="6468718" y="291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CE40015D-738E-6540-6BC7-36500B900F7B}"/>
              </a:ext>
            </a:extLst>
          </p:cNvPr>
          <p:cNvSpPr/>
          <p:nvPr/>
        </p:nvSpPr>
        <p:spPr>
          <a:xfrm>
            <a:off x="6109505" y="291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DD1FCFFC-B343-C853-A544-4C69E21D4A65}"/>
              </a:ext>
            </a:extLst>
          </p:cNvPr>
          <p:cNvSpPr/>
          <p:nvPr/>
        </p:nvSpPr>
        <p:spPr>
          <a:xfrm>
            <a:off x="6469094" y="316046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21A7BBD9-2E8B-9BFC-C63D-3997DB5ED244}"/>
              </a:ext>
            </a:extLst>
          </p:cNvPr>
          <p:cNvSpPr/>
          <p:nvPr/>
        </p:nvSpPr>
        <p:spPr>
          <a:xfrm>
            <a:off x="6468087" y="328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A31B4562-6D43-2FB3-C840-434DF74DEE38}"/>
              </a:ext>
            </a:extLst>
          </p:cNvPr>
          <p:cNvSpPr/>
          <p:nvPr/>
        </p:nvSpPr>
        <p:spPr>
          <a:xfrm>
            <a:off x="6336327" y="303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C56ADFCF-75C4-9E28-40ED-540036BAC72D}"/>
              </a:ext>
            </a:extLst>
          </p:cNvPr>
          <p:cNvSpPr txBox="1"/>
          <p:nvPr/>
        </p:nvSpPr>
        <p:spPr>
          <a:xfrm>
            <a:off x="6265599" y="290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5B8D9E07-D910-D3EE-8C1D-296D8B952680}"/>
              </a:ext>
            </a:extLst>
          </p:cNvPr>
          <p:cNvSpPr txBox="1"/>
          <p:nvPr/>
        </p:nvSpPr>
        <p:spPr>
          <a:xfrm>
            <a:off x="6337818" y="302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1844EA59-4401-BEC7-ED7F-D9DF7C003672}"/>
              </a:ext>
            </a:extLst>
          </p:cNvPr>
          <p:cNvSpPr txBox="1"/>
          <p:nvPr/>
        </p:nvSpPr>
        <p:spPr>
          <a:xfrm>
            <a:off x="6401629" y="290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45C67F5E-FF4D-5691-F1C4-B4B7E071D78B}"/>
              </a:ext>
            </a:extLst>
          </p:cNvPr>
          <p:cNvSpPr txBox="1"/>
          <p:nvPr/>
        </p:nvSpPr>
        <p:spPr>
          <a:xfrm>
            <a:off x="6462637" y="314474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F46CA063-750B-7DEA-CAC6-C8B34283D191}"/>
              </a:ext>
            </a:extLst>
          </p:cNvPr>
          <p:cNvSpPr txBox="1"/>
          <p:nvPr/>
        </p:nvSpPr>
        <p:spPr>
          <a:xfrm>
            <a:off x="5270820" y="2934326"/>
            <a:ext cx="967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Chemical composition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D9FA2D63-5E70-83DC-336C-FC8AB086283D}"/>
              </a:ext>
            </a:extLst>
          </p:cNvPr>
          <p:cNvSpPr/>
          <p:nvPr/>
        </p:nvSpPr>
        <p:spPr>
          <a:xfrm>
            <a:off x="8416447" y="4154344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ED75D28F-C161-F5B3-2767-1DF9015465B8}"/>
              </a:ext>
            </a:extLst>
          </p:cNvPr>
          <p:cNvSpPr/>
          <p:nvPr/>
        </p:nvSpPr>
        <p:spPr>
          <a:xfrm>
            <a:off x="8416448" y="4154342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F5DB9600-ED65-1C0F-BA2D-0931A4131367}"/>
              </a:ext>
            </a:extLst>
          </p:cNvPr>
          <p:cNvSpPr/>
          <p:nvPr/>
        </p:nvSpPr>
        <p:spPr>
          <a:xfrm>
            <a:off x="9240074" y="416001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A4194AA6-E1BD-DEBB-689B-62923E86912E}"/>
              </a:ext>
            </a:extLst>
          </p:cNvPr>
          <p:cNvSpPr/>
          <p:nvPr/>
        </p:nvSpPr>
        <p:spPr>
          <a:xfrm>
            <a:off x="9027543" y="415662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6E1A4761-7AA0-65E7-DE1E-EC218599108F}"/>
              </a:ext>
            </a:extLst>
          </p:cNvPr>
          <p:cNvSpPr/>
          <p:nvPr/>
        </p:nvSpPr>
        <p:spPr>
          <a:xfrm>
            <a:off x="9404325" y="416001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5E75DB9E-8819-3B81-EE04-6472A988F14B}"/>
              </a:ext>
            </a:extLst>
          </p:cNvPr>
          <p:cNvSpPr/>
          <p:nvPr/>
        </p:nvSpPr>
        <p:spPr>
          <a:xfrm>
            <a:off x="9242457" y="4262403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7EC2650D-F9D4-31AF-08C4-A04F9403709E}"/>
              </a:ext>
            </a:extLst>
          </p:cNvPr>
          <p:cNvSpPr/>
          <p:nvPr/>
        </p:nvSpPr>
        <p:spPr>
          <a:xfrm>
            <a:off x="9029926" y="425901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D519BE85-2EFA-1F65-1BB9-21F047B8E5A9}"/>
              </a:ext>
            </a:extLst>
          </p:cNvPr>
          <p:cNvSpPr/>
          <p:nvPr/>
        </p:nvSpPr>
        <p:spPr>
          <a:xfrm>
            <a:off x="9406708" y="426240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6AC6A315-8361-EE4D-CF24-A96CB1CF069B}"/>
              </a:ext>
            </a:extLst>
          </p:cNvPr>
          <p:cNvSpPr txBox="1"/>
          <p:nvPr/>
        </p:nvSpPr>
        <p:spPr>
          <a:xfrm>
            <a:off x="9157573" y="4120385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A405C2D5-71EB-4C1B-4E13-38493D7B5C6E}"/>
              </a:ext>
            </a:extLst>
          </p:cNvPr>
          <p:cNvSpPr txBox="1"/>
          <p:nvPr/>
        </p:nvSpPr>
        <p:spPr>
          <a:xfrm>
            <a:off x="9334816" y="411375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512544B3-C61A-2F11-D9D8-A98A62A80531}"/>
              </a:ext>
            </a:extLst>
          </p:cNvPr>
          <p:cNvSpPr/>
          <p:nvPr/>
        </p:nvSpPr>
        <p:spPr>
          <a:xfrm>
            <a:off x="9242231" y="43624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D2311F9A-9AB7-301A-DFF6-F7B6888D08EF}"/>
              </a:ext>
            </a:extLst>
          </p:cNvPr>
          <p:cNvSpPr/>
          <p:nvPr/>
        </p:nvSpPr>
        <p:spPr>
          <a:xfrm>
            <a:off x="9029700" y="435902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870F31A-22D8-32A9-0466-B01677711C69}"/>
              </a:ext>
            </a:extLst>
          </p:cNvPr>
          <p:cNvSpPr/>
          <p:nvPr/>
        </p:nvSpPr>
        <p:spPr>
          <a:xfrm>
            <a:off x="9406482" y="436241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543589EE-00B4-9903-77C1-066FCB53F2F6}"/>
              </a:ext>
            </a:extLst>
          </p:cNvPr>
          <p:cNvSpPr/>
          <p:nvPr/>
        </p:nvSpPr>
        <p:spPr>
          <a:xfrm>
            <a:off x="9240665" y="4366261"/>
            <a:ext cx="170227" cy="198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004CF4A0-7D23-225A-3054-6F0706FF5E2B}"/>
              </a:ext>
            </a:extLst>
          </p:cNvPr>
          <p:cNvSpPr/>
          <p:nvPr/>
        </p:nvSpPr>
        <p:spPr>
          <a:xfrm>
            <a:off x="9028134" y="4362451"/>
            <a:ext cx="212329" cy="2013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268A4F46-0B82-B761-25AA-5A6ED9440FE9}"/>
              </a:ext>
            </a:extLst>
          </p:cNvPr>
          <p:cNvSpPr/>
          <p:nvPr/>
        </p:nvSpPr>
        <p:spPr>
          <a:xfrm>
            <a:off x="9404916" y="4370070"/>
            <a:ext cx="170227" cy="1950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TextBox 1360">
            <a:extLst>
              <a:ext uri="{FF2B5EF4-FFF2-40B4-BE49-F238E27FC236}">
                <a16:creationId xmlns:a16="http://schemas.microsoft.com/office/drawing/2014/main" id="{7CA40120-8165-FA39-7BB6-7F7AE1A78411}"/>
              </a:ext>
            </a:extLst>
          </p:cNvPr>
          <p:cNvSpPr txBox="1"/>
          <p:nvPr/>
        </p:nvSpPr>
        <p:spPr>
          <a:xfrm>
            <a:off x="9005051" y="437720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F3C4AC38-99AF-CCC4-3894-03FA2BBCFAF6}"/>
              </a:ext>
            </a:extLst>
          </p:cNvPr>
          <p:cNvSpPr txBox="1"/>
          <p:nvPr/>
        </p:nvSpPr>
        <p:spPr>
          <a:xfrm>
            <a:off x="8957876" y="422692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320ABEC0-6F5C-4243-C7D6-871CBE244900}"/>
              </a:ext>
            </a:extLst>
          </p:cNvPr>
          <p:cNvSpPr txBox="1"/>
          <p:nvPr/>
        </p:nvSpPr>
        <p:spPr>
          <a:xfrm>
            <a:off x="9200188" y="422719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65" name="TextBox 1364">
            <a:extLst>
              <a:ext uri="{FF2B5EF4-FFF2-40B4-BE49-F238E27FC236}">
                <a16:creationId xmlns:a16="http://schemas.microsoft.com/office/drawing/2014/main" id="{BFB80DAD-CE18-C893-2AEA-FF9F960B515A}"/>
              </a:ext>
            </a:extLst>
          </p:cNvPr>
          <p:cNvSpPr txBox="1"/>
          <p:nvPr/>
        </p:nvSpPr>
        <p:spPr>
          <a:xfrm>
            <a:off x="9365288" y="422719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A2F474C6-0CCC-C4B4-602C-67A8D26357C6}"/>
              </a:ext>
            </a:extLst>
          </p:cNvPr>
          <p:cNvSpPr/>
          <p:nvPr/>
        </p:nvSpPr>
        <p:spPr>
          <a:xfrm>
            <a:off x="8424245" y="4631409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47184BA2-DD62-64D0-0F50-A05D1E6DBBB7}"/>
              </a:ext>
            </a:extLst>
          </p:cNvPr>
          <p:cNvSpPr/>
          <p:nvPr/>
        </p:nvSpPr>
        <p:spPr>
          <a:xfrm>
            <a:off x="8424246" y="4631407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E80CF473-712B-A471-CA2C-7E1F8926D089}"/>
              </a:ext>
            </a:extLst>
          </p:cNvPr>
          <p:cNvSpPr/>
          <p:nvPr/>
        </p:nvSpPr>
        <p:spPr>
          <a:xfrm>
            <a:off x="9247872" y="463707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E4E0C482-3178-6481-E1F7-C5271AEDF07A}"/>
              </a:ext>
            </a:extLst>
          </p:cNvPr>
          <p:cNvSpPr/>
          <p:nvPr/>
        </p:nvSpPr>
        <p:spPr>
          <a:xfrm>
            <a:off x="9035341" y="463369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C71C3732-CCEA-6CA7-2459-FC6C08819CF5}"/>
              </a:ext>
            </a:extLst>
          </p:cNvPr>
          <p:cNvSpPr/>
          <p:nvPr/>
        </p:nvSpPr>
        <p:spPr>
          <a:xfrm>
            <a:off x="9412123" y="463707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3A76B462-8033-07AB-C66F-931FB2EE714C}"/>
              </a:ext>
            </a:extLst>
          </p:cNvPr>
          <p:cNvSpPr/>
          <p:nvPr/>
        </p:nvSpPr>
        <p:spPr>
          <a:xfrm>
            <a:off x="9250255" y="4739468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Rectangle 1371">
            <a:extLst>
              <a:ext uri="{FF2B5EF4-FFF2-40B4-BE49-F238E27FC236}">
                <a16:creationId xmlns:a16="http://schemas.microsoft.com/office/drawing/2014/main" id="{090807F8-0DBC-3C2A-2643-AB952ABA8B16}"/>
              </a:ext>
            </a:extLst>
          </p:cNvPr>
          <p:cNvSpPr/>
          <p:nvPr/>
        </p:nvSpPr>
        <p:spPr>
          <a:xfrm>
            <a:off x="9037724" y="473608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3" name="Rectangle 1372">
            <a:extLst>
              <a:ext uri="{FF2B5EF4-FFF2-40B4-BE49-F238E27FC236}">
                <a16:creationId xmlns:a16="http://schemas.microsoft.com/office/drawing/2014/main" id="{9854F1E6-2B63-ED0A-4A74-CD9E6CBF3D10}"/>
              </a:ext>
            </a:extLst>
          </p:cNvPr>
          <p:cNvSpPr/>
          <p:nvPr/>
        </p:nvSpPr>
        <p:spPr>
          <a:xfrm>
            <a:off x="9414506" y="4739467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4" name="TextBox 1373">
            <a:extLst>
              <a:ext uri="{FF2B5EF4-FFF2-40B4-BE49-F238E27FC236}">
                <a16:creationId xmlns:a16="http://schemas.microsoft.com/office/drawing/2014/main" id="{C7ACA996-B82D-DB8C-D061-D0DBB7216781}"/>
              </a:ext>
            </a:extLst>
          </p:cNvPr>
          <p:cNvSpPr txBox="1"/>
          <p:nvPr/>
        </p:nvSpPr>
        <p:spPr>
          <a:xfrm>
            <a:off x="9165371" y="4597450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40EF91BF-C20E-3FCB-2067-F38AE31EE3AF}"/>
              </a:ext>
            </a:extLst>
          </p:cNvPr>
          <p:cNvSpPr txBox="1"/>
          <p:nvPr/>
        </p:nvSpPr>
        <p:spPr>
          <a:xfrm>
            <a:off x="9342614" y="4590815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81C2BD25-2B37-90D8-A024-606BBE3DB346}"/>
              </a:ext>
            </a:extLst>
          </p:cNvPr>
          <p:cNvSpPr/>
          <p:nvPr/>
        </p:nvSpPr>
        <p:spPr>
          <a:xfrm>
            <a:off x="9250029" y="483947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9636463D-46B3-081C-88DA-3A14F268E8D2}"/>
              </a:ext>
            </a:extLst>
          </p:cNvPr>
          <p:cNvSpPr/>
          <p:nvPr/>
        </p:nvSpPr>
        <p:spPr>
          <a:xfrm>
            <a:off x="9037498" y="483609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188C2835-B132-8D61-366C-217E0482FEE0}"/>
              </a:ext>
            </a:extLst>
          </p:cNvPr>
          <p:cNvSpPr/>
          <p:nvPr/>
        </p:nvSpPr>
        <p:spPr>
          <a:xfrm>
            <a:off x="9414280" y="483947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CCE45C50-8F8F-2182-773D-B0FDFEBC36CA}"/>
              </a:ext>
            </a:extLst>
          </p:cNvPr>
          <p:cNvSpPr/>
          <p:nvPr/>
        </p:nvSpPr>
        <p:spPr>
          <a:xfrm>
            <a:off x="9248463" y="4842510"/>
            <a:ext cx="170227" cy="199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0" name="Rectangle 1379">
            <a:extLst>
              <a:ext uri="{FF2B5EF4-FFF2-40B4-BE49-F238E27FC236}">
                <a16:creationId xmlns:a16="http://schemas.microsoft.com/office/drawing/2014/main" id="{CFAF734C-A631-83EC-9940-262A7BA64686}"/>
              </a:ext>
            </a:extLst>
          </p:cNvPr>
          <p:cNvSpPr/>
          <p:nvPr/>
        </p:nvSpPr>
        <p:spPr>
          <a:xfrm>
            <a:off x="9035932" y="4838700"/>
            <a:ext cx="212329" cy="202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5D15257C-4DCB-388E-B93D-B718E551F748}"/>
              </a:ext>
            </a:extLst>
          </p:cNvPr>
          <p:cNvSpPr/>
          <p:nvPr/>
        </p:nvSpPr>
        <p:spPr>
          <a:xfrm>
            <a:off x="9412714" y="4846321"/>
            <a:ext cx="170227" cy="195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2" name="TextBox 1381">
            <a:extLst>
              <a:ext uri="{FF2B5EF4-FFF2-40B4-BE49-F238E27FC236}">
                <a16:creationId xmlns:a16="http://schemas.microsoft.com/office/drawing/2014/main" id="{082CD47A-7B41-7951-B091-FB29DF1FCC2E}"/>
              </a:ext>
            </a:extLst>
          </p:cNvPr>
          <p:cNvSpPr txBox="1"/>
          <p:nvPr/>
        </p:nvSpPr>
        <p:spPr>
          <a:xfrm>
            <a:off x="9012825" y="4844437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D8CCC965-A5CE-51DF-BACB-CBA1260DB656}"/>
              </a:ext>
            </a:extLst>
          </p:cNvPr>
          <p:cNvSpPr txBox="1"/>
          <p:nvPr/>
        </p:nvSpPr>
        <p:spPr>
          <a:xfrm>
            <a:off x="8965674" y="4703985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8827AF80-DF97-14D1-1D9B-F32EDCB83391}"/>
              </a:ext>
            </a:extLst>
          </p:cNvPr>
          <p:cNvSpPr txBox="1"/>
          <p:nvPr/>
        </p:nvSpPr>
        <p:spPr>
          <a:xfrm>
            <a:off x="9207986" y="47042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880087E7-F8A7-0A42-77EC-7D6DEAB25539}"/>
              </a:ext>
            </a:extLst>
          </p:cNvPr>
          <p:cNvSpPr txBox="1"/>
          <p:nvPr/>
        </p:nvSpPr>
        <p:spPr>
          <a:xfrm>
            <a:off x="8471562" y="4624998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4</a:t>
            </a:r>
          </a:p>
        </p:txBody>
      </p:sp>
      <p:sp>
        <p:nvSpPr>
          <p:cNvPr id="1387" name="TextBox 1386">
            <a:extLst>
              <a:ext uri="{FF2B5EF4-FFF2-40B4-BE49-F238E27FC236}">
                <a16:creationId xmlns:a16="http://schemas.microsoft.com/office/drawing/2014/main" id="{A63D2AE9-49BE-1826-5BEB-731DF6DB51F5}"/>
              </a:ext>
            </a:extLst>
          </p:cNvPr>
          <p:cNvSpPr txBox="1"/>
          <p:nvPr/>
        </p:nvSpPr>
        <p:spPr>
          <a:xfrm>
            <a:off x="9373086" y="4704259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423F1D4D-7495-A777-C056-CC6D7F1C6373}"/>
              </a:ext>
            </a:extLst>
          </p:cNvPr>
          <p:cNvSpPr/>
          <p:nvPr/>
        </p:nvSpPr>
        <p:spPr>
          <a:xfrm>
            <a:off x="8431418" y="5125593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Rectangle 1389">
            <a:extLst>
              <a:ext uri="{FF2B5EF4-FFF2-40B4-BE49-F238E27FC236}">
                <a16:creationId xmlns:a16="http://schemas.microsoft.com/office/drawing/2014/main" id="{6FDBDB80-39F2-5175-E1CD-6B7366435CF3}"/>
              </a:ext>
            </a:extLst>
          </p:cNvPr>
          <p:cNvSpPr/>
          <p:nvPr/>
        </p:nvSpPr>
        <p:spPr>
          <a:xfrm>
            <a:off x="8431419" y="5125591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3C0E707E-E2E3-5581-73E8-0D5603F54DF3}"/>
              </a:ext>
            </a:extLst>
          </p:cNvPr>
          <p:cNvSpPr/>
          <p:nvPr/>
        </p:nvSpPr>
        <p:spPr>
          <a:xfrm>
            <a:off x="9255045" y="513126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2A21C602-B3F4-FA30-1592-8377F4C31BE6}"/>
              </a:ext>
            </a:extLst>
          </p:cNvPr>
          <p:cNvSpPr/>
          <p:nvPr/>
        </p:nvSpPr>
        <p:spPr>
          <a:xfrm>
            <a:off x="9042514" y="512787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75BDB5B7-E0C4-CE8D-7B8B-F55CC6FAFEDF}"/>
              </a:ext>
            </a:extLst>
          </p:cNvPr>
          <p:cNvSpPr/>
          <p:nvPr/>
        </p:nvSpPr>
        <p:spPr>
          <a:xfrm>
            <a:off x="9419296" y="513125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913ADC6C-2D9A-296F-AFB0-F9A75DB70D3C}"/>
              </a:ext>
            </a:extLst>
          </p:cNvPr>
          <p:cNvSpPr/>
          <p:nvPr/>
        </p:nvSpPr>
        <p:spPr>
          <a:xfrm>
            <a:off x="9257428" y="523365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A74030A6-B952-E3A6-BEA6-FC3D536F3A09}"/>
              </a:ext>
            </a:extLst>
          </p:cNvPr>
          <p:cNvSpPr/>
          <p:nvPr/>
        </p:nvSpPr>
        <p:spPr>
          <a:xfrm>
            <a:off x="9044897" y="523026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Rectangle 1395">
            <a:extLst>
              <a:ext uri="{FF2B5EF4-FFF2-40B4-BE49-F238E27FC236}">
                <a16:creationId xmlns:a16="http://schemas.microsoft.com/office/drawing/2014/main" id="{D73826DF-7D57-15C9-888A-9439887403CB}"/>
              </a:ext>
            </a:extLst>
          </p:cNvPr>
          <p:cNvSpPr/>
          <p:nvPr/>
        </p:nvSpPr>
        <p:spPr>
          <a:xfrm>
            <a:off x="9421679" y="523365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61C51794-772A-E6D1-674F-D5BE9A69602E}"/>
              </a:ext>
            </a:extLst>
          </p:cNvPr>
          <p:cNvSpPr txBox="1"/>
          <p:nvPr/>
        </p:nvSpPr>
        <p:spPr>
          <a:xfrm>
            <a:off x="9172544" y="5091634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FDD9C631-8D51-CB1D-25F8-05743C40F234}"/>
              </a:ext>
            </a:extLst>
          </p:cNvPr>
          <p:cNvSpPr txBox="1"/>
          <p:nvPr/>
        </p:nvSpPr>
        <p:spPr>
          <a:xfrm>
            <a:off x="9349787" y="5084999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A7726733-E2A4-9C70-6F4A-94BDDEE3D673}"/>
              </a:ext>
            </a:extLst>
          </p:cNvPr>
          <p:cNvSpPr/>
          <p:nvPr/>
        </p:nvSpPr>
        <p:spPr>
          <a:xfrm>
            <a:off x="9257202" y="533366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306A74BB-7C48-6AB4-380B-E59C63718DE2}"/>
              </a:ext>
            </a:extLst>
          </p:cNvPr>
          <p:cNvSpPr/>
          <p:nvPr/>
        </p:nvSpPr>
        <p:spPr>
          <a:xfrm>
            <a:off x="9044671" y="5330276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3D5242A7-86F4-CD3F-902E-5DA1A7C48F48}"/>
              </a:ext>
            </a:extLst>
          </p:cNvPr>
          <p:cNvSpPr/>
          <p:nvPr/>
        </p:nvSpPr>
        <p:spPr>
          <a:xfrm>
            <a:off x="9421453" y="533366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E1900AE1-DFC2-4A18-493E-764E2E76E25D}"/>
              </a:ext>
            </a:extLst>
          </p:cNvPr>
          <p:cNvSpPr/>
          <p:nvPr/>
        </p:nvSpPr>
        <p:spPr>
          <a:xfrm>
            <a:off x="9255636" y="5341620"/>
            <a:ext cx="170227" cy="1947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83D265DB-EBE1-E6C1-A209-7D59B8218758}"/>
              </a:ext>
            </a:extLst>
          </p:cNvPr>
          <p:cNvSpPr/>
          <p:nvPr/>
        </p:nvSpPr>
        <p:spPr>
          <a:xfrm>
            <a:off x="9043105" y="5337810"/>
            <a:ext cx="212329" cy="197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4C8B2E9F-4A84-7450-1D51-8BD24726C8C4}"/>
              </a:ext>
            </a:extLst>
          </p:cNvPr>
          <p:cNvSpPr/>
          <p:nvPr/>
        </p:nvSpPr>
        <p:spPr>
          <a:xfrm>
            <a:off x="9419887" y="5341621"/>
            <a:ext cx="170227" cy="1947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5" name="TextBox 1404">
            <a:extLst>
              <a:ext uri="{FF2B5EF4-FFF2-40B4-BE49-F238E27FC236}">
                <a16:creationId xmlns:a16="http://schemas.microsoft.com/office/drawing/2014/main" id="{9140107E-5BAB-58E3-C589-740B7F9F29AD}"/>
              </a:ext>
            </a:extLst>
          </p:cNvPr>
          <p:cNvSpPr txBox="1"/>
          <p:nvPr/>
        </p:nvSpPr>
        <p:spPr>
          <a:xfrm>
            <a:off x="9022380" y="534429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407" name="TextBox 1406">
            <a:extLst>
              <a:ext uri="{FF2B5EF4-FFF2-40B4-BE49-F238E27FC236}">
                <a16:creationId xmlns:a16="http://schemas.microsoft.com/office/drawing/2014/main" id="{7C83A856-B772-3F1D-3E53-58FDB1C3639F}"/>
              </a:ext>
            </a:extLst>
          </p:cNvPr>
          <p:cNvSpPr txBox="1"/>
          <p:nvPr/>
        </p:nvSpPr>
        <p:spPr>
          <a:xfrm>
            <a:off x="8972847" y="5198169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7E54A-4679-15A8-753F-D62B216128C6}"/>
              </a:ext>
            </a:extLst>
          </p:cNvPr>
          <p:cNvSpPr txBox="1"/>
          <p:nvPr/>
        </p:nvSpPr>
        <p:spPr>
          <a:xfrm>
            <a:off x="9215159" y="5198443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8AF1A6-5E74-DFFB-61E7-4E2DFF341EEF}"/>
              </a:ext>
            </a:extLst>
          </p:cNvPr>
          <p:cNvSpPr txBox="1"/>
          <p:nvPr/>
        </p:nvSpPr>
        <p:spPr>
          <a:xfrm>
            <a:off x="8448988" y="5123495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FFBA82-AEF3-77CF-18CE-C9DC81B97788}"/>
              </a:ext>
            </a:extLst>
          </p:cNvPr>
          <p:cNvSpPr txBox="1"/>
          <p:nvPr/>
        </p:nvSpPr>
        <p:spPr>
          <a:xfrm>
            <a:off x="9380259" y="5198443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BEDE18-9271-F258-281E-1DB70CFECEFB}"/>
              </a:ext>
            </a:extLst>
          </p:cNvPr>
          <p:cNvSpPr/>
          <p:nvPr/>
        </p:nvSpPr>
        <p:spPr>
          <a:xfrm>
            <a:off x="9629855" y="5410547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DAC88A94-334C-22C1-1D1D-91D71FA64812}"/>
              </a:ext>
            </a:extLst>
          </p:cNvPr>
          <p:cNvSpPr/>
          <p:nvPr/>
        </p:nvSpPr>
        <p:spPr>
          <a:xfrm rot="10800000">
            <a:off x="9659709" y="5443288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BEE1FB0-9355-AC59-CAFB-7D78E802EFEC}"/>
              </a:ext>
            </a:extLst>
          </p:cNvPr>
          <p:cNvSpPr/>
          <p:nvPr/>
        </p:nvSpPr>
        <p:spPr>
          <a:xfrm>
            <a:off x="9628829" y="4284670"/>
            <a:ext cx="163652" cy="11209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8B436E-2768-9E63-D2DA-A0054857B6FB}"/>
              </a:ext>
            </a:extLst>
          </p:cNvPr>
          <p:cNvSpPr/>
          <p:nvPr/>
        </p:nvSpPr>
        <p:spPr>
          <a:xfrm>
            <a:off x="9629661" y="4161379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F37C84B-D09C-90EF-3F28-46C6C261E811}"/>
              </a:ext>
            </a:extLst>
          </p:cNvPr>
          <p:cNvSpPr/>
          <p:nvPr/>
        </p:nvSpPr>
        <p:spPr>
          <a:xfrm>
            <a:off x="9659515" y="4194120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C5D1059-A53E-A10B-1130-D6F5638A5DC8}"/>
              </a:ext>
            </a:extLst>
          </p:cNvPr>
          <p:cNvSpPr/>
          <p:nvPr/>
        </p:nvSpPr>
        <p:spPr>
          <a:xfrm>
            <a:off x="9629036" y="4288640"/>
            <a:ext cx="163652" cy="292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3F89E9F-F503-92A6-17BB-04382C97A4AD}"/>
              </a:ext>
            </a:extLst>
          </p:cNvPr>
          <p:cNvSpPr/>
          <p:nvPr/>
        </p:nvSpPr>
        <p:spPr>
          <a:xfrm>
            <a:off x="9817099" y="4153782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7E2FB3A-710D-EA34-B237-3025D440F837}"/>
              </a:ext>
            </a:extLst>
          </p:cNvPr>
          <p:cNvSpPr/>
          <p:nvPr/>
        </p:nvSpPr>
        <p:spPr>
          <a:xfrm>
            <a:off x="9817100" y="4153780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EB753BF-A758-06BF-5CF0-E3B732F23C97}"/>
              </a:ext>
            </a:extLst>
          </p:cNvPr>
          <p:cNvSpPr/>
          <p:nvPr/>
        </p:nvSpPr>
        <p:spPr>
          <a:xfrm>
            <a:off x="10640726" y="415944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69B51A1-F85C-3AC1-A5A6-4FF5C3747971}"/>
              </a:ext>
            </a:extLst>
          </p:cNvPr>
          <p:cNvSpPr/>
          <p:nvPr/>
        </p:nvSpPr>
        <p:spPr>
          <a:xfrm>
            <a:off x="10428195" y="415606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45DF66-0AC6-21E2-FDA3-982C49A32DD4}"/>
              </a:ext>
            </a:extLst>
          </p:cNvPr>
          <p:cNvSpPr/>
          <p:nvPr/>
        </p:nvSpPr>
        <p:spPr>
          <a:xfrm>
            <a:off x="10804977" y="415944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B2E78CC-FF89-3D71-9460-7F06F6F2F232}"/>
              </a:ext>
            </a:extLst>
          </p:cNvPr>
          <p:cNvSpPr/>
          <p:nvPr/>
        </p:nvSpPr>
        <p:spPr>
          <a:xfrm>
            <a:off x="10643109" y="426184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627DE2E-920A-6340-E016-05BC949CCB7C}"/>
              </a:ext>
            </a:extLst>
          </p:cNvPr>
          <p:cNvSpPr/>
          <p:nvPr/>
        </p:nvSpPr>
        <p:spPr>
          <a:xfrm>
            <a:off x="10430578" y="425845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2E1FF8-A80A-73D9-C654-7E21F97D2C9E}"/>
              </a:ext>
            </a:extLst>
          </p:cNvPr>
          <p:cNvSpPr/>
          <p:nvPr/>
        </p:nvSpPr>
        <p:spPr>
          <a:xfrm>
            <a:off x="10807360" y="4261840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8F0E1E-B411-C337-8F61-3E98922E73D6}"/>
              </a:ext>
            </a:extLst>
          </p:cNvPr>
          <p:cNvSpPr txBox="1"/>
          <p:nvPr/>
        </p:nvSpPr>
        <p:spPr>
          <a:xfrm>
            <a:off x="10558225" y="411982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786FA3-CD5A-D52B-37F5-3779BD6452F5}"/>
              </a:ext>
            </a:extLst>
          </p:cNvPr>
          <p:cNvSpPr txBox="1"/>
          <p:nvPr/>
        </p:nvSpPr>
        <p:spPr>
          <a:xfrm>
            <a:off x="10735468" y="411318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D29111D-EC1E-FC68-E49F-4AF4992C3A95}"/>
              </a:ext>
            </a:extLst>
          </p:cNvPr>
          <p:cNvSpPr/>
          <p:nvPr/>
        </p:nvSpPr>
        <p:spPr>
          <a:xfrm>
            <a:off x="10642883" y="436185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CFED823-303C-7DD3-B613-7BBF2F357772}"/>
              </a:ext>
            </a:extLst>
          </p:cNvPr>
          <p:cNvSpPr/>
          <p:nvPr/>
        </p:nvSpPr>
        <p:spPr>
          <a:xfrm>
            <a:off x="10430352" y="435846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A611EB2-5406-720B-4F89-489D308BC524}"/>
              </a:ext>
            </a:extLst>
          </p:cNvPr>
          <p:cNvSpPr/>
          <p:nvPr/>
        </p:nvSpPr>
        <p:spPr>
          <a:xfrm>
            <a:off x="10807134" y="436185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1601EE2-9803-99BC-5FCC-9BE34FF72FD8}"/>
              </a:ext>
            </a:extLst>
          </p:cNvPr>
          <p:cNvSpPr/>
          <p:nvPr/>
        </p:nvSpPr>
        <p:spPr>
          <a:xfrm>
            <a:off x="10641317" y="4366261"/>
            <a:ext cx="170227" cy="198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2E820F5-8732-141F-533C-0118C1A72443}"/>
              </a:ext>
            </a:extLst>
          </p:cNvPr>
          <p:cNvSpPr/>
          <p:nvPr/>
        </p:nvSpPr>
        <p:spPr>
          <a:xfrm>
            <a:off x="10428786" y="4362451"/>
            <a:ext cx="212329" cy="200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6472BB-5633-891F-474D-F5F32DB430B6}"/>
              </a:ext>
            </a:extLst>
          </p:cNvPr>
          <p:cNvSpPr/>
          <p:nvPr/>
        </p:nvSpPr>
        <p:spPr>
          <a:xfrm>
            <a:off x="10805568" y="4358640"/>
            <a:ext cx="170227" cy="2059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C15F8F-F129-4D9A-752D-936856869B07}"/>
              </a:ext>
            </a:extLst>
          </p:cNvPr>
          <p:cNvSpPr txBox="1"/>
          <p:nvPr/>
        </p:nvSpPr>
        <p:spPr>
          <a:xfrm>
            <a:off x="10408591" y="436877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176870-AFDB-C693-C164-480A82EE78E6}"/>
              </a:ext>
            </a:extLst>
          </p:cNvPr>
          <p:cNvSpPr txBox="1"/>
          <p:nvPr/>
        </p:nvSpPr>
        <p:spPr>
          <a:xfrm>
            <a:off x="10358528" y="4226358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EC41D7-E300-4DC8-49D0-CB064889A8E7}"/>
              </a:ext>
            </a:extLst>
          </p:cNvPr>
          <p:cNvSpPr txBox="1"/>
          <p:nvPr/>
        </p:nvSpPr>
        <p:spPr>
          <a:xfrm>
            <a:off x="10600840" y="422663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20F5AF0-5BA6-46E8-F958-A8471F2153F3}"/>
              </a:ext>
            </a:extLst>
          </p:cNvPr>
          <p:cNvSpPr txBox="1"/>
          <p:nvPr/>
        </p:nvSpPr>
        <p:spPr>
          <a:xfrm>
            <a:off x="10765940" y="422663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AAD9E82-256B-70DC-90F3-D5C1371925A1}"/>
              </a:ext>
            </a:extLst>
          </p:cNvPr>
          <p:cNvSpPr/>
          <p:nvPr/>
        </p:nvSpPr>
        <p:spPr>
          <a:xfrm>
            <a:off x="9824897" y="463084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AC53A0A-760C-C84D-FC85-AD44D0FE73B8}"/>
              </a:ext>
            </a:extLst>
          </p:cNvPr>
          <p:cNvSpPr/>
          <p:nvPr/>
        </p:nvSpPr>
        <p:spPr>
          <a:xfrm>
            <a:off x="9824898" y="4630845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1001208-D2B6-4D9A-F9F6-190F347E659B}"/>
              </a:ext>
            </a:extLst>
          </p:cNvPr>
          <p:cNvSpPr/>
          <p:nvPr/>
        </p:nvSpPr>
        <p:spPr>
          <a:xfrm>
            <a:off x="10648524" y="463651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8C19AB2-9C02-869F-9235-A9E5CDF58E12}"/>
              </a:ext>
            </a:extLst>
          </p:cNvPr>
          <p:cNvSpPr/>
          <p:nvPr/>
        </p:nvSpPr>
        <p:spPr>
          <a:xfrm>
            <a:off x="10435993" y="463312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AE77EF8-6D19-E5AB-4676-9828D39BC9C7}"/>
              </a:ext>
            </a:extLst>
          </p:cNvPr>
          <p:cNvSpPr/>
          <p:nvPr/>
        </p:nvSpPr>
        <p:spPr>
          <a:xfrm>
            <a:off x="10812775" y="46365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F0FE994-0408-4B4E-4535-CD097FE8A2D6}"/>
              </a:ext>
            </a:extLst>
          </p:cNvPr>
          <p:cNvSpPr/>
          <p:nvPr/>
        </p:nvSpPr>
        <p:spPr>
          <a:xfrm>
            <a:off x="10650907" y="473890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658E45-C3A7-BF54-48A0-6662C2133F01}"/>
              </a:ext>
            </a:extLst>
          </p:cNvPr>
          <p:cNvSpPr/>
          <p:nvPr/>
        </p:nvSpPr>
        <p:spPr>
          <a:xfrm>
            <a:off x="10438376" y="473552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3DE3091-4031-8FE3-D4BC-746044572AE0}"/>
              </a:ext>
            </a:extLst>
          </p:cNvPr>
          <p:cNvSpPr/>
          <p:nvPr/>
        </p:nvSpPr>
        <p:spPr>
          <a:xfrm>
            <a:off x="10815158" y="473890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D4663F9-ABD5-77D5-0D9B-5D654306AE12}"/>
              </a:ext>
            </a:extLst>
          </p:cNvPr>
          <p:cNvSpPr txBox="1"/>
          <p:nvPr/>
        </p:nvSpPr>
        <p:spPr>
          <a:xfrm>
            <a:off x="10566023" y="459688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D92BBCC-0C33-3947-26EB-E3169C4749AA}"/>
              </a:ext>
            </a:extLst>
          </p:cNvPr>
          <p:cNvSpPr txBox="1"/>
          <p:nvPr/>
        </p:nvSpPr>
        <p:spPr>
          <a:xfrm>
            <a:off x="10743266" y="459025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FF3A1F1A-8B9D-F0AA-F564-F2DB9FB3678B}"/>
              </a:ext>
            </a:extLst>
          </p:cNvPr>
          <p:cNvSpPr/>
          <p:nvPr/>
        </p:nvSpPr>
        <p:spPr>
          <a:xfrm>
            <a:off x="10650681" y="48389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1F5E3940-F96A-E36E-8EC1-6C8A728752F9}"/>
              </a:ext>
            </a:extLst>
          </p:cNvPr>
          <p:cNvSpPr/>
          <p:nvPr/>
        </p:nvSpPr>
        <p:spPr>
          <a:xfrm>
            <a:off x="10438150" y="483553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010598FE-227F-E566-C30D-F4177A2C3E2E}"/>
              </a:ext>
            </a:extLst>
          </p:cNvPr>
          <p:cNvSpPr/>
          <p:nvPr/>
        </p:nvSpPr>
        <p:spPr>
          <a:xfrm>
            <a:off x="10814932" y="483891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F0FF737B-8EB1-E1A6-EACB-967FE803C206}"/>
              </a:ext>
            </a:extLst>
          </p:cNvPr>
          <p:cNvSpPr/>
          <p:nvPr/>
        </p:nvSpPr>
        <p:spPr>
          <a:xfrm>
            <a:off x="10649115" y="4838700"/>
            <a:ext cx="170227" cy="202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82CD2B9A-FFD6-0F3A-3425-ABF9FC864034}"/>
              </a:ext>
            </a:extLst>
          </p:cNvPr>
          <p:cNvSpPr/>
          <p:nvPr/>
        </p:nvSpPr>
        <p:spPr>
          <a:xfrm>
            <a:off x="10436584" y="4834890"/>
            <a:ext cx="212329" cy="2053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7EE39D49-4CE5-BBE7-B44C-0E0CBCA85F73}"/>
              </a:ext>
            </a:extLst>
          </p:cNvPr>
          <p:cNvSpPr/>
          <p:nvPr/>
        </p:nvSpPr>
        <p:spPr>
          <a:xfrm>
            <a:off x="10813366" y="4842511"/>
            <a:ext cx="170227" cy="199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4" name="TextBox 2373">
            <a:extLst>
              <a:ext uri="{FF2B5EF4-FFF2-40B4-BE49-F238E27FC236}">
                <a16:creationId xmlns:a16="http://schemas.microsoft.com/office/drawing/2014/main" id="{F0B95147-256E-051D-B01B-D40CAA880719}"/>
              </a:ext>
            </a:extLst>
          </p:cNvPr>
          <p:cNvSpPr txBox="1"/>
          <p:nvPr/>
        </p:nvSpPr>
        <p:spPr>
          <a:xfrm>
            <a:off x="10423479" y="4851238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76" name="TextBox 2375">
            <a:extLst>
              <a:ext uri="{FF2B5EF4-FFF2-40B4-BE49-F238E27FC236}">
                <a16:creationId xmlns:a16="http://schemas.microsoft.com/office/drawing/2014/main" id="{D87A3A8B-3318-EFD4-EA96-940363B042B9}"/>
              </a:ext>
            </a:extLst>
          </p:cNvPr>
          <p:cNvSpPr txBox="1"/>
          <p:nvPr/>
        </p:nvSpPr>
        <p:spPr>
          <a:xfrm>
            <a:off x="10366326" y="470342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77" name="TextBox 2376">
            <a:extLst>
              <a:ext uri="{FF2B5EF4-FFF2-40B4-BE49-F238E27FC236}">
                <a16:creationId xmlns:a16="http://schemas.microsoft.com/office/drawing/2014/main" id="{75EA850A-0936-B398-DCC9-08583FC6C8EF}"/>
              </a:ext>
            </a:extLst>
          </p:cNvPr>
          <p:cNvSpPr txBox="1"/>
          <p:nvPr/>
        </p:nvSpPr>
        <p:spPr>
          <a:xfrm>
            <a:off x="10608638" y="47036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78" name="TextBox 2377">
            <a:extLst>
              <a:ext uri="{FF2B5EF4-FFF2-40B4-BE49-F238E27FC236}">
                <a16:creationId xmlns:a16="http://schemas.microsoft.com/office/drawing/2014/main" id="{4F9A378F-3D92-9F42-EB00-0164A5D13D48}"/>
              </a:ext>
            </a:extLst>
          </p:cNvPr>
          <p:cNvSpPr txBox="1"/>
          <p:nvPr/>
        </p:nvSpPr>
        <p:spPr>
          <a:xfrm>
            <a:off x="9864384" y="4621283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7</a:t>
            </a:r>
          </a:p>
        </p:txBody>
      </p:sp>
      <p:sp>
        <p:nvSpPr>
          <p:cNvPr id="2379" name="TextBox 2378">
            <a:extLst>
              <a:ext uri="{FF2B5EF4-FFF2-40B4-BE49-F238E27FC236}">
                <a16:creationId xmlns:a16="http://schemas.microsoft.com/office/drawing/2014/main" id="{BD31E907-0C01-14AD-BE9D-315AB1D59C52}"/>
              </a:ext>
            </a:extLst>
          </p:cNvPr>
          <p:cNvSpPr txBox="1"/>
          <p:nvPr/>
        </p:nvSpPr>
        <p:spPr>
          <a:xfrm>
            <a:off x="10773738" y="47036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630893F6-F7C8-F237-2EC7-172B0C95C850}"/>
              </a:ext>
            </a:extLst>
          </p:cNvPr>
          <p:cNvSpPr/>
          <p:nvPr/>
        </p:nvSpPr>
        <p:spPr>
          <a:xfrm>
            <a:off x="9832070" y="5125031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799B8F67-71A1-6E24-D016-7441BB974925}"/>
              </a:ext>
            </a:extLst>
          </p:cNvPr>
          <p:cNvSpPr/>
          <p:nvPr/>
        </p:nvSpPr>
        <p:spPr>
          <a:xfrm>
            <a:off x="9832071" y="5125029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F7918365-B2B4-675E-C0D7-7F47C1B1C47E}"/>
              </a:ext>
            </a:extLst>
          </p:cNvPr>
          <p:cNvSpPr/>
          <p:nvPr/>
        </p:nvSpPr>
        <p:spPr>
          <a:xfrm>
            <a:off x="10655697" y="513069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0462281F-E818-F18F-68CA-F5D441158DAF}"/>
              </a:ext>
            </a:extLst>
          </p:cNvPr>
          <p:cNvSpPr/>
          <p:nvPr/>
        </p:nvSpPr>
        <p:spPr>
          <a:xfrm>
            <a:off x="10443166" y="5127312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4" name="Rectangle 2383">
            <a:extLst>
              <a:ext uri="{FF2B5EF4-FFF2-40B4-BE49-F238E27FC236}">
                <a16:creationId xmlns:a16="http://schemas.microsoft.com/office/drawing/2014/main" id="{A78A6A8F-3225-93FD-CC41-F849D1604FBF}"/>
              </a:ext>
            </a:extLst>
          </p:cNvPr>
          <p:cNvSpPr/>
          <p:nvPr/>
        </p:nvSpPr>
        <p:spPr>
          <a:xfrm>
            <a:off x="10819948" y="5130697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5" name="Rectangle 2384">
            <a:extLst>
              <a:ext uri="{FF2B5EF4-FFF2-40B4-BE49-F238E27FC236}">
                <a16:creationId xmlns:a16="http://schemas.microsoft.com/office/drawing/2014/main" id="{C8199985-8628-D7FB-D4A4-A3C8F2DFAD28}"/>
              </a:ext>
            </a:extLst>
          </p:cNvPr>
          <p:cNvSpPr/>
          <p:nvPr/>
        </p:nvSpPr>
        <p:spPr>
          <a:xfrm>
            <a:off x="10658080" y="5233090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6" name="Rectangle 2385">
            <a:extLst>
              <a:ext uri="{FF2B5EF4-FFF2-40B4-BE49-F238E27FC236}">
                <a16:creationId xmlns:a16="http://schemas.microsoft.com/office/drawing/2014/main" id="{DCDF027A-3290-A26B-8051-60F6DCCAF79D}"/>
              </a:ext>
            </a:extLst>
          </p:cNvPr>
          <p:cNvSpPr/>
          <p:nvPr/>
        </p:nvSpPr>
        <p:spPr>
          <a:xfrm>
            <a:off x="10445549" y="522970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7" name="Rectangle 2386">
            <a:extLst>
              <a:ext uri="{FF2B5EF4-FFF2-40B4-BE49-F238E27FC236}">
                <a16:creationId xmlns:a16="http://schemas.microsoft.com/office/drawing/2014/main" id="{88166AC5-4098-D3C2-9C80-6DE5FC8F0BF1}"/>
              </a:ext>
            </a:extLst>
          </p:cNvPr>
          <p:cNvSpPr/>
          <p:nvPr/>
        </p:nvSpPr>
        <p:spPr>
          <a:xfrm>
            <a:off x="10822331" y="5233089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8" name="TextBox 2387">
            <a:extLst>
              <a:ext uri="{FF2B5EF4-FFF2-40B4-BE49-F238E27FC236}">
                <a16:creationId xmlns:a16="http://schemas.microsoft.com/office/drawing/2014/main" id="{5B8DC4A1-0E45-C6A3-5A91-9D5302C76481}"/>
              </a:ext>
            </a:extLst>
          </p:cNvPr>
          <p:cNvSpPr txBox="1"/>
          <p:nvPr/>
        </p:nvSpPr>
        <p:spPr>
          <a:xfrm>
            <a:off x="10573196" y="5091072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389" name="TextBox 2388">
            <a:extLst>
              <a:ext uri="{FF2B5EF4-FFF2-40B4-BE49-F238E27FC236}">
                <a16:creationId xmlns:a16="http://schemas.microsoft.com/office/drawing/2014/main" id="{4C3DE63D-F760-185C-089A-2C7584CBFCF0}"/>
              </a:ext>
            </a:extLst>
          </p:cNvPr>
          <p:cNvSpPr txBox="1"/>
          <p:nvPr/>
        </p:nvSpPr>
        <p:spPr>
          <a:xfrm>
            <a:off x="10750439" y="508443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390" name="Rectangle 2389">
            <a:extLst>
              <a:ext uri="{FF2B5EF4-FFF2-40B4-BE49-F238E27FC236}">
                <a16:creationId xmlns:a16="http://schemas.microsoft.com/office/drawing/2014/main" id="{45F74055-15B7-2F3B-013B-D0E97122E41A}"/>
              </a:ext>
            </a:extLst>
          </p:cNvPr>
          <p:cNvSpPr/>
          <p:nvPr/>
        </p:nvSpPr>
        <p:spPr>
          <a:xfrm>
            <a:off x="10657854" y="53331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562E1CCA-5D5E-79D4-B9DE-700F421FC360}"/>
              </a:ext>
            </a:extLst>
          </p:cNvPr>
          <p:cNvSpPr/>
          <p:nvPr/>
        </p:nvSpPr>
        <p:spPr>
          <a:xfrm>
            <a:off x="10445323" y="5329714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8CFA95E6-5DED-8BD5-0A0E-79868C25099B}"/>
              </a:ext>
            </a:extLst>
          </p:cNvPr>
          <p:cNvSpPr/>
          <p:nvPr/>
        </p:nvSpPr>
        <p:spPr>
          <a:xfrm>
            <a:off x="10822105" y="533309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90D949C0-BD14-DA4A-81C5-560F3169AA41}"/>
              </a:ext>
            </a:extLst>
          </p:cNvPr>
          <p:cNvSpPr/>
          <p:nvPr/>
        </p:nvSpPr>
        <p:spPr>
          <a:xfrm>
            <a:off x="10656288" y="5337810"/>
            <a:ext cx="170227" cy="198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E806C24A-2C0C-6E12-0163-7293CFBE9957}"/>
              </a:ext>
            </a:extLst>
          </p:cNvPr>
          <p:cNvSpPr/>
          <p:nvPr/>
        </p:nvSpPr>
        <p:spPr>
          <a:xfrm>
            <a:off x="10443757" y="5341620"/>
            <a:ext cx="212329" cy="192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57880816-BA89-49DB-CA6B-2E15E596D589}"/>
              </a:ext>
            </a:extLst>
          </p:cNvPr>
          <p:cNvSpPr/>
          <p:nvPr/>
        </p:nvSpPr>
        <p:spPr>
          <a:xfrm>
            <a:off x="10820539" y="5337811"/>
            <a:ext cx="170227" cy="198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6" name="TextBox 2395">
            <a:extLst>
              <a:ext uri="{FF2B5EF4-FFF2-40B4-BE49-F238E27FC236}">
                <a16:creationId xmlns:a16="http://schemas.microsoft.com/office/drawing/2014/main" id="{AF1E00A6-A6C8-8AFB-666C-B867392A868D}"/>
              </a:ext>
            </a:extLst>
          </p:cNvPr>
          <p:cNvSpPr txBox="1"/>
          <p:nvPr/>
        </p:nvSpPr>
        <p:spPr>
          <a:xfrm>
            <a:off x="10416544" y="535456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98" name="TextBox 2397">
            <a:extLst>
              <a:ext uri="{FF2B5EF4-FFF2-40B4-BE49-F238E27FC236}">
                <a16:creationId xmlns:a16="http://schemas.microsoft.com/office/drawing/2014/main" id="{8E397F06-75E8-E713-C833-28882DF3E4E8}"/>
              </a:ext>
            </a:extLst>
          </p:cNvPr>
          <p:cNvSpPr txBox="1"/>
          <p:nvPr/>
        </p:nvSpPr>
        <p:spPr>
          <a:xfrm>
            <a:off x="10373499" y="5197607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99" name="TextBox 2398">
            <a:extLst>
              <a:ext uri="{FF2B5EF4-FFF2-40B4-BE49-F238E27FC236}">
                <a16:creationId xmlns:a16="http://schemas.microsoft.com/office/drawing/2014/main" id="{74803765-3877-39FD-3686-4CC4A641BCF3}"/>
              </a:ext>
            </a:extLst>
          </p:cNvPr>
          <p:cNvSpPr txBox="1"/>
          <p:nvPr/>
        </p:nvSpPr>
        <p:spPr>
          <a:xfrm>
            <a:off x="10615811" y="5197881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00" name="TextBox 2399">
            <a:extLst>
              <a:ext uri="{FF2B5EF4-FFF2-40B4-BE49-F238E27FC236}">
                <a16:creationId xmlns:a16="http://schemas.microsoft.com/office/drawing/2014/main" id="{CEB7B017-3578-1F9F-9B29-677B6422AEE8}"/>
              </a:ext>
            </a:extLst>
          </p:cNvPr>
          <p:cNvSpPr txBox="1"/>
          <p:nvPr/>
        </p:nvSpPr>
        <p:spPr>
          <a:xfrm>
            <a:off x="9825932" y="5118170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8</a:t>
            </a:r>
          </a:p>
        </p:txBody>
      </p:sp>
      <p:sp>
        <p:nvSpPr>
          <p:cNvPr id="2401" name="TextBox 2400">
            <a:extLst>
              <a:ext uri="{FF2B5EF4-FFF2-40B4-BE49-F238E27FC236}">
                <a16:creationId xmlns:a16="http://schemas.microsoft.com/office/drawing/2014/main" id="{18D503AA-B0B6-AD54-9B64-FF590B7B6318}"/>
              </a:ext>
            </a:extLst>
          </p:cNvPr>
          <p:cNvSpPr txBox="1"/>
          <p:nvPr/>
        </p:nvSpPr>
        <p:spPr>
          <a:xfrm>
            <a:off x="10780911" y="5197881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1C5E773A-E90B-C566-FDB8-D779DB0AF313}"/>
              </a:ext>
            </a:extLst>
          </p:cNvPr>
          <p:cNvSpPr/>
          <p:nvPr/>
        </p:nvSpPr>
        <p:spPr>
          <a:xfrm>
            <a:off x="11030507" y="5409985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3" name="Isosceles Triangle 2402">
            <a:extLst>
              <a:ext uri="{FF2B5EF4-FFF2-40B4-BE49-F238E27FC236}">
                <a16:creationId xmlns:a16="http://schemas.microsoft.com/office/drawing/2014/main" id="{0CEA096F-4BCF-2EE5-22BE-D05C96F9FFC0}"/>
              </a:ext>
            </a:extLst>
          </p:cNvPr>
          <p:cNvSpPr/>
          <p:nvPr/>
        </p:nvSpPr>
        <p:spPr>
          <a:xfrm rot="10800000">
            <a:off x="11060361" y="5442726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4" name="Rectangle 2403">
            <a:extLst>
              <a:ext uri="{FF2B5EF4-FFF2-40B4-BE49-F238E27FC236}">
                <a16:creationId xmlns:a16="http://schemas.microsoft.com/office/drawing/2014/main" id="{3676B72E-77CF-36E0-990A-C6A6EBB4EF9A}"/>
              </a:ext>
            </a:extLst>
          </p:cNvPr>
          <p:cNvSpPr/>
          <p:nvPr/>
        </p:nvSpPr>
        <p:spPr>
          <a:xfrm>
            <a:off x="11029481" y="4284108"/>
            <a:ext cx="163652" cy="11209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C2724C73-4A88-2663-6C58-CAE04DCC8EF4}"/>
              </a:ext>
            </a:extLst>
          </p:cNvPr>
          <p:cNvSpPr/>
          <p:nvPr/>
        </p:nvSpPr>
        <p:spPr>
          <a:xfrm>
            <a:off x="11030313" y="4160817"/>
            <a:ext cx="163652" cy="1200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6" name="Isosceles Triangle 2405">
            <a:extLst>
              <a:ext uri="{FF2B5EF4-FFF2-40B4-BE49-F238E27FC236}">
                <a16:creationId xmlns:a16="http://schemas.microsoft.com/office/drawing/2014/main" id="{A74A488C-86D3-0134-C6AA-D892A98DFAA9}"/>
              </a:ext>
            </a:extLst>
          </p:cNvPr>
          <p:cNvSpPr/>
          <p:nvPr/>
        </p:nvSpPr>
        <p:spPr>
          <a:xfrm>
            <a:off x="11060167" y="4193558"/>
            <a:ext cx="97190" cy="5517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7" name="Rectangle 2406">
            <a:extLst>
              <a:ext uri="{FF2B5EF4-FFF2-40B4-BE49-F238E27FC236}">
                <a16:creationId xmlns:a16="http://schemas.microsoft.com/office/drawing/2014/main" id="{69583581-680F-06AA-D015-6DE4196B236B}"/>
              </a:ext>
            </a:extLst>
          </p:cNvPr>
          <p:cNvSpPr/>
          <p:nvPr/>
        </p:nvSpPr>
        <p:spPr>
          <a:xfrm>
            <a:off x="11029688" y="4288078"/>
            <a:ext cx="163652" cy="292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08" name="Rectangle 2407">
            <a:extLst>
              <a:ext uri="{FF2B5EF4-FFF2-40B4-BE49-F238E27FC236}">
                <a16:creationId xmlns:a16="http://schemas.microsoft.com/office/drawing/2014/main" id="{CE35A236-E8F8-0713-4A56-D5BE28C38D2F}"/>
              </a:ext>
            </a:extLst>
          </p:cNvPr>
          <p:cNvSpPr/>
          <p:nvPr/>
        </p:nvSpPr>
        <p:spPr>
          <a:xfrm>
            <a:off x="4871914" y="4138482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A10C89C6-B142-5A6C-6EDA-0EFCA87497B9}"/>
              </a:ext>
            </a:extLst>
          </p:cNvPr>
          <p:cNvSpPr/>
          <p:nvPr/>
        </p:nvSpPr>
        <p:spPr>
          <a:xfrm>
            <a:off x="4871915" y="4138480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10" name="Rectangle 2409">
            <a:extLst>
              <a:ext uri="{FF2B5EF4-FFF2-40B4-BE49-F238E27FC236}">
                <a16:creationId xmlns:a16="http://schemas.microsoft.com/office/drawing/2014/main" id="{5EB0EC5C-A549-01BE-8A66-3D5B3E52D7F4}"/>
              </a:ext>
            </a:extLst>
          </p:cNvPr>
          <p:cNvSpPr/>
          <p:nvPr/>
        </p:nvSpPr>
        <p:spPr>
          <a:xfrm>
            <a:off x="5695541" y="4144149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1" name="Rectangle 2410">
            <a:extLst>
              <a:ext uri="{FF2B5EF4-FFF2-40B4-BE49-F238E27FC236}">
                <a16:creationId xmlns:a16="http://schemas.microsoft.com/office/drawing/2014/main" id="{C241C338-3FF4-414B-F202-9B6333B424A5}"/>
              </a:ext>
            </a:extLst>
          </p:cNvPr>
          <p:cNvSpPr/>
          <p:nvPr/>
        </p:nvSpPr>
        <p:spPr>
          <a:xfrm>
            <a:off x="5483010" y="4140763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2" name="Rectangle 2411">
            <a:extLst>
              <a:ext uri="{FF2B5EF4-FFF2-40B4-BE49-F238E27FC236}">
                <a16:creationId xmlns:a16="http://schemas.microsoft.com/office/drawing/2014/main" id="{B1A7F7A2-A3F3-3D52-D379-49D5F6332C74}"/>
              </a:ext>
            </a:extLst>
          </p:cNvPr>
          <p:cNvSpPr/>
          <p:nvPr/>
        </p:nvSpPr>
        <p:spPr>
          <a:xfrm>
            <a:off x="5859792" y="4144148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3" name="Rectangle 2412">
            <a:extLst>
              <a:ext uri="{FF2B5EF4-FFF2-40B4-BE49-F238E27FC236}">
                <a16:creationId xmlns:a16="http://schemas.microsoft.com/office/drawing/2014/main" id="{A82EEFBC-AD75-2354-A704-D902BDA6A1B8}"/>
              </a:ext>
            </a:extLst>
          </p:cNvPr>
          <p:cNvSpPr/>
          <p:nvPr/>
        </p:nvSpPr>
        <p:spPr>
          <a:xfrm>
            <a:off x="5697924" y="4246541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4" name="Rectangle 2413">
            <a:extLst>
              <a:ext uri="{FF2B5EF4-FFF2-40B4-BE49-F238E27FC236}">
                <a16:creationId xmlns:a16="http://schemas.microsoft.com/office/drawing/2014/main" id="{E9FC7196-2B15-43C3-D4B0-7235508C1704}"/>
              </a:ext>
            </a:extLst>
          </p:cNvPr>
          <p:cNvSpPr/>
          <p:nvPr/>
        </p:nvSpPr>
        <p:spPr>
          <a:xfrm>
            <a:off x="5485393" y="424315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5CA98320-DC00-DD5D-31AA-D84B9F46A446}"/>
              </a:ext>
            </a:extLst>
          </p:cNvPr>
          <p:cNvSpPr/>
          <p:nvPr/>
        </p:nvSpPr>
        <p:spPr>
          <a:xfrm>
            <a:off x="5862175" y="4246540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6" name="TextBox 2415">
            <a:extLst>
              <a:ext uri="{FF2B5EF4-FFF2-40B4-BE49-F238E27FC236}">
                <a16:creationId xmlns:a16="http://schemas.microsoft.com/office/drawing/2014/main" id="{D6CD1669-9415-1C37-AEF2-0A183AAD9845}"/>
              </a:ext>
            </a:extLst>
          </p:cNvPr>
          <p:cNvSpPr txBox="1"/>
          <p:nvPr/>
        </p:nvSpPr>
        <p:spPr>
          <a:xfrm>
            <a:off x="5613040" y="410452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18" name="Rectangle 2417">
            <a:extLst>
              <a:ext uri="{FF2B5EF4-FFF2-40B4-BE49-F238E27FC236}">
                <a16:creationId xmlns:a16="http://schemas.microsoft.com/office/drawing/2014/main" id="{08B9560B-B519-9EDD-27F6-18FF1546F14B}"/>
              </a:ext>
            </a:extLst>
          </p:cNvPr>
          <p:cNvSpPr/>
          <p:nvPr/>
        </p:nvSpPr>
        <p:spPr>
          <a:xfrm>
            <a:off x="5697698" y="434655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0" name="Rectangle 2419">
            <a:extLst>
              <a:ext uri="{FF2B5EF4-FFF2-40B4-BE49-F238E27FC236}">
                <a16:creationId xmlns:a16="http://schemas.microsoft.com/office/drawing/2014/main" id="{A0AD19B5-7AD0-521E-1C87-F521866D2CA4}"/>
              </a:ext>
            </a:extLst>
          </p:cNvPr>
          <p:cNvSpPr/>
          <p:nvPr/>
        </p:nvSpPr>
        <p:spPr>
          <a:xfrm>
            <a:off x="5485167" y="434316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1" name="Rectangle 2420">
            <a:extLst>
              <a:ext uri="{FF2B5EF4-FFF2-40B4-BE49-F238E27FC236}">
                <a16:creationId xmlns:a16="http://schemas.microsoft.com/office/drawing/2014/main" id="{3D118DD4-D29B-C363-6F24-9905FF9C9770}"/>
              </a:ext>
            </a:extLst>
          </p:cNvPr>
          <p:cNvSpPr/>
          <p:nvPr/>
        </p:nvSpPr>
        <p:spPr>
          <a:xfrm>
            <a:off x="5861949" y="434655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2" name="Rectangle 2421">
            <a:extLst>
              <a:ext uri="{FF2B5EF4-FFF2-40B4-BE49-F238E27FC236}">
                <a16:creationId xmlns:a16="http://schemas.microsoft.com/office/drawing/2014/main" id="{F5CDDC13-EF89-CC8E-C6FD-E8A6C731AB77}"/>
              </a:ext>
            </a:extLst>
          </p:cNvPr>
          <p:cNvSpPr/>
          <p:nvPr/>
        </p:nvSpPr>
        <p:spPr>
          <a:xfrm>
            <a:off x="5696132" y="4351021"/>
            <a:ext cx="170227" cy="1982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3" name="Rectangle 2422">
            <a:extLst>
              <a:ext uri="{FF2B5EF4-FFF2-40B4-BE49-F238E27FC236}">
                <a16:creationId xmlns:a16="http://schemas.microsoft.com/office/drawing/2014/main" id="{E9CB3045-18B9-0014-79DB-37E960DCB91B}"/>
              </a:ext>
            </a:extLst>
          </p:cNvPr>
          <p:cNvSpPr/>
          <p:nvPr/>
        </p:nvSpPr>
        <p:spPr>
          <a:xfrm>
            <a:off x="5483601" y="4351021"/>
            <a:ext cx="212329" cy="196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4" name="Rectangle 2423">
            <a:extLst>
              <a:ext uri="{FF2B5EF4-FFF2-40B4-BE49-F238E27FC236}">
                <a16:creationId xmlns:a16="http://schemas.microsoft.com/office/drawing/2014/main" id="{7C3A7A35-5F86-E2D8-5FB2-8D8F9F12C944}"/>
              </a:ext>
            </a:extLst>
          </p:cNvPr>
          <p:cNvSpPr/>
          <p:nvPr/>
        </p:nvSpPr>
        <p:spPr>
          <a:xfrm>
            <a:off x="5860383" y="4358640"/>
            <a:ext cx="170227" cy="190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5" name="TextBox 2424">
            <a:extLst>
              <a:ext uri="{FF2B5EF4-FFF2-40B4-BE49-F238E27FC236}">
                <a16:creationId xmlns:a16="http://schemas.microsoft.com/office/drawing/2014/main" id="{7C3B3D74-BC4A-1024-5456-B4C833C21551}"/>
              </a:ext>
            </a:extLst>
          </p:cNvPr>
          <p:cNvSpPr txBox="1"/>
          <p:nvPr/>
        </p:nvSpPr>
        <p:spPr>
          <a:xfrm>
            <a:off x="5462421" y="4357084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27" name="TextBox 2426">
            <a:extLst>
              <a:ext uri="{FF2B5EF4-FFF2-40B4-BE49-F238E27FC236}">
                <a16:creationId xmlns:a16="http://schemas.microsoft.com/office/drawing/2014/main" id="{923A5F0E-31FE-6D9A-E76B-EFB2A01D9B09}"/>
              </a:ext>
            </a:extLst>
          </p:cNvPr>
          <p:cNvSpPr txBox="1"/>
          <p:nvPr/>
        </p:nvSpPr>
        <p:spPr>
          <a:xfrm>
            <a:off x="5413343" y="4211058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28" name="TextBox 2427">
            <a:extLst>
              <a:ext uri="{FF2B5EF4-FFF2-40B4-BE49-F238E27FC236}">
                <a16:creationId xmlns:a16="http://schemas.microsoft.com/office/drawing/2014/main" id="{B9C2769F-1F9D-352B-6D34-11402F471BC5}"/>
              </a:ext>
            </a:extLst>
          </p:cNvPr>
          <p:cNvSpPr txBox="1"/>
          <p:nvPr/>
        </p:nvSpPr>
        <p:spPr>
          <a:xfrm>
            <a:off x="5655655" y="421133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29" name="TextBox 2428">
            <a:extLst>
              <a:ext uri="{FF2B5EF4-FFF2-40B4-BE49-F238E27FC236}">
                <a16:creationId xmlns:a16="http://schemas.microsoft.com/office/drawing/2014/main" id="{7BA69970-79E5-449E-19D5-08A948B5354E}"/>
              </a:ext>
            </a:extLst>
          </p:cNvPr>
          <p:cNvSpPr txBox="1"/>
          <p:nvPr/>
        </p:nvSpPr>
        <p:spPr>
          <a:xfrm>
            <a:off x="4901481" y="4130279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1 </a:t>
            </a:r>
          </a:p>
        </p:txBody>
      </p:sp>
      <p:sp>
        <p:nvSpPr>
          <p:cNvPr id="2430" name="TextBox 2429">
            <a:extLst>
              <a:ext uri="{FF2B5EF4-FFF2-40B4-BE49-F238E27FC236}">
                <a16:creationId xmlns:a16="http://schemas.microsoft.com/office/drawing/2014/main" id="{FA1815A7-B7BD-A47E-620D-C4A609FC8295}"/>
              </a:ext>
            </a:extLst>
          </p:cNvPr>
          <p:cNvSpPr txBox="1"/>
          <p:nvPr/>
        </p:nvSpPr>
        <p:spPr>
          <a:xfrm>
            <a:off x="5820755" y="4211332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31" name="Rectangle 2430">
            <a:extLst>
              <a:ext uri="{FF2B5EF4-FFF2-40B4-BE49-F238E27FC236}">
                <a16:creationId xmlns:a16="http://schemas.microsoft.com/office/drawing/2014/main" id="{D92DCC5A-AE6C-14AE-C78E-0F3AAA099449}"/>
              </a:ext>
            </a:extLst>
          </p:cNvPr>
          <p:cNvSpPr/>
          <p:nvPr/>
        </p:nvSpPr>
        <p:spPr>
          <a:xfrm>
            <a:off x="4879087" y="4632666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591EBC51-2571-35B5-0048-A31B91BF0047}"/>
              </a:ext>
            </a:extLst>
          </p:cNvPr>
          <p:cNvSpPr/>
          <p:nvPr/>
        </p:nvSpPr>
        <p:spPr>
          <a:xfrm>
            <a:off x="4879088" y="4632664"/>
            <a:ext cx="609686" cy="2072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CEA60C6-E7AF-5325-0D9C-04247036DACD}"/>
              </a:ext>
            </a:extLst>
          </p:cNvPr>
          <p:cNvSpPr/>
          <p:nvPr/>
        </p:nvSpPr>
        <p:spPr>
          <a:xfrm>
            <a:off x="5702714" y="463833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F0657F52-0BAB-7F37-26EC-DD7150184BA1}"/>
              </a:ext>
            </a:extLst>
          </p:cNvPr>
          <p:cNvSpPr/>
          <p:nvPr/>
        </p:nvSpPr>
        <p:spPr>
          <a:xfrm>
            <a:off x="5490183" y="463494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5A7F7DE-7417-DC54-01D7-905E3CA0A6EB}"/>
              </a:ext>
            </a:extLst>
          </p:cNvPr>
          <p:cNvSpPr/>
          <p:nvPr/>
        </p:nvSpPr>
        <p:spPr>
          <a:xfrm>
            <a:off x="5866965" y="463833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72A20609-E9E7-C97F-7085-CAC3E944FDB7}"/>
              </a:ext>
            </a:extLst>
          </p:cNvPr>
          <p:cNvSpPr/>
          <p:nvPr/>
        </p:nvSpPr>
        <p:spPr>
          <a:xfrm>
            <a:off x="5705097" y="474072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514CE64E-7C05-00F8-FFD1-29896309F836}"/>
              </a:ext>
            </a:extLst>
          </p:cNvPr>
          <p:cNvSpPr/>
          <p:nvPr/>
        </p:nvSpPr>
        <p:spPr>
          <a:xfrm>
            <a:off x="5492566" y="473733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0030DECC-38B4-AA64-42CB-AAD9DEACB2F8}"/>
              </a:ext>
            </a:extLst>
          </p:cNvPr>
          <p:cNvSpPr/>
          <p:nvPr/>
        </p:nvSpPr>
        <p:spPr>
          <a:xfrm>
            <a:off x="5869348" y="4740724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B4EC168-34BD-CF36-9078-E75FDBD091BA}"/>
              </a:ext>
            </a:extLst>
          </p:cNvPr>
          <p:cNvSpPr txBox="1"/>
          <p:nvPr/>
        </p:nvSpPr>
        <p:spPr>
          <a:xfrm>
            <a:off x="5620213" y="4598707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65EA0BD-4D9D-009B-4CCF-4CFC524A3FE4}"/>
              </a:ext>
            </a:extLst>
          </p:cNvPr>
          <p:cNvSpPr/>
          <p:nvPr/>
        </p:nvSpPr>
        <p:spPr>
          <a:xfrm>
            <a:off x="5704871" y="484073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09A47017-6875-7859-A94D-BAA0E2ED58E4}"/>
              </a:ext>
            </a:extLst>
          </p:cNvPr>
          <p:cNvSpPr/>
          <p:nvPr/>
        </p:nvSpPr>
        <p:spPr>
          <a:xfrm>
            <a:off x="5492340" y="4837349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8DFB3F23-55DD-4479-418D-844EAF7F8FAD}"/>
              </a:ext>
            </a:extLst>
          </p:cNvPr>
          <p:cNvSpPr/>
          <p:nvPr/>
        </p:nvSpPr>
        <p:spPr>
          <a:xfrm>
            <a:off x="5869122" y="484073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023DDA7-6C24-EF6F-980E-B120D1A0965E}"/>
              </a:ext>
            </a:extLst>
          </p:cNvPr>
          <p:cNvSpPr/>
          <p:nvPr/>
        </p:nvSpPr>
        <p:spPr>
          <a:xfrm>
            <a:off x="5703305" y="4838701"/>
            <a:ext cx="170227" cy="204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1D6B8173-AD82-05C3-F665-551946B3FB15}"/>
              </a:ext>
            </a:extLst>
          </p:cNvPr>
          <p:cNvSpPr/>
          <p:nvPr/>
        </p:nvSpPr>
        <p:spPr>
          <a:xfrm>
            <a:off x="5490774" y="4842511"/>
            <a:ext cx="212329" cy="1995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C48F129-81B5-5A0F-5FA3-1BFCE84CBCB5}"/>
              </a:ext>
            </a:extLst>
          </p:cNvPr>
          <p:cNvSpPr/>
          <p:nvPr/>
        </p:nvSpPr>
        <p:spPr>
          <a:xfrm>
            <a:off x="5867556" y="4834890"/>
            <a:ext cx="170227" cy="208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77EE852-AB23-CBA6-9221-3866E095AFFC}"/>
              </a:ext>
            </a:extLst>
          </p:cNvPr>
          <p:cNvSpPr txBox="1"/>
          <p:nvPr/>
        </p:nvSpPr>
        <p:spPr>
          <a:xfrm>
            <a:off x="5463466" y="4850791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D26397CB-B98C-BB17-2EE6-0B6A59F5D1B9}"/>
              </a:ext>
            </a:extLst>
          </p:cNvPr>
          <p:cNvSpPr txBox="1"/>
          <p:nvPr/>
        </p:nvSpPr>
        <p:spPr>
          <a:xfrm>
            <a:off x="5420516" y="4705242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7B89A10-7B2B-4D00-BD92-5C3D7F5764C1}"/>
              </a:ext>
            </a:extLst>
          </p:cNvPr>
          <p:cNvSpPr txBox="1"/>
          <p:nvPr/>
        </p:nvSpPr>
        <p:spPr>
          <a:xfrm>
            <a:off x="5662828" y="4705516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0AAD6B6-C251-BEB6-AE02-A8FCEDEB0282}"/>
              </a:ext>
            </a:extLst>
          </p:cNvPr>
          <p:cNvSpPr txBox="1"/>
          <p:nvPr/>
        </p:nvSpPr>
        <p:spPr>
          <a:xfrm>
            <a:off x="4879013" y="4623845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2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824B47D5-E5DF-3946-AEC9-40EE52A10EC1}"/>
              </a:ext>
            </a:extLst>
          </p:cNvPr>
          <p:cNvSpPr txBox="1"/>
          <p:nvPr/>
        </p:nvSpPr>
        <p:spPr>
          <a:xfrm>
            <a:off x="5827928" y="4705516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1C269F6-33B6-2E1C-27AE-406F5DBEF142}"/>
              </a:ext>
            </a:extLst>
          </p:cNvPr>
          <p:cNvSpPr txBox="1"/>
          <p:nvPr/>
        </p:nvSpPr>
        <p:spPr>
          <a:xfrm>
            <a:off x="8460267" y="4148630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3 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2D5BC854-FD1C-5B7A-0C2F-CB3F5756C2DD}"/>
              </a:ext>
            </a:extLst>
          </p:cNvPr>
          <p:cNvSpPr txBox="1"/>
          <p:nvPr/>
        </p:nvSpPr>
        <p:spPr>
          <a:xfrm>
            <a:off x="9881301" y="4148630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6 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DD6273-C756-4935-DF2E-9EFAFE07DA5E}"/>
              </a:ext>
            </a:extLst>
          </p:cNvPr>
          <p:cNvSpPr/>
          <p:nvPr/>
        </p:nvSpPr>
        <p:spPr>
          <a:xfrm rot="13586053">
            <a:off x="1697064" y="3155346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B6DDD5-1002-B967-F12B-54CE289516A9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4BCB44A2-1B9C-4A19-8C98-303A805143EE}"/>
              </a:ext>
            </a:extLst>
          </p:cNvPr>
          <p:cNvCxnSpPr>
            <a:cxnSpLocks/>
          </p:cNvCxnSpPr>
          <p:nvPr/>
        </p:nvCxnSpPr>
        <p:spPr>
          <a:xfrm>
            <a:off x="4794797" y="5612851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Rectangle 290">
            <a:extLst>
              <a:ext uri="{FF2B5EF4-FFF2-40B4-BE49-F238E27FC236}">
                <a16:creationId xmlns:a16="http://schemas.microsoft.com/office/drawing/2014/main" id="{6F1C5510-CF7A-CD3D-D5BF-F82A0EF88B5E}"/>
              </a:ext>
            </a:extLst>
          </p:cNvPr>
          <p:cNvSpPr/>
          <p:nvPr/>
        </p:nvSpPr>
        <p:spPr>
          <a:xfrm>
            <a:off x="4256426" y="5586846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380B7B08-2547-3786-E212-212FCD3DF872}"/>
              </a:ext>
            </a:extLst>
          </p:cNvPr>
          <p:cNvSpPr/>
          <p:nvPr/>
        </p:nvSpPr>
        <p:spPr>
          <a:xfrm>
            <a:off x="4253732" y="5587494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E48CE50-03BD-2CAE-FDBA-28FDC5E04968}"/>
              </a:ext>
            </a:extLst>
          </p:cNvPr>
          <p:cNvSpPr/>
          <p:nvPr/>
        </p:nvSpPr>
        <p:spPr>
          <a:xfrm>
            <a:off x="4255557" y="5835851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881057D-2F03-C6B6-29DC-2886B538B89C}"/>
              </a:ext>
            </a:extLst>
          </p:cNvPr>
          <p:cNvSpPr/>
          <p:nvPr/>
        </p:nvSpPr>
        <p:spPr>
          <a:xfrm>
            <a:off x="4638519" y="570720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167D41B3-9ED6-9F0B-F032-25487E02BC57}"/>
              </a:ext>
            </a:extLst>
          </p:cNvPr>
          <p:cNvSpPr/>
          <p:nvPr/>
        </p:nvSpPr>
        <p:spPr>
          <a:xfrm>
            <a:off x="4638519" y="5832643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7EA4568-E6A6-85DE-D23B-6071A5AD16B6}"/>
              </a:ext>
            </a:extLst>
          </p:cNvPr>
          <p:cNvSpPr txBox="1"/>
          <p:nvPr/>
        </p:nvSpPr>
        <p:spPr>
          <a:xfrm>
            <a:off x="4561129" y="5696960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6508D176-91F0-180B-BB4C-21B0AEEF7F63}"/>
              </a:ext>
            </a:extLst>
          </p:cNvPr>
          <p:cNvSpPr txBox="1"/>
          <p:nvPr/>
        </p:nvSpPr>
        <p:spPr>
          <a:xfrm>
            <a:off x="4552965" y="5824340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D56D8146-812D-4E28-B07E-36FCF1225A33}"/>
              </a:ext>
            </a:extLst>
          </p:cNvPr>
          <p:cNvSpPr/>
          <p:nvPr/>
        </p:nvSpPr>
        <p:spPr>
          <a:xfrm>
            <a:off x="4740726" y="5832074"/>
            <a:ext cx="99818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513F2936-B96F-1826-AC3A-5C079A77D1F1}"/>
              </a:ext>
            </a:extLst>
          </p:cNvPr>
          <p:cNvSpPr/>
          <p:nvPr/>
        </p:nvSpPr>
        <p:spPr>
          <a:xfrm>
            <a:off x="4746280" y="5589262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39FC5C41-6FB9-959C-9B9A-8C16024E4C73}"/>
              </a:ext>
            </a:extLst>
          </p:cNvPr>
          <p:cNvSpPr/>
          <p:nvPr/>
        </p:nvSpPr>
        <p:spPr>
          <a:xfrm>
            <a:off x="4847686" y="5588750"/>
            <a:ext cx="80964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8F60E713-CD39-B57A-6BA9-9C3A27435E86}"/>
              </a:ext>
            </a:extLst>
          </p:cNvPr>
          <p:cNvSpPr/>
          <p:nvPr/>
        </p:nvSpPr>
        <p:spPr>
          <a:xfrm>
            <a:off x="4640139" y="5588301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2DEDDB46-8D91-A96C-B06A-37B8948E8B5A}"/>
              </a:ext>
            </a:extLst>
          </p:cNvPr>
          <p:cNvSpPr/>
          <p:nvPr/>
        </p:nvSpPr>
        <p:spPr>
          <a:xfrm>
            <a:off x="4840918" y="5833015"/>
            <a:ext cx="87731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023FDD8-4C9B-4A82-D5AC-5C2BBD5E6300}"/>
              </a:ext>
            </a:extLst>
          </p:cNvPr>
          <p:cNvSpPr/>
          <p:nvPr/>
        </p:nvSpPr>
        <p:spPr>
          <a:xfrm>
            <a:off x="4746252" y="5708325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7738541B-C410-23DC-73D0-861B9CCF572D}"/>
              </a:ext>
            </a:extLst>
          </p:cNvPr>
          <p:cNvSpPr txBox="1"/>
          <p:nvPr/>
        </p:nvSpPr>
        <p:spPr>
          <a:xfrm>
            <a:off x="4668449" y="5568877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A6DC84CD-BCDC-BD6D-87E5-1A38E078F613}"/>
              </a:ext>
            </a:extLst>
          </p:cNvPr>
          <p:cNvSpPr txBox="1"/>
          <p:nvPr/>
        </p:nvSpPr>
        <p:spPr>
          <a:xfrm>
            <a:off x="4710824" y="5701669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D366B2F6-CB18-A9DA-4B32-5F05B6C062DC}"/>
              </a:ext>
            </a:extLst>
          </p:cNvPr>
          <p:cNvSpPr txBox="1"/>
          <p:nvPr/>
        </p:nvSpPr>
        <p:spPr>
          <a:xfrm>
            <a:off x="4766203" y="5584179"/>
            <a:ext cx="29228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1A84DFC6-988D-C1F1-D60D-8DB93E585490}"/>
              </a:ext>
            </a:extLst>
          </p:cNvPr>
          <p:cNvSpPr txBox="1"/>
          <p:nvPr/>
        </p:nvSpPr>
        <p:spPr>
          <a:xfrm>
            <a:off x="4723008" y="58217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2C7BF41A-77C0-8B45-85D8-1E328457BEBC}"/>
              </a:ext>
            </a:extLst>
          </p:cNvPr>
          <p:cNvSpPr txBox="1"/>
          <p:nvPr/>
        </p:nvSpPr>
        <p:spPr>
          <a:xfrm>
            <a:off x="4238433" y="560726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Casting </a:t>
            </a:r>
            <a:endParaRPr lang="nb-NO" sz="200" b="1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3A2F7CC2-B8C5-C1B2-6580-399030ED5364}"/>
              </a:ext>
            </a:extLst>
          </p:cNvPr>
          <p:cNvSpPr txBox="1"/>
          <p:nvPr/>
        </p:nvSpPr>
        <p:spPr>
          <a:xfrm>
            <a:off x="4818765" y="581856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96EB1C-960C-C561-25EB-CCB969193AAA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ADC1F5A-9D2B-8824-5700-DC74BFA9162B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3779167D-3618-DD4B-A8AC-BB1406E4A7EC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D164D631-9B2F-4AE9-39BB-93A9CB384CA5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31BF5453-B878-EEAE-6EB6-942CEE7871C2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TextBox 1361">
            <a:extLst>
              <a:ext uri="{FF2B5EF4-FFF2-40B4-BE49-F238E27FC236}">
                <a16:creationId xmlns:a16="http://schemas.microsoft.com/office/drawing/2014/main" id="{DB74F34D-A374-6DE3-B904-4C0414CF0337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513383F0-FBFE-EBE5-8282-25EDE7FC7DD2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406" name="TextBox 1405">
            <a:extLst>
              <a:ext uri="{FF2B5EF4-FFF2-40B4-BE49-F238E27FC236}">
                <a16:creationId xmlns:a16="http://schemas.microsoft.com/office/drawing/2014/main" id="{88821B01-F0FC-6476-CB6A-1D8C9D7091C5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B0349B9A-D7DC-B984-F506-B33FE040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319" name="Rectangle 318">
            <a:extLst>
              <a:ext uri="{FF2B5EF4-FFF2-40B4-BE49-F238E27FC236}">
                <a16:creationId xmlns:a16="http://schemas.microsoft.com/office/drawing/2014/main" id="{E1D1D8E3-66ED-AFA3-B490-11D8F55AF293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33E2AF69-8581-FECA-CD90-931C3A24A58B}"/>
              </a:ext>
            </a:extLst>
          </p:cNvPr>
          <p:cNvSpPr/>
          <p:nvPr/>
        </p:nvSpPr>
        <p:spPr>
          <a:xfrm>
            <a:off x="6921500" y="303482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25D66A11-4490-93B6-DBF2-A5DD66D16C87}"/>
              </a:ext>
            </a:extLst>
          </p:cNvPr>
          <p:cNvSpPr/>
          <p:nvPr/>
        </p:nvSpPr>
        <p:spPr>
          <a:xfrm>
            <a:off x="7710043" y="3034823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8D72006C-6C3B-52E9-CEE6-2E3043D13173}"/>
              </a:ext>
            </a:extLst>
          </p:cNvPr>
          <p:cNvSpPr/>
          <p:nvPr/>
        </p:nvSpPr>
        <p:spPr>
          <a:xfrm>
            <a:off x="6921500" y="2914174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2483EB30-59AF-6FDC-E6C3-95CA7E05BC0C}"/>
              </a:ext>
            </a:extLst>
          </p:cNvPr>
          <p:cNvSpPr/>
          <p:nvPr/>
        </p:nvSpPr>
        <p:spPr>
          <a:xfrm>
            <a:off x="6921500" y="340146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F5FAD2C-D66A-A146-CB1E-48A86CEC4FE4}"/>
              </a:ext>
            </a:extLst>
          </p:cNvPr>
          <p:cNvSpPr/>
          <p:nvPr/>
        </p:nvSpPr>
        <p:spPr>
          <a:xfrm>
            <a:off x="7710044" y="3037154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1007A504-E2A6-A713-5B6E-0D25E02673A8}"/>
              </a:ext>
            </a:extLst>
          </p:cNvPr>
          <p:cNvSpPr/>
          <p:nvPr/>
        </p:nvSpPr>
        <p:spPr>
          <a:xfrm>
            <a:off x="7710043" y="3157833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53A75A8-279C-4985-10AC-BABD22478E8A}"/>
              </a:ext>
            </a:extLst>
          </p:cNvPr>
          <p:cNvSpPr/>
          <p:nvPr/>
        </p:nvSpPr>
        <p:spPr>
          <a:xfrm>
            <a:off x="7710043" y="3278512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03AE6B0F-B91C-AE91-9C87-7A82F79E27FF}"/>
              </a:ext>
            </a:extLst>
          </p:cNvPr>
          <p:cNvSpPr txBox="1"/>
          <p:nvPr/>
        </p:nvSpPr>
        <p:spPr>
          <a:xfrm>
            <a:off x="7246990" y="336215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D24CA16-4B4B-78AA-3C83-8319FC1E95B3}"/>
              </a:ext>
            </a:extLst>
          </p:cNvPr>
          <p:cNvCxnSpPr>
            <a:cxnSpLocks/>
          </p:cNvCxnSpPr>
          <p:nvPr/>
        </p:nvCxnSpPr>
        <p:spPr>
          <a:xfrm>
            <a:off x="7116028" y="340146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AEA0B8F-59BD-B316-8587-E4E5C77338EA}"/>
              </a:ext>
            </a:extLst>
          </p:cNvPr>
          <p:cNvCxnSpPr>
            <a:cxnSpLocks/>
          </p:cNvCxnSpPr>
          <p:nvPr/>
        </p:nvCxnSpPr>
        <p:spPr>
          <a:xfrm>
            <a:off x="7297003" y="340147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D5C255BC-D56E-9423-4931-1650DECD24F0}"/>
              </a:ext>
            </a:extLst>
          </p:cNvPr>
          <p:cNvCxnSpPr>
            <a:cxnSpLocks/>
          </p:cNvCxnSpPr>
          <p:nvPr/>
        </p:nvCxnSpPr>
        <p:spPr>
          <a:xfrm>
            <a:off x="7427970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Straight Connector 1599">
            <a:extLst>
              <a:ext uri="{FF2B5EF4-FFF2-40B4-BE49-F238E27FC236}">
                <a16:creationId xmlns:a16="http://schemas.microsoft.com/office/drawing/2014/main" id="{36987606-ADE0-F451-4F52-572960AC5ABA}"/>
              </a:ext>
            </a:extLst>
          </p:cNvPr>
          <p:cNvCxnSpPr>
            <a:cxnSpLocks/>
          </p:cNvCxnSpPr>
          <p:nvPr/>
        </p:nvCxnSpPr>
        <p:spPr>
          <a:xfrm>
            <a:off x="7556554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1" name="TextBox 1600">
            <a:extLst>
              <a:ext uri="{FF2B5EF4-FFF2-40B4-BE49-F238E27FC236}">
                <a16:creationId xmlns:a16="http://schemas.microsoft.com/office/drawing/2014/main" id="{AF5AC808-FBC2-55AD-91DD-5C1D7A469838}"/>
              </a:ext>
            </a:extLst>
          </p:cNvPr>
          <p:cNvSpPr txBox="1"/>
          <p:nvPr/>
        </p:nvSpPr>
        <p:spPr>
          <a:xfrm>
            <a:off x="7630261" y="3021688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602" name="TextBox 1601">
            <a:extLst>
              <a:ext uri="{FF2B5EF4-FFF2-40B4-BE49-F238E27FC236}">
                <a16:creationId xmlns:a16="http://schemas.microsoft.com/office/drawing/2014/main" id="{A174A52E-DD88-6663-9702-B0AF3B271E7B}"/>
              </a:ext>
            </a:extLst>
          </p:cNvPr>
          <p:cNvSpPr txBox="1"/>
          <p:nvPr/>
        </p:nvSpPr>
        <p:spPr>
          <a:xfrm>
            <a:off x="7669716" y="3141474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03" name="TextBox 1602">
            <a:extLst>
              <a:ext uri="{FF2B5EF4-FFF2-40B4-BE49-F238E27FC236}">
                <a16:creationId xmlns:a16="http://schemas.microsoft.com/office/drawing/2014/main" id="{117DB09F-4426-7E1B-85D4-C198FC5EF902}"/>
              </a:ext>
            </a:extLst>
          </p:cNvPr>
          <p:cNvSpPr txBox="1"/>
          <p:nvPr/>
        </p:nvSpPr>
        <p:spPr>
          <a:xfrm>
            <a:off x="7640048" y="3263728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04" name="TextBox 1603">
            <a:extLst>
              <a:ext uri="{FF2B5EF4-FFF2-40B4-BE49-F238E27FC236}">
                <a16:creationId xmlns:a16="http://schemas.microsoft.com/office/drawing/2014/main" id="{BBB4750C-9BA4-6C04-A6C7-54076737900B}"/>
              </a:ext>
            </a:extLst>
          </p:cNvPr>
          <p:cNvSpPr txBox="1"/>
          <p:nvPr/>
        </p:nvSpPr>
        <p:spPr>
          <a:xfrm>
            <a:off x="7701549" y="3378864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FA2A1D28-CB08-4704-DB98-7AE95C24F20C}"/>
              </a:ext>
            </a:extLst>
          </p:cNvPr>
          <p:cNvSpPr/>
          <p:nvPr/>
        </p:nvSpPr>
        <p:spPr>
          <a:xfrm>
            <a:off x="7710043" y="3404915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03A3193D-42A9-7590-25F9-3D39ED4F01AF}"/>
              </a:ext>
            </a:extLst>
          </p:cNvPr>
          <p:cNvSpPr/>
          <p:nvPr/>
        </p:nvSpPr>
        <p:spPr>
          <a:xfrm>
            <a:off x="7933694" y="315726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35017BE5-31E1-8D27-754E-A97BBF467A5D}"/>
              </a:ext>
            </a:extLst>
          </p:cNvPr>
          <p:cNvSpPr/>
          <p:nvPr/>
        </p:nvSpPr>
        <p:spPr>
          <a:xfrm>
            <a:off x="7933692" y="328109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C3F64E4B-402C-B6C1-435F-B075D91E2C3E}"/>
              </a:ext>
            </a:extLst>
          </p:cNvPr>
          <p:cNvSpPr txBox="1"/>
          <p:nvPr/>
        </p:nvSpPr>
        <p:spPr>
          <a:xfrm>
            <a:off x="7927734" y="314405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DCDDA872-A05A-FF31-78DD-333F8F8B8520}"/>
              </a:ext>
            </a:extLst>
          </p:cNvPr>
          <p:cNvSpPr/>
          <p:nvPr/>
        </p:nvSpPr>
        <p:spPr>
          <a:xfrm>
            <a:off x="7936866" y="291445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A36267F5-635A-AB30-13A0-585EB796DA5B}"/>
              </a:ext>
            </a:extLst>
          </p:cNvPr>
          <p:cNvSpPr/>
          <p:nvPr/>
        </p:nvSpPr>
        <p:spPr>
          <a:xfrm>
            <a:off x="8069229" y="291394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512F66C7-F78C-B940-76DD-9A06F6F2AFEF}"/>
              </a:ext>
            </a:extLst>
          </p:cNvPr>
          <p:cNvSpPr/>
          <p:nvPr/>
        </p:nvSpPr>
        <p:spPr>
          <a:xfrm>
            <a:off x="7710016" y="2914157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2" name="Rectangle 1611">
            <a:extLst>
              <a:ext uri="{FF2B5EF4-FFF2-40B4-BE49-F238E27FC236}">
                <a16:creationId xmlns:a16="http://schemas.microsoft.com/office/drawing/2014/main" id="{6F51EB9E-8C04-B28E-7878-51AE861CC2BC}"/>
              </a:ext>
            </a:extLst>
          </p:cNvPr>
          <p:cNvSpPr/>
          <p:nvPr/>
        </p:nvSpPr>
        <p:spPr>
          <a:xfrm>
            <a:off x="8069605" y="315820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3" name="Rectangle 1612">
            <a:extLst>
              <a:ext uri="{FF2B5EF4-FFF2-40B4-BE49-F238E27FC236}">
                <a16:creationId xmlns:a16="http://schemas.microsoft.com/office/drawing/2014/main" id="{03937C9A-7FC1-8F62-E7A6-1BF81D7F3294}"/>
              </a:ext>
            </a:extLst>
          </p:cNvPr>
          <p:cNvSpPr/>
          <p:nvPr/>
        </p:nvSpPr>
        <p:spPr>
          <a:xfrm>
            <a:off x="8068598" y="328132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4" name="Rectangle 1613">
            <a:extLst>
              <a:ext uri="{FF2B5EF4-FFF2-40B4-BE49-F238E27FC236}">
                <a16:creationId xmlns:a16="http://schemas.microsoft.com/office/drawing/2014/main" id="{15ED794C-2522-3A54-A7B4-5C4685EC7D69}"/>
              </a:ext>
            </a:extLst>
          </p:cNvPr>
          <p:cNvSpPr/>
          <p:nvPr/>
        </p:nvSpPr>
        <p:spPr>
          <a:xfrm>
            <a:off x="7936838" y="3035897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5" name="TextBox 1614">
            <a:extLst>
              <a:ext uri="{FF2B5EF4-FFF2-40B4-BE49-F238E27FC236}">
                <a16:creationId xmlns:a16="http://schemas.microsoft.com/office/drawing/2014/main" id="{0CEA6939-A525-9768-0DBE-F626435B62B2}"/>
              </a:ext>
            </a:extLst>
          </p:cNvPr>
          <p:cNvSpPr txBox="1"/>
          <p:nvPr/>
        </p:nvSpPr>
        <p:spPr>
          <a:xfrm>
            <a:off x="7866110" y="2897849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B8861573-6CA5-3D70-DFEB-9BEEE2434CB7}"/>
              </a:ext>
            </a:extLst>
          </p:cNvPr>
          <p:cNvSpPr txBox="1"/>
          <p:nvPr/>
        </p:nvSpPr>
        <p:spPr>
          <a:xfrm>
            <a:off x="7938329" y="3019950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2D5A1DF1-772E-0187-D806-33EE843A8578}"/>
              </a:ext>
            </a:extLst>
          </p:cNvPr>
          <p:cNvSpPr txBox="1"/>
          <p:nvPr/>
        </p:nvSpPr>
        <p:spPr>
          <a:xfrm>
            <a:off x="8002140" y="2898016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588D55DC-2CA5-BC1D-9B3C-3347C2738399}"/>
              </a:ext>
            </a:extLst>
          </p:cNvPr>
          <p:cNvSpPr txBox="1"/>
          <p:nvPr/>
        </p:nvSpPr>
        <p:spPr>
          <a:xfrm>
            <a:off x="8063148" y="314249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19" name="TextBox 1618">
            <a:extLst>
              <a:ext uri="{FF2B5EF4-FFF2-40B4-BE49-F238E27FC236}">
                <a16:creationId xmlns:a16="http://schemas.microsoft.com/office/drawing/2014/main" id="{A14BE979-EED6-6D4E-5976-3428D45417E0}"/>
              </a:ext>
            </a:extLst>
          </p:cNvPr>
          <p:cNvSpPr txBox="1"/>
          <p:nvPr/>
        </p:nvSpPr>
        <p:spPr>
          <a:xfrm>
            <a:off x="6858616" y="3000343"/>
            <a:ext cx="872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Yield strength</a:t>
            </a:r>
          </a:p>
        </p:txBody>
      </p:sp>
      <p:sp>
        <p:nvSpPr>
          <p:cNvPr id="1620" name="Rectangle 1619">
            <a:extLst>
              <a:ext uri="{FF2B5EF4-FFF2-40B4-BE49-F238E27FC236}">
                <a16:creationId xmlns:a16="http://schemas.microsoft.com/office/drawing/2014/main" id="{3D0DF70D-2AF2-41D9-C4F7-E1D0BD41AD9F}"/>
              </a:ext>
            </a:extLst>
          </p:cNvPr>
          <p:cNvSpPr/>
          <p:nvPr/>
        </p:nvSpPr>
        <p:spPr>
          <a:xfrm>
            <a:off x="8541726" y="303520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1" name="Rectangle 1620">
            <a:extLst>
              <a:ext uri="{FF2B5EF4-FFF2-40B4-BE49-F238E27FC236}">
                <a16:creationId xmlns:a16="http://schemas.microsoft.com/office/drawing/2014/main" id="{87DF3452-16ED-55CA-2D5C-9428F2B15351}"/>
              </a:ext>
            </a:extLst>
          </p:cNvPr>
          <p:cNvSpPr/>
          <p:nvPr/>
        </p:nvSpPr>
        <p:spPr>
          <a:xfrm>
            <a:off x="9330269" y="30352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2" name="Rectangle 1621">
            <a:extLst>
              <a:ext uri="{FF2B5EF4-FFF2-40B4-BE49-F238E27FC236}">
                <a16:creationId xmlns:a16="http://schemas.microsoft.com/office/drawing/2014/main" id="{D8E01F18-9BEB-AC97-FAA3-400510C13265}"/>
              </a:ext>
            </a:extLst>
          </p:cNvPr>
          <p:cNvSpPr/>
          <p:nvPr/>
        </p:nvSpPr>
        <p:spPr>
          <a:xfrm>
            <a:off x="8541726" y="291455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3" name="Rectangle 1622">
            <a:extLst>
              <a:ext uri="{FF2B5EF4-FFF2-40B4-BE49-F238E27FC236}">
                <a16:creationId xmlns:a16="http://schemas.microsoft.com/office/drawing/2014/main" id="{A9FFAC32-761E-045A-B65D-86B9DCEE072E}"/>
              </a:ext>
            </a:extLst>
          </p:cNvPr>
          <p:cNvSpPr/>
          <p:nvPr/>
        </p:nvSpPr>
        <p:spPr>
          <a:xfrm>
            <a:off x="8541726" y="340185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4" name="Rectangle 1623">
            <a:extLst>
              <a:ext uri="{FF2B5EF4-FFF2-40B4-BE49-F238E27FC236}">
                <a16:creationId xmlns:a16="http://schemas.microsoft.com/office/drawing/2014/main" id="{FBD64B79-9D62-256F-C651-50648AB04E8A}"/>
              </a:ext>
            </a:extLst>
          </p:cNvPr>
          <p:cNvSpPr/>
          <p:nvPr/>
        </p:nvSpPr>
        <p:spPr>
          <a:xfrm>
            <a:off x="9330270" y="30375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5" name="Rectangle 1624">
            <a:extLst>
              <a:ext uri="{FF2B5EF4-FFF2-40B4-BE49-F238E27FC236}">
                <a16:creationId xmlns:a16="http://schemas.microsoft.com/office/drawing/2014/main" id="{8BFD221C-1D34-C314-6228-4E469CFABF61}"/>
              </a:ext>
            </a:extLst>
          </p:cNvPr>
          <p:cNvSpPr/>
          <p:nvPr/>
        </p:nvSpPr>
        <p:spPr>
          <a:xfrm>
            <a:off x="9330269" y="31582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1812F99A-30D3-C715-6009-E0062867519B}"/>
              </a:ext>
            </a:extLst>
          </p:cNvPr>
          <p:cNvSpPr/>
          <p:nvPr/>
        </p:nvSpPr>
        <p:spPr>
          <a:xfrm>
            <a:off x="9330269" y="32788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7" name="TextBox 1626">
            <a:extLst>
              <a:ext uri="{FF2B5EF4-FFF2-40B4-BE49-F238E27FC236}">
                <a16:creationId xmlns:a16="http://schemas.microsoft.com/office/drawing/2014/main" id="{226B2406-4D21-DCAD-F194-449C26A570D4}"/>
              </a:ext>
            </a:extLst>
          </p:cNvPr>
          <p:cNvSpPr txBox="1"/>
          <p:nvPr/>
        </p:nvSpPr>
        <p:spPr>
          <a:xfrm>
            <a:off x="8867216" y="33625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28" name="Straight Connector 1627">
            <a:extLst>
              <a:ext uri="{FF2B5EF4-FFF2-40B4-BE49-F238E27FC236}">
                <a16:creationId xmlns:a16="http://schemas.microsoft.com/office/drawing/2014/main" id="{7D14B74B-198F-F8C9-B54D-1862E12C10C5}"/>
              </a:ext>
            </a:extLst>
          </p:cNvPr>
          <p:cNvCxnSpPr>
            <a:cxnSpLocks/>
          </p:cNvCxnSpPr>
          <p:nvPr/>
        </p:nvCxnSpPr>
        <p:spPr>
          <a:xfrm>
            <a:off x="8736254" y="340185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9" name="Straight Connector 1628">
            <a:extLst>
              <a:ext uri="{FF2B5EF4-FFF2-40B4-BE49-F238E27FC236}">
                <a16:creationId xmlns:a16="http://schemas.microsoft.com/office/drawing/2014/main" id="{0612E896-0E18-1026-42D9-31F4E0079081}"/>
              </a:ext>
            </a:extLst>
          </p:cNvPr>
          <p:cNvCxnSpPr>
            <a:cxnSpLocks/>
          </p:cNvCxnSpPr>
          <p:nvPr/>
        </p:nvCxnSpPr>
        <p:spPr>
          <a:xfrm>
            <a:off x="8917229" y="34018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0" name="Straight Connector 1629">
            <a:extLst>
              <a:ext uri="{FF2B5EF4-FFF2-40B4-BE49-F238E27FC236}">
                <a16:creationId xmlns:a16="http://schemas.microsoft.com/office/drawing/2014/main" id="{1EB117A7-B949-8A48-A412-35FF046F1F2A}"/>
              </a:ext>
            </a:extLst>
          </p:cNvPr>
          <p:cNvCxnSpPr>
            <a:cxnSpLocks/>
          </p:cNvCxnSpPr>
          <p:nvPr/>
        </p:nvCxnSpPr>
        <p:spPr>
          <a:xfrm>
            <a:off x="9048196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1" name="Straight Connector 1630">
            <a:extLst>
              <a:ext uri="{FF2B5EF4-FFF2-40B4-BE49-F238E27FC236}">
                <a16:creationId xmlns:a16="http://schemas.microsoft.com/office/drawing/2014/main" id="{7F812C20-9D22-578D-5727-2E3964DE24B9}"/>
              </a:ext>
            </a:extLst>
          </p:cNvPr>
          <p:cNvCxnSpPr>
            <a:cxnSpLocks/>
          </p:cNvCxnSpPr>
          <p:nvPr/>
        </p:nvCxnSpPr>
        <p:spPr>
          <a:xfrm>
            <a:off x="9176780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2" name="TextBox 1631">
            <a:extLst>
              <a:ext uri="{FF2B5EF4-FFF2-40B4-BE49-F238E27FC236}">
                <a16:creationId xmlns:a16="http://schemas.microsoft.com/office/drawing/2014/main" id="{4DC61623-2C19-98F6-B8DF-05D6FD3FEB22}"/>
              </a:ext>
            </a:extLst>
          </p:cNvPr>
          <p:cNvSpPr txBox="1"/>
          <p:nvPr/>
        </p:nvSpPr>
        <p:spPr>
          <a:xfrm>
            <a:off x="9250487" y="30220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63B3187-9CE1-B6A3-A9DD-3057C14C2170}"/>
              </a:ext>
            </a:extLst>
          </p:cNvPr>
          <p:cNvSpPr txBox="1"/>
          <p:nvPr/>
        </p:nvSpPr>
        <p:spPr>
          <a:xfrm>
            <a:off x="9289942" y="31418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70436BC4-F3C3-96F6-6E9A-9E32A61D92AD}"/>
              </a:ext>
            </a:extLst>
          </p:cNvPr>
          <p:cNvSpPr txBox="1"/>
          <p:nvPr/>
        </p:nvSpPr>
        <p:spPr>
          <a:xfrm>
            <a:off x="9260274" y="32641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FFBB9E18-AF88-6220-072F-E324585974FE}"/>
              </a:ext>
            </a:extLst>
          </p:cNvPr>
          <p:cNvSpPr txBox="1"/>
          <p:nvPr/>
        </p:nvSpPr>
        <p:spPr>
          <a:xfrm>
            <a:off x="9321775" y="33792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76EB3930-5F79-D65D-03FE-82A2EBC8F080}"/>
              </a:ext>
            </a:extLst>
          </p:cNvPr>
          <p:cNvSpPr/>
          <p:nvPr/>
        </p:nvSpPr>
        <p:spPr>
          <a:xfrm>
            <a:off x="9330269" y="34053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0" name="Rectangle 1639">
            <a:extLst>
              <a:ext uri="{FF2B5EF4-FFF2-40B4-BE49-F238E27FC236}">
                <a16:creationId xmlns:a16="http://schemas.microsoft.com/office/drawing/2014/main" id="{33A02F3F-3EE6-A626-AD83-9230A4DFC7DA}"/>
              </a:ext>
            </a:extLst>
          </p:cNvPr>
          <p:cNvSpPr/>
          <p:nvPr/>
        </p:nvSpPr>
        <p:spPr>
          <a:xfrm>
            <a:off x="9553920" y="315764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EF115949-7145-C7A9-0ECE-53C2645F7206}"/>
              </a:ext>
            </a:extLst>
          </p:cNvPr>
          <p:cNvSpPr/>
          <p:nvPr/>
        </p:nvSpPr>
        <p:spPr>
          <a:xfrm>
            <a:off x="9553918" y="32814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7DC3F192-6487-2D85-5C43-8F2B24582E95}"/>
              </a:ext>
            </a:extLst>
          </p:cNvPr>
          <p:cNvSpPr txBox="1"/>
          <p:nvPr/>
        </p:nvSpPr>
        <p:spPr>
          <a:xfrm>
            <a:off x="9547960" y="31444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6B36E7D0-1AA2-9910-7749-9DE6652A37B5}"/>
              </a:ext>
            </a:extLst>
          </p:cNvPr>
          <p:cNvSpPr/>
          <p:nvPr/>
        </p:nvSpPr>
        <p:spPr>
          <a:xfrm>
            <a:off x="9557092" y="29148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183374AD-9CD1-9DD8-3D6A-D88A520C5D1A}"/>
              </a:ext>
            </a:extLst>
          </p:cNvPr>
          <p:cNvSpPr/>
          <p:nvPr/>
        </p:nvSpPr>
        <p:spPr>
          <a:xfrm>
            <a:off x="9689455" y="29143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3DC607ED-6667-B34C-2873-1FBD2C87DE45}"/>
              </a:ext>
            </a:extLst>
          </p:cNvPr>
          <p:cNvSpPr/>
          <p:nvPr/>
        </p:nvSpPr>
        <p:spPr>
          <a:xfrm>
            <a:off x="9330242" y="29145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B70090EA-9FD1-4CF5-6516-BA82E3D92FF4}"/>
              </a:ext>
            </a:extLst>
          </p:cNvPr>
          <p:cNvSpPr/>
          <p:nvPr/>
        </p:nvSpPr>
        <p:spPr>
          <a:xfrm>
            <a:off x="9689831" y="31585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F8FF15E-A99D-F093-40B9-C6CDD58300F0}"/>
              </a:ext>
            </a:extLst>
          </p:cNvPr>
          <p:cNvSpPr/>
          <p:nvPr/>
        </p:nvSpPr>
        <p:spPr>
          <a:xfrm>
            <a:off x="9688824" y="32817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6D3E80DE-B7E3-1301-1148-B905359920B3}"/>
              </a:ext>
            </a:extLst>
          </p:cNvPr>
          <p:cNvSpPr/>
          <p:nvPr/>
        </p:nvSpPr>
        <p:spPr>
          <a:xfrm>
            <a:off x="9557064" y="30362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1" name="TextBox 1650">
            <a:extLst>
              <a:ext uri="{FF2B5EF4-FFF2-40B4-BE49-F238E27FC236}">
                <a16:creationId xmlns:a16="http://schemas.microsoft.com/office/drawing/2014/main" id="{615AC694-DDAA-D456-89AA-10C1BCBFB353}"/>
              </a:ext>
            </a:extLst>
          </p:cNvPr>
          <p:cNvSpPr txBox="1"/>
          <p:nvPr/>
        </p:nvSpPr>
        <p:spPr>
          <a:xfrm>
            <a:off x="9486336" y="28982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52" name="TextBox 1651">
            <a:extLst>
              <a:ext uri="{FF2B5EF4-FFF2-40B4-BE49-F238E27FC236}">
                <a16:creationId xmlns:a16="http://schemas.microsoft.com/office/drawing/2014/main" id="{35C09A1D-47B8-7B4A-9B79-E16AE231A736}"/>
              </a:ext>
            </a:extLst>
          </p:cNvPr>
          <p:cNvSpPr txBox="1"/>
          <p:nvPr/>
        </p:nvSpPr>
        <p:spPr>
          <a:xfrm>
            <a:off x="9558555" y="30203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BE02015B-0F9D-4C1E-44BC-D5DE65A6FFF6}"/>
              </a:ext>
            </a:extLst>
          </p:cNvPr>
          <p:cNvSpPr txBox="1"/>
          <p:nvPr/>
        </p:nvSpPr>
        <p:spPr>
          <a:xfrm>
            <a:off x="9622366" y="289840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DA4FC23-61FA-A826-3CD5-7883A69F1A43}"/>
              </a:ext>
            </a:extLst>
          </p:cNvPr>
          <p:cNvSpPr txBox="1"/>
          <p:nvPr/>
        </p:nvSpPr>
        <p:spPr>
          <a:xfrm>
            <a:off x="9683374" y="31428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7ABA1CCF-D168-B641-34FD-46633659DFD5}"/>
              </a:ext>
            </a:extLst>
          </p:cNvPr>
          <p:cNvSpPr txBox="1"/>
          <p:nvPr/>
        </p:nvSpPr>
        <p:spPr>
          <a:xfrm>
            <a:off x="8419564" y="2934052"/>
            <a:ext cx="1055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Ultimate  tensile strength</a:t>
            </a:r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DFCA72BB-A233-EAA3-91D4-E771713CE535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C856E76A-20A9-8B9B-9A42-1978CA10EEE2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1659" name="Rektangel 1658">
            <a:extLst>
              <a:ext uri="{FF2B5EF4-FFF2-40B4-BE49-F238E27FC236}">
                <a16:creationId xmlns:a16="http://schemas.microsoft.com/office/drawing/2014/main" id="{C568208D-94BA-ED4C-3B56-1D68224A9C2F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660" name="Straight Connector 108">
            <a:extLst>
              <a:ext uri="{FF2B5EF4-FFF2-40B4-BE49-F238E27FC236}">
                <a16:creationId xmlns:a16="http://schemas.microsoft.com/office/drawing/2014/main" id="{F57F52A3-0F38-1288-A1BA-AFC4D9240846}"/>
              </a:ext>
            </a:extLst>
          </p:cNvPr>
          <p:cNvCxnSpPr>
            <a:cxnSpLocks/>
          </p:cNvCxnSpPr>
          <p:nvPr/>
        </p:nvCxnSpPr>
        <p:spPr>
          <a:xfrm>
            <a:off x="4270375" y="2470150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Straight Connector 1388">
            <a:extLst>
              <a:ext uri="{FF2B5EF4-FFF2-40B4-BE49-F238E27FC236}">
                <a16:creationId xmlns:a16="http://schemas.microsoft.com/office/drawing/2014/main" id="{C356455E-23EF-1385-F52D-F20876B4B6DD}"/>
              </a:ext>
            </a:extLst>
          </p:cNvPr>
          <p:cNvCxnSpPr>
            <a:cxnSpLocks/>
          </p:cNvCxnSpPr>
          <p:nvPr/>
        </p:nvCxnSpPr>
        <p:spPr>
          <a:xfrm>
            <a:off x="4264025" y="2743200"/>
            <a:ext cx="69230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49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E602-951B-68F5-D58A-37A44D3C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8DB0BE4-66C2-4153-E560-CA134A83C92A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F2B6D-ADD3-6284-554C-D6F0EC17C521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B8EA66-AC1E-B6C8-5423-D6C5766D13CC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4B9FB6F-B1B5-FD84-EB8D-F86DF5CCB9AB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A36AC3-B8A8-2E4B-09DD-72C2155DF507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4E24A0F-CA43-52F8-E8DA-EC35A5A12DAC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E3507C-2E23-EEEB-EA38-6999F876516E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E96FFD-9A73-CAF6-D1C5-B5CFE43F2425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134D86-F68E-4D41-BBC4-570AF51DEF44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4D09C8-3FCE-A6E4-B303-4E6E4CACEDEC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50956-7BB0-97A2-1F6E-4151ED1B1272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489768-4D39-0FE2-7399-648460CE94DF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9EB7D1-596E-B87D-7F8A-F7B71FD784B9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510FF2-6ACC-FE83-3AD2-37C7D5ECC9E8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0DD9F0-B54F-D8D6-55D9-7C71C884AA05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1B958E6D-CDB3-AE48-C011-96AF81AB6905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9E7DDAB-C627-F039-0C68-5C0B42352CB7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5CB2A1-A3D6-F988-50F7-ACAD7A83881A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C038BB8-DBE2-AA47-9171-D3C68CCFAC87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D6D5BE-0930-1200-D7E5-6376E58BC9A0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A4CAFBC-C7F6-5EFD-2512-930D624CEA77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26028A4-15F5-5773-CF79-AA4FE6509A50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E69EDB8-337A-766A-16C1-1E62DC77C26B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266A82F-62B8-31C3-9FBD-9AD088BE709A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5647108-1488-F36B-609B-944A9600BC7F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FA92AAE-95AE-1561-9BA7-E0882BA5CB0E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FE13D4-800C-F7C5-E869-E329A746F450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BD50C21-AA36-8828-12C1-5CE868336726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67943F6-4980-FA36-9B9A-77B896B1CE05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78C44AE-FE37-00A4-3A49-B08B1D2C5D66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0182E4F-BBF0-FCF1-4D79-60958C721E83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CE6C68-8750-B303-6AE3-25C8CE5EA219}"/>
              </a:ext>
            </a:extLst>
          </p:cNvPr>
          <p:cNvSpPr txBox="1"/>
          <p:nvPr/>
        </p:nvSpPr>
        <p:spPr>
          <a:xfrm rot="16200000">
            <a:off x="3924358" y="3919263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8C78DFC-541E-35AD-C3A4-66FD469523A2}"/>
              </a:ext>
            </a:extLst>
          </p:cNvPr>
          <p:cNvSpPr txBox="1"/>
          <p:nvPr/>
        </p:nvSpPr>
        <p:spPr>
          <a:xfrm>
            <a:off x="4224911" y="2242313"/>
            <a:ext cx="83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>
                <a:solidFill>
                  <a:srgbClr val="0070C0"/>
                </a:solidFill>
              </a:rPr>
              <a:t>Assembly</a:t>
            </a:r>
            <a:endParaRPr lang="nb-NO" sz="12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D1A3947-3E40-B4D6-2EC8-E616F8593453}"/>
              </a:ext>
            </a:extLst>
          </p:cNvPr>
          <p:cNvSpPr txBox="1"/>
          <p:nvPr/>
        </p:nvSpPr>
        <p:spPr>
          <a:xfrm>
            <a:off x="4199343" y="2484673"/>
            <a:ext cx="95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>
                <a:solidFill>
                  <a:srgbClr val="0070C0"/>
                </a:solidFill>
              </a:rPr>
              <a:t>Machining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EAECDA6-C416-9F89-F9EB-5C9643712937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E5F0286-6E68-4DAD-0048-09866D1D6ED0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D6192550-6CAC-2D73-6131-121D2D033755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3602F51A-B852-0C26-B12E-E23DA8182C85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D111351B-FB04-34B3-CC31-F4967F72FE90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E64A5688-0907-0857-EF28-03A9AAECACC0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3CD8B2BF-21F9-A507-3263-AFE3BF3F50B5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06EBA6B9-47F2-D7CA-A6FC-D85BDAD621C1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16C4DA8E-E863-D667-2EC1-3241B251D3A3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B0EEA06E-52BA-561A-618C-F36B4E9A0824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CE7EEC0E-FEE1-35F5-3236-A4A2379671C9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6BDE77F-4B4F-F841-44EC-F671A9E3344E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08E3F-968F-4F20-2F7E-397CF9B20FDE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7313C33E-1FAC-7E84-3824-94CB7F33CF04}"/>
              </a:ext>
            </a:extLst>
          </p:cNvPr>
          <p:cNvSpPr/>
          <p:nvPr/>
        </p:nvSpPr>
        <p:spPr>
          <a:xfrm>
            <a:off x="4641998" y="3795510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Cross 475">
            <a:extLst>
              <a:ext uri="{FF2B5EF4-FFF2-40B4-BE49-F238E27FC236}">
                <a16:creationId xmlns:a16="http://schemas.microsoft.com/office/drawing/2014/main" id="{CD87F39D-552D-5F90-BE12-C9D3C8CF3846}"/>
              </a:ext>
            </a:extLst>
          </p:cNvPr>
          <p:cNvSpPr/>
          <p:nvPr/>
        </p:nvSpPr>
        <p:spPr>
          <a:xfrm>
            <a:off x="4669597" y="4593133"/>
            <a:ext cx="115841" cy="118524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57512167-1EBB-0500-7744-3A7C93111387}"/>
              </a:ext>
            </a:extLst>
          </p:cNvPr>
          <p:cNvSpPr txBox="1"/>
          <p:nvPr/>
        </p:nvSpPr>
        <p:spPr>
          <a:xfrm flipH="1">
            <a:off x="4567507" y="3770303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E1.1</a:t>
            </a:r>
            <a:endParaRPr lang="nb-NO" sz="800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7405F9F8-F901-F021-2ED9-8AD3AD931766}"/>
              </a:ext>
            </a:extLst>
          </p:cNvPr>
          <p:cNvSpPr/>
          <p:nvPr/>
        </p:nvSpPr>
        <p:spPr>
          <a:xfrm>
            <a:off x="4639080" y="3992368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4F1A0EAF-EC43-2003-1554-A81A51098043}"/>
              </a:ext>
            </a:extLst>
          </p:cNvPr>
          <p:cNvSpPr/>
          <p:nvPr/>
        </p:nvSpPr>
        <p:spPr>
          <a:xfrm>
            <a:off x="4636162" y="4189226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DC631811-C0B3-1034-390A-F6EFEDD38247}"/>
              </a:ext>
            </a:extLst>
          </p:cNvPr>
          <p:cNvSpPr txBox="1"/>
          <p:nvPr/>
        </p:nvSpPr>
        <p:spPr>
          <a:xfrm flipH="1">
            <a:off x="4561671" y="4164019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E1.3</a:t>
            </a:r>
            <a:endParaRPr lang="nb-NO" sz="8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9BFBE031-F10F-6C23-B07F-90F48CBFB91C}"/>
              </a:ext>
            </a:extLst>
          </p:cNvPr>
          <p:cNvSpPr/>
          <p:nvPr/>
        </p:nvSpPr>
        <p:spPr>
          <a:xfrm>
            <a:off x="4636162" y="4389281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0C6DD47-D468-9713-2FE0-6762C0A287A6}"/>
              </a:ext>
            </a:extLst>
          </p:cNvPr>
          <p:cNvSpPr txBox="1"/>
          <p:nvPr/>
        </p:nvSpPr>
        <p:spPr>
          <a:xfrm flipH="1">
            <a:off x="4561671" y="4364074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E1.4</a:t>
            </a:r>
            <a:endParaRPr lang="nb-NO" sz="800" dirty="0"/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218B61C8-3174-7B79-BC1F-15E28524787D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733" name="Straight Connector 1732">
            <a:extLst>
              <a:ext uri="{FF2B5EF4-FFF2-40B4-BE49-F238E27FC236}">
                <a16:creationId xmlns:a16="http://schemas.microsoft.com/office/drawing/2014/main" id="{8018125C-D17C-26A0-EDF3-A3473BDDB74F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7" name="TextBox 2416">
            <a:extLst>
              <a:ext uri="{FF2B5EF4-FFF2-40B4-BE49-F238E27FC236}">
                <a16:creationId xmlns:a16="http://schemas.microsoft.com/office/drawing/2014/main" id="{C22AAF25-009B-6025-CC4D-770D7F115895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FA498373-F7CD-1622-7688-ECC37E6307A8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ross 2">
            <a:extLst>
              <a:ext uri="{FF2B5EF4-FFF2-40B4-BE49-F238E27FC236}">
                <a16:creationId xmlns:a16="http://schemas.microsoft.com/office/drawing/2014/main" id="{061819AA-93E9-B191-0FE2-A2399F3DE537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74A239A-DBC8-20FC-EA3A-25A4551F9A5A}"/>
              </a:ext>
            </a:extLst>
          </p:cNvPr>
          <p:cNvSpPr/>
          <p:nvPr/>
        </p:nvSpPr>
        <p:spPr>
          <a:xfrm>
            <a:off x="5188248" y="2826801"/>
            <a:ext cx="1512858" cy="1020882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06322BD7-B2CA-BBE6-AEB7-10FE0432740F}"/>
              </a:ext>
            </a:extLst>
          </p:cNvPr>
          <p:cNvSpPr/>
          <p:nvPr/>
        </p:nvSpPr>
        <p:spPr>
          <a:xfrm>
            <a:off x="5128616" y="3686927"/>
            <a:ext cx="1736538" cy="184288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4B1B4C70-5650-CE25-B257-E97CA5F40F4E}"/>
              </a:ext>
            </a:extLst>
          </p:cNvPr>
          <p:cNvSpPr/>
          <p:nvPr/>
        </p:nvSpPr>
        <p:spPr>
          <a:xfrm>
            <a:off x="4580893" y="3975233"/>
            <a:ext cx="344326" cy="194684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3F294683-EEBC-E32E-4BD1-F569F20B3462}"/>
              </a:ext>
            </a:extLst>
          </p:cNvPr>
          <p:cNvSpPr/>
          <p:nvPr/>
        </p:nvSpPr>
        <p:spPr>
          <a:xfrm>
            <a:off x="4900418" y="3937638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AFD2E7-D1CE-0AC8-DFE4-7E81088029CF}"/>
              </a:ext>
            </a:extLst>
          </p:cNvPr>
          <p:cNvSpPr/>
          <p:nvPr/>
        </p:nvSpPr>
        <p:spPr>
          <a:xfrm>
            <a:off x="4637081" y="3992212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C81C0-2B31-425D-6C8E-49D44F4455C2}"/>
              </a:ext>
            </a:extLst>
          </p:cNvPr>
          <p:cNvSpPr txBox="1"/>
          <p:nvPr/>
        </p:nvSpPr>
        <p:spPr>
          <a:xfrm flipH="1">
            <a:off x="4558652" y="3968770"/>
            <a:ext cx="362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E1.2</a:t>
            </a:r>
            <a:endParaRPr lang="nb-NO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3FCF9-9608-638B-6150-774476DA780E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01269E8-2517-286B-B904-076439E46D32}"/>
              </a:ext>
            </a:extLst>
          </p:cNvPr>
          <p:cNvCxnSpPr>
            <a:cxnSpLocks/>
          </p:cNvCxnSpPr>
          <p:nvPr/>
        </p:nvCxnSpPr>
        <p:spPr>
          <a:xfrm>
            <a:off x="4794797" y="5612851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DE23C1E-9532-86FB-A36A-D97665731101}"/>
              </a:ext>
            </a:extLst>
          </p:cNvPr>
          <p:cNvSpPr/>
          <p:nvPr/>
        </p:nvSpPr>
        <p:spPr>
          <a:xfrm>
            <a:off x="4256426" y="5586846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31131C-8723-736F-ED18-5FA8B1FF97DD}"/>
              </a:ext>
            </a:extLst>
          </p:cNvPr>
          <p:cNvSpPr/>
          <p:nvPr/>
        </p:nvSpPr>
        <p:spPr>
          <a:xfrm>
            <a:off x="4253732" y="5587494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9C8171-A3A8-4F11-688B-4B913D3F05B3}"/>
              </a:ext>
            </a:extLst>
          </p:cNvPr>
          <p:cNvSpPr/>
          <p:nvPr/>
        </p:nvSpPr>
        <p:spPr>
          <a:xfrm>
            <a:off x="4255557" y="5835851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6A04FD-AB78-A5F7-F928-8767B3FE105A}"/>
              </a:ext>
            </a:extLst>
          </p:cNvPr>
          <p:cNvSpPr/>
          <p:nvPr/>
        </p:nvSpPr>
        <p:spPr>
          <a:xfrm>
            <a:off x="4638519" y="570720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E41D80-D2C7-0840-1761-DBFE8E5BF44C}"/>
              </a:ext>
            </a:extLst>
          </p:cNvPr>
          <p:cNvSpPr/>
          <p:nvPr/>
        </p:nvSpPr>
        <p:spPr>
          <a:xfrm>
            <a:off x="4638519" y="5832643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5E1838-6A5C-439D-E914-F72C7A97B117}"/>
              </a:ext>
            </a:extLst>
          </p:cNvPr>
          <p:cNvSpPr txBox="1"/>
          <p:nvPr/>
        </p:nvSpPr>
        <p:spPr>
          <a:xfrm>
            <a:off x="4561129" y="5696960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DC4373-FF95-904A-2D39-86A8F1ADDC42}"/>
              </a:ext>
            </a:extLst>
          </p:cNvPr>
          <p:cNvSpPr txBox="1"/>
          <p:nvPr/>
        </p:nvSpPr>
        <p:spPr>
          <a:xfrm>
            <a:off x="4552965" y="5824340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BC1C3C-0037-4D1E-D2ED-BCD76C2DDCC6}"/>
              </a:ext>
            </a:extLst>
          </p:cNvPr>
          <p:cNvSpPr/>
          <p:nvPr/>
        </p:nvSpPr>
        <p:spPr>
          <a:xfrm>
            <a:off x="4740726" y="5832074"/>
            <a:ext cx="99818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B76E14-EA9D-5081-61A6-2E093EDFEF20}"/>
              </a:ext>
            </a:extLst>
          </p:cNvPr>
          <p:cNvSpPr/>
          <p:nvPr/>
        </p:nvSpPr>
        <p:spPr>
          <a:xfrm>
            <a:off x="4746280" y="5589262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308E67-492B-7587-B3F5-A337984FCBE1}"/>
              </a:ext>
            </a:extLst>
          </p:cNvPr>
          <p:cNvSpPr/>
          <p:nvPr/>
        </p:nvSpPr>
        <p:spPr>
          <a:xfrm>
            <a:off x="4847686" y="5588750"/>
            <a:ext cx="80964" cy="122956"/>
          </a:xfrm>
          <a:prstGeom prst="rect">
            <a:avLst/>
          </a:prstGeom>
          <a:noFill/>
          <a:ln w="12700"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9F5F095-4B0D-04F4-8789-DA5CC8521D81}"/>
              </a:ext>
            </a:extLst>
          </p:cNvPr>
          <p:cNvSpPr/>
          <p:nvPr/>
        </p:nvSpPr>
        <p:spPr>
          <a:xfrm>
            <a:off x="4640139" y="5588301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337F4F-CBAF-F93F-3935-A031E58BC834}"/>
              </a:ext>
            </a:extLst>
          </p:cNvPr>
          <p:cNvSpPr/>
          <p:nvPr/>
        </p:nvSpPr>
        <p:spPr>
          <a:xfrm>
            <a:off x="4840918" y="5833015"/>
            <a:ext cx="87731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50A2272-3F73-E937-C234-4756E5186B62}"/>
              </a:ext>
            </a:extLst>
          </p:cNvPr>
          <p:cNvSpPr/>
          <p:nvPr/>
        </p:nvSpPr>
        <p:spPr>
          <a:xfrm>
            <a:off x="4746252" y="5708325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AE9655-B478-058E-AC5E-E0846A8F998A}"/>
              </a:ext>
            </a:extLst>
          </p:cNvPr>
          <p:cNvSpPr txBox="1"/>
          <p:nvPr/>
        </p:nvSpPr>
        <p:spPr>
          <a:xfrm>
            <a:off x="4668449" y="5568877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A88074-AB35-7A4C-459D-69532C9F39D2}"/>
              </a:ext>
            </a:extLst>
          </p:cNvPr>
          <p:cNvSpPr txBox="1"/>
          <p:nvPr/>
        </p:nvSpPr>
        <p:spPr>
          <a:xfrm>
            <a:off x="4710824" y="5701669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0D6D242B-7B6A-68D4-B7DE-79241D808F75}"/>
              </a:ext>
            </a:extLst>
          </p:cNvPr>
          <p:cNvSpPr txBox="1"/>
          <p:nvPr/>
        </p:nvSpPr>
        <p:spPr>
          <a:xfrm>
            <a:off x="4766203" y="5584179"/>
            <a:ext cx="29228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B83A4C7C-0CEC-4C74-4AFB-A907FB8A1756}"/>
              </a:ext>
            </a:extLst>
          </p:cNvPr>
          <p:cNvSpPr txBox="1"/>
          <p:nvPr/>
        </p:nvSpPr>
        <p:spPr>
          <a:xfrm>
            <a:off x="4723008" y="58217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4EF8D553-2346-96E8-C49A-C95ADD340BF3}"/>
              </a:ext>
            </a:extLst>
          </p:cNvPr>
          <p:cNvSpPr txBox="1"/>
          <p:nvPr/>
        </p:nvSpPr>
        <p:spPr>
          <a:xfrm>
            <a:off x="4238433" y="560726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Casting </a:t>
            </a:r>
            <a:endParaRPr lang="nb-NO" sz="200" b="1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818EA2E1-7044-F186-4ED0-8E366E18B9D5}"/>
              </a:ext>
            </a:extLst>
          </p:cNvPr>
          <p:cNvSpPr txBox="1"/>
          <p:nvPr/>
        </p:nvSpPr>
        <p:spPr>
          <a:xfrm>
            <a:off x="4818765" y="581856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9747131D-76AE-CEBC-DC28-FEA864035C44}"/>
              </a:ext>
            </a:extLst>
          </p:cNvPr>
          <p:cNvSpPr txBox="1"/>
          <p:nvPr/>
        </p:nvSpPr>
        <p:spPr>
          <a:xfrm>
            <a:off x="5646479" y="336441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E89B8B08-AD68-CF8C-56D8-CA57D52A3153}"/>
              </a:ext>
            </a:extLst>
          </p:cNvPr>
          <p:cNvSpPr txBox="1"/>
          <p:nvPr/>
        </p:nvSpPr>
        <p:spPr>
          <a:xfrm>
            <a:off x="6101038" y="338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A0ABB55C-DC82-FFBB-3C80-687D851285C4}"/>
              </a:ext>
            </a:extLst>
          </p:cNvPr>
          <p:cNvSpPr/>
          <p:nvPr/>
        </p:nvSpPr>
        <p:spPr>
          <a:xfrm>
            <a:off x="5323954" y="2920787"/>
            <a:ext cx="1273696" cy="587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02EA7931-3825-F046-93BB-954FE18DC8D6}"/>
              </a:ext>
            </a:extLst>
          </p:cNvPr>
          <p:cNvSpPr/>
          <p:nvPr/>
        </p:nvSpPr>
        <p:spPr>
          <a:xfrm>
            <a:off x="5320989" y="303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65AC7476-BDCF-9B25-AFF0-C62D9A3817C9}"/>
              </a:ext>
            </a:extLst>
          </p:cNvPr>
          <p:cNvSpPr/>
          <p:nvPr/>
        </p:nvSpPr>
        <p:spPr>
          <a:xfrm>
            <a:off x="6109532" y="303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Rectangle 1371">
            <a:extLst>
              <a:ext uri="{FF2B5EF4-FFF2-40B4-BE49-F238E27FC236}">
                <a16:creationId xmlns:a16="http://schemas.microsoft.com/office/drawing/2014/main" id="{D425D3EE-0F3A-16A7-68E8-C5A4F78097F6}"/>
              </a:ext>
            </a:extLst>
          </p:cNvPr>
          <p:cNvSpPr/>
          <p:nvPr/>
        </p:nvSpPr>
        <p:spPr>
          <a:xfrm>
            <a:off x="5320989" y="2916429"/>
            <a:ext cx="788544" cy="3667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3" name="Rectangle 1372">
            <a:extLst>
              <a:ext uri="{FF2B5EF4-FFF2-40B4-BE49-F238E27FC236}">
                <a16:creationId xmlns:a16="http://schemas.microsoft.com/office/drawing/2014/main" id="{6BEF3BE4-FC40-BF14-AB97-E0023EADF3BD}"/>
              </a:ext>
            </a:extLst>
          </p:cNvPr>
          <p:cNvSpPr/>
          <p:nvPr/>
        </p:nvSpPr>
        <p:spPr>
          <a:xfrm>
            <a:off x="5320989" y="340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4" name="Rectangle 1373">
            <a:extLst>
              <a:ext uri="{FF2B5EF4-FFF2-40B4-BE49-F238E27FC236}">
                <a16:creationId xmlns:a16="http://schemas.microsoft.com/office/drawing/2014/main" id="{8FDE45FB-4D46-F7EC-CDB6-46ED78BCFE52}"/>
              </a:ext>
            </a:extLst>
          </p:cNvPr>
          <p:cNvSpPr/>
          <p:nvPr/>
        </p:nvSpPr>
        <p:spPr>
          <a:xfrm>
            <a:off x="6109533" y="303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5" name="Rectangle 1374">
            <a:extLst>
              <a:ext uri="{FF2B5EF4-FFF2-40B4-BE49-F238E27FC236}">
                <a16:creationId xmlns:a16="http://schemas.microsoft.com/office/drawing/2014/main" id="{E87A8A1E-D365-BFC8-7DF4-F5030EA62B37}"/>
              </a:ext>
            </a:extLst>
          </p:cNvPr>
          <p:cNvSpPr/>
          <p:nvPr/>
        </p:nvSpPr>
        <p:spPr>
          <a:xfrm>
            <a:off x="6109532" y="316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A2F5D825-91CF-143D-7143-16E44FBE82AE}"/>
              </a:ext>
            </a:extLst>
          </p:cNvPr>
          <p:cNvSpPr/>
          <p:nvPr/>
        </p:nvSpPr>
        <p:spPr>
          <a:xfrm>
            <a:off x="6109532" y="328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FF4DB25D-3369-7BFC-4AF6-5E52DE9E2CAE}"/>
              </a:ext>
            </a:extLst>
          </p:cNvPr>
          <p:cNvCxnSpPr>
            <a:cxnSpLocks/>
          </p:cNvCxnSpPr>
          <p:nvPr/>
        </p:nvCxnSpPr>
        <p:spPr>
          <a:xfrm>
            <a:off x="5515517" y="340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1378">
            <a:extLst>
              <a:ext uri="{FF2B5EF4-FFF2-40B4-BE49-F238E27FC236}">
                <a16:creationId xmlns:a16="http://schemas.microsoft.com/office/drawing/2014/main" id="{4E16A401-6254-1869-68DA-D3C3AE73EDF6}"/>
              </a:ext>
            </a:extLst>
          </p:cNvPr>
          <p:cNvCxnSpPr>
            <a:cxnSpLocks/>
          </p:cNvCxnSpPr>
          <p:nvPr/>
        </p:nvCxnSpPr>
        <p:spPr>
          <a:xfrm>
            <a:off x="5696492" y="340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1379">
            <a:extLst>
              <a:ext uri="{FF2B5EF4-FFF2-40B4-BE49-F238E27FC236}">
                <a16:creationId xmlns:a16="http://schemas.microsoft.com/office/drawing/2014/main" id="{684B0349-D23D-A84F-5611-A8E8526EC9AB}"/>
              </a:ext>
            </a:extLst>
          </p:cNvPr>
          <p:cNvCxnSpPr>
            <a:cxnSpLocks/>
          </p:cNvCxnSpPr>
          <p:nvPr/>
        </p:nvCxnSpPr>
        <p:spPr>
          <a:xfrm>
            <a:off x="5827459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1380">
            <a:extLst>
              <a:ext uri="{FF2B5EF4-FFF2-40B4-BE49-F238E27FC236}">
                <a16:creationId xmlns:a16="http://schemas.microsoft.com/office/drawing/2014/main" id="{A694006C-C20E-83B0-A472-93C54D26B7CB}"/>
              </a:ext>
            </a:extLst>
          </p:cNvPr>
          <p:cNvCxnSpPr>
            <a:cxnSpLocks/>
          </p:cNvCxnSpPr>
          <p:nvPr/>
        </p:nvCxnSpPr>
        <p:spPr>
          <a:xfrm>
            <a:off x="5956043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" name="TextBox 1381">
            <a:extLst>
              <a:ext uri="{FF2B5EF4-FFF2-40B4-BE49-F238E27FC236}">
                <a16:creationId xmlns:a16="http://schemas.microsoft.com/office/drawing/2014/main" id="{608F10F7-FB91-E733-8FFF-FCE60C93F0A5}"/>
              </a:ext>
            </a:extLst>
          </p:cNvPr>
          <p:cNvSpPr txBox="1"/>
          <p:nvPr/>
        </p:nvSpPr>
        <p:spPr>
          <a:xfrm>
            <a:off x="6029750" y="302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798582CC-B804-669C-8A8D-8E0838837EF4}"/>
              </a:ext>
            </a:extLst>
          </p:cNvPr>
          <p:cNvSpPr txBox="1"/>
          <p:nvPr/>
        </p:nvSpPr>
        <p:spPr>
          <a:xfrm>
            <a:off x="6069205" y="314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2D6FD9DE-F2DE-8538-473D-BBC0EFEAFC95}"/>
              </a:ext>
            </a:extLst>
          </p:cNvPr>
          <p:cNvSpPr txBox="1"/>
          <p:nvPr/>
        </p:nvSpPr>
        <p:spPr>
          <a:xfrm>
            <a:off x="6039537" y="326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D81424D9-5229-C762-9DC2-164FB9944E61}"/>
              </a:ext>
            </a:extLst>
          </p:cNvPr>
          <p:cNvSpPr/>
          <p:nvPr/>
        </p:nvSpPr>
        <p:spPr>
          <a:xfrm>
            <a:off x="6109532" y="340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7" name="Rectangle 1386">
            <a:extLst>
              <a:ext uri="{FF2B5EF4-FFF2-40B4-BE49-F238E27FC236}">
                <a16:creationId xmlns:a16="http://schemas.microsoft.com/office/drawing/2014/main" id="{9EA46C0E-D4CF-6F1A-F462-A9A1D7353619}"/>
              </a:ext>
            </a:extLst>
          </p:cNvPr>
          <p:cNvSpPr/>
          <p:nvPr/>
        </p:nvSpPr>
        <p:spPr>
          <a:xfrm>
            <a:off x="6333183" y="315951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4404BBC1-6A3E-6F54-DED9-1440738F2F3D}"/>
              </a:ext>
            </a:extLst>
          </p:cNvPr>
          <p:cNvSpPr/>
          <p:nvPr/>
        </p:nvSpPr>
        <p:spPr>
          <a:xfrm>
            <a:off x="6333181" y="328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Rectangle 1389">
            <a:extLst>
              <a:ext uri="{FF2B5EF4-FFF2-40B4-BE49-F238E27FC236}">
                <a16:creationId xmlns:a16="http://schemas.microsoft.com/office/drawing/2014/main" id="{40EEFA7F-CA5E-1DF7-7EE0-CA68E13E7548}"/>
              </a:ext>
            </a:extLst>
          </p:cNvPr>
          <p:cNvSpPr/>
          <p:nvPr/>
        </p:nvSpPr>
        <p:spPr>
          <a:xfrm>
            <a:off x="6336355" y="291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F8775A0D-F2C6-12B8-5A71-A414A424935D}"/>
              </a:ext>
            </a:extLst>
          </p:cNvPr>
          <p:cNvSpPr/>
          <p:nvPr/>
        </p:nvSpPr>
        <p:spPr>
          <a:xfrm>
            <a:off x="6468718" y="291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0861ED06-26AB-1037-5D88-7CA934FD602A}"/>
              </a:ext>
            </a:extLst>
          </p:cNvPr>
          <p:cNvSpPr/>
          <p:nvPr/>
        </p:nvSpPr>
        <p:spPr>
          <a:xfrm>
            <a:off x="6109505" y="291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D0551665-B821-74E6-0439-40403032AA0D}"/>
              </a:ext>
            </a:extLst>
          </p:cNvPr>
          <p:cNvSpPr/>
          <p:nvPr/>
        </p:nvSpPr>
        <p:spPr>
          <a:xfrm>
            <a:off x="6469094" y="316046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6F8D7AA6-6393-593E-BE14-91810D366F8E}"/>
              </a:ext>
            </a:extLst>
          </p:cNvPr>
          <p:cNvSpPr/>
          <p:nvPr/>
        </p:nvSpPr>
        <p:spPr>
          <a:xfrm>
            <a:off x="6468087" y="328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044E34D6-062F-C261-2222-11647261C681}"/>
              </a:ext>
            </a:extLst>
          </p:cNvPr>
          <p:cNvSpPr/>
          <p:nvPr/>
        </p:nvSpPr>
        <p:spPr>
          <a:xfrm>
            <a:off x="6336327" y="303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82751828-C621-D832-0A09-3E27DEDD7AD9}"/>
              </a:ext>
            </a:extLst>
          </p:cNvPr>
          <p:cNvSpPr txBox="1"/>
          <p:nvPr/>
        </p:nvSpPr>
        <p:spPr>
          <a:xfrm>
            <a:off x="6265599" y="290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0365130F-6E49-BC45-0BFC-05B55B9A2A57}"/>
              </a:ext>
            </a:extLst>
          </p:cNvPr>
          <p:cNvSpPr txBox="1"/>
          <p:nvPr/>
        </p:nvSpPr>
        <p:spPr>
          <a:xfrm>
            <a:off x="6337818" y="302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2AC22AE6-51E5-37F7-132E-0E79A9E24477}"/>
              </a:ext>
            </a:extLst>
          </p:cNvPr>
          <p:cNvSpPr txBox="1"/>
          <p:nvPr/>
        </p:nvSpPr>
        <p:spPr>
          <a:xfrm>
            <a:off x="6401629" y="290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DD2BBA4F-6FC4-9FEE-4749-6466449AF97F}"/>
              </a:ext>
            </a:extLst>
          </p:cNvPr>
          <p:cNvSpPr txBox="1"/>
          <p:nvPr/>
        </p:nvSpPr>
        <p:spPr>
          <a:xfrm>
            <a:off x="6326215" y="31446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F7D1CB90-7BB2-7866-5BD3-62B102F6EFA2}"/>
              </a:ext>
            </a:extLst>
          </p:cNvPr>
          <p:cNvSpPr txBox="1"/>
          <p:nvPr/>
        </p:nvSpPr>
        <p:spPr>
          <a:xfrm>
            <a:off x="5188248" y="2920780"/>
            <a:ext cx="1074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Chemical composition</a:t>
            </a:r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CA023B31-D21B-6BAC-656C-FB9BBC92A122}"/>
              </a:ext>
            </a:extLst>
          </p:cNvPr>
          <p:cNvSpPr txBox="1"/>
          <p:nvPr/>
        </p:nvSpPr>
        <p:spPr>
          <a:xfrm>
            <a:off x="6459626" y="314225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4159CF-1AFB-36B1-BD00-9348E7982F15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BAB5D-4C47-2C2D-09A0-A4B15560885C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8EBA4-4A5F-D756-02EE-2A3D0061FE72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AB912-CA22-5580-511F-F98F8148F465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C7E0F-6443-2C50-2A91-260556AD2525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6F0FE-1615-029D-7CD7-F5041006E740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F5F45-F246-409D-591C-B6619B130ADA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180A4-C85F-C8DE-F18E-B2A2F181C8F1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453" name="Picture 452">
            <a:extLst>
              <a:ext uri="{FF2B5EF4-FFF2-40B4-BE49-F238E27FC236}">
                <a16:creationId xmlns:a16="http://schemas.microsoft.com/office/drawing/2014/main" id="{C7E6DDAF-AFC4-601B-FFEF-DE06C1689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54" name="Rectangle 453">
            <a:extLst>
              <a:ext uri="{FF2B5EF4-FFF2-40B4-BE49-F238E27FC236}">
                <a16:creationId xmlns:a16="http://schemas.microsoft.com/office/drawing/2014/main" id="{A3C7E38F-2FEE-AEE1-047F-810272A6BA7C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454F0A-BD21-4B92-0AFE-1BB1055E27DA}"/>
              </a:ext>
            </a:extLst>
          </p:cNvPr>
          <p:cNvSpPr/>
          <p:nvPr/>
        </p:nvSpPr>
        <p:spPr>
          <a:xfrm>
            <a:off x="6063717" y="4137487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1ED074D7-2E86-A0BF-8240-C6FCC5B0C2AA}"/>
              </a:ext>
            </a:extLst>
          </p:cNvPr>
          <p:cNvSpPr/>
          <p:nvPr/>
        </p:nvSpPr>
        <p:spPr>
          <a:xfrm>
            <a:off x="6063718" y="4137485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A21FEAA2-DC4D-3096-95C6-12DD1C1FC3E2}"/>
              </a:ext>
            </a:extLst>
          </p:cNvPr>
          <p:cNvSpPr/>
          <p:nvPr/>
        </p:nvSpPr>
        <p:spPr>
          <a:xfrm>
            <a:off x="6887344" y="414315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C1CB7E1A-2ABE-FB33-8952-390DFA278AE1}"/>
              </a:ext>
            </a:extLst>
          </p:cNvPr>
          <p:cNvSpPr/>
          <p:nvPr/>
        </p:nvSpPr>
        <p:spPr>
          <a:xfrm>
            <a:off x="6674813" y="4139768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287477AD-DBE4-173F-F3E7-28DFDEFB0C49}"/>
              </a:ext>
            </a:extLst>
          </p:cNvPr>
          <p:cNvSpPr/>
          <p:nvPr/>
        </p:nvSpPr>
        <p:spPr>
          <a:xfrm>
            <a:off x="7051595" y="414315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2BB439D6-34D5-6A65-7799-70532B8C36CF}"/>
              </a:ext>
            </a:extLst>
          </p:cNvPr>
          <p:cNvSpPr/>
          <p:nvPr/>
        </p:nvSpPr>
        <p:spPr>
          <a:xfrm>
            <a:off x="6889727" y="424554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E62583DD-4638-AC69-95B9-2BFDE449F7C9}"/>
              </a:ext>
            </a:extLst>
          </p:cNvPr>
          <p:cNvSpPr/>
          <p:nvPr/>
        </p:nvSpPr>
        <p:spPr>
          <a:xfrm>
            <a:off x="6677196" y="424216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525B6EB4-E75E-0398-52EA-73CD03B63203}"/>
              </a:ext>
            </a:extLst>
          </p:cNvPr>
          <p:cNvSpPr/>
          <p:nvPr/>
        </p:nvSpPr>
        <p:spPr>
          <a:xfrm>
            <a:off x="7053978" y="424554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922DD074-2B40-1E5F-CCE4-037716E1B8A6}"/>
              </a:ext>
            </a:extLst>
          </p:cNvPr>
          <p:cNvSpPr txBox="1"/>
          <p:nvPr/>
        </p:nvSpPr>
        <p:spPr>
          <a:xfrm>
            <a:off x="6804843" y="410352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979BB903-6664-21EF-D80C-280B8AF109A4}"/>
              </a:ext>
            </a:extLst>
          </p:cNvPr>
          <p:cNvSpPr txBox="1"/>
          <p:nvPr/>
        </p:nvSpPr>
        <p:spPr>
          <a:xfrm>
            <a:off x="6982086" y="409689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EE4B5035-FFE9-3CA0-FD9D-A76FE26F59CF}"/>
              </a:ext>
            </a:extLst>
          </p:cNvPr>
          <p:cNvSpPr/>
          <p:nvPr/>
        </p:nvSpPr>
        <p:spPr>
          <a:xfrm>
            <a:off x="6889501" y="434555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76D2EFBB-9990-9A7E-6EB0-10C41C66C0C4}"/>
              </a:ext>
            </a:extLst>
          </p:cNvPr>
          <p:cNvSpPr/>
          <p:nvPr/>
        </p:nvSpPr>
        <p:spPr>
          <a:xfrm>
            <a:off x="6676970" y="434217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ADCD7C2A-663B-2424-5563-E16A805F8A32}"/>
              </a:ext>
            </a:extLst>
          </p:cNvPr>
          <p:cNvSpPr/>
          <p:nvPr/>
        </p:nvSpPr>
        <p:spPr>
          <a:xfrm>
            <a:off x="7053752" y="434555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6004FF16-F3AA-B1C0-B3CB-547E5DFA8F5E}"/>
              </a:ext>
            </a:extLst>
          </p:cNvPr>
          <p:cNvSpPr/>
          <p:nvPr/>
        </p:nvSpPr>
        <p:spPr>
          <a:xfrm>
            <a:off x="6887935" y="4351020"/>
            <a:ext cx="170227" cy="19728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B32474C6-B030-D319-9EAB-1924ABAD731A}"/>
              </a:ext>
            </a:extLst>
          </p:cNvPr>
          <p:cNvSpPr/>
          <p:nvPr/>
        </p:nvSpPr>
        <p:spPr>
          <a:xfrm>
            <a:off x="6675404" y="4343400"/>
            <a:ext cx="212329" cy="20352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94F8141A-5FFC-3B55-1EF6-ACDCC3699D4D}"/>
              </a:ext>
            </a:extLst>
          </p:cNvPr>
          <p:cNvSpPr/>
          <p:nvPr/>
        </p:nvSpPr>
        <p:spPr>
          <a:xfrm>
            <a:off x="7052186" y="4347211"/>
            <a:ext cx="170227" cy="20109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3A19B222-343E-4F95-1DFA-8FFF383AE6B6}"/>
              </a:ext>
            </a:extLst>
          </p:cNvPr>
          <p:cNvSpPr txBox="1"/>
          <p:nvPr/>
        </p:nvSpPr>
        <p:spPr>
          <a:xfrm>
            <a:off x="6656176" y="4345136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54000216-F44F-8A61-2776-10363BD19828}"/>
              </a:ext>
            </a:extLst>
          </p:cNvPr>
          <p:cNvSpPr txBox="1"/>
          <p:nvPr/>
        </p:nvSpPr>
        <p:spPr>
          <a:xfrm>
            <a:off x="6605146" y="4210063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365" name="TextBox 1364">
            <a:extLst>
              <a:ext uri="{FF2B5EF4-FFF2-40B4-BE49-F238E27FC236}">
                <a16:creationId xmlns:a16="http://schemas.microsoft.com/office/drawing/2014/main" id="{7F1C29AC-70D0-FEA4-2C0B-21C5FABD86C5}"/>
              </a:ext>
            </a:extLst>
          </p:cNvPr>
          <p:cNvSpPr txBox="1"/>
          <p:nvPr/>
        </p:nvSpPr>
        <p:spPr>
          <a:xfrm>
            <a:off x="6847458" y="421033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BF1BC59-BC06-DEF9-355F-088426CB8AA2}"/>
              </a:ext>
            </a:extLst>
          </p:cNvPr>
          <p:cNvSpPr/>
          <p:nvPr/>
        </p:nvSpPr>
        <p:spPr>
          <a:xfrm>
            <a:off x="5083443" y="4200722"/>
            <a:ext cx="142952" cy="27290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7" name="TextBox 1366">
            <a:extLst>
              <a:ext uri="{FF2B5EF4-FFF2-40B4-BE49-F238E27FC236}">
                <a16:creationId xmlns:a16="http://schemas.microsoft.com/office/drawing/2014/main" id="{843BBB75-6FC2-66C6-131D-F16E7F7B2D7D}"/>
              </a:ext>
            </a:extLst>
          </p:cNvPr>
          <p:cNvSpPr txBox="1"/>
          <p:nvPr/>
        </p:nvSpPr>
        <p:spPr>
          <a:xfrm>
            <a:off x="6097957" y="4071888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E3099D89-A912-C639-5FD5-F65E21DBA937}"/>
              </a:ext>
            </a:extLst>
          </p:cNvPr>
          <p:cNvSpPr txBox="1"/>
          <p:nvPr/>
        </p:nvSpPr>
        <p:spPr>
          <a:xfrm>
            <a:off x="7012558" y="421033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6851057D-7BC2-683E-C982-F972D530A0E6}"/>
              </a:ext>
            </a:extLst>
          </p:cNvPr>
          <p:cNvSpPr/>
          <p:nvPr/>
        </p:nvSpPr>
        <p:spPr>
          <a:xfrm>
            <a:off x="6071515" y="461455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F9671027-8924-371C-523F-032E87F744B3}"/>
              </a:ext>
            </a:extLst>
          </p:cNvPr>
          <p:cNvSpPr/>
          <p:nvPr/>
        </p:nvSpPr>
        <p:spPr>
          <a:xfrm>
            <a:off x="6071516" y="461455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8D1CB0F5-0B6E-0BFD-B084-D2102319A80F}"/>
              </a:ext>
            </a:extLst>
          </p:cNvPr>
          <p:cNvSpPr/>
          <p:nvPr/>
        </p:nvSpPr>
        <p:spPr>
          <a:xfrm>
            <a:off x="6895142" y="462021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F90B04D5-5F07-2599-9953-0A184B2A6775}"/>
              </a:ext>
            </a:extLst>
          </p:cNvPr>
          <p:cNvSpPr/>
          <p:nvPr/>
        </p:nvSpPr>
        <p:spPr>
          <a:xfrm>
            <a:off x="6682611" y="461683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A79F4C91-B405-0F84-EB31-2D6D1CCDE112}"/>
              </a:ext>
            </a:extLst>
          </p:cNvPr>
          <p:cNvSpPr/>
          <p:nvPr/>
        </p:nvSpPr>
        <p:spPr>
          <a:xfrm>
            <a:off x="7059393" y="462021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038DA073-8572-D30C-6C2B-B95616190769}"/>
              </a:ext>
            </a:extLst>
          </p:cNvPr>
          <p:cNvSpPr/>
          <p:nvPr/>
        </p:nvSpPr>
        <p:spPr>
          <a:xfrm>
            <a:off x="6897525" y="47226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E0CBB9E-AED3-9D12-EB34-7DF014E01318}"/>
              </a:ext>
            </a:extLst>
          </p:cNvPr>
          <p:cNvSpPr/>
          <p:nvPr/>
        </p:nvSpPr>
        <p:spPr>
          <a:xfrm>
            <a:off x="6684994" y="47192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AE215628-07AA-0C14-F548-5B424AB0122F}"/>
              </a:ext>
            </a:extLst>
          </p:cNvPr>
          <p:cNvSpPr/>
          <p:nvPr/>
        </p:nvSpPr>
        <p:spPr>
          <a:xfrm>
            <a:off x="7061776" y="47226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2895DF77-E4F5-7015-31DE-E1691CDEB7E2}"/>
              </a:ext>
            </a:extLst>
          </p:cNvPr>
          <p:cNvSpPr txBox="1"/>
          <p:nvPr/>
        </p:nvSpPr>
        <p:spPr>
          <a:xfrm>
            <a:off x="6812641" y="458059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EBEB75DD-457C-903E-3FA2-041ED12F73E2}"/>
              </a:ext>
            </a:extLst>
          </p:cNvPr>
          <p:cNvSpPr txBox="1"/>
          <p:nvPr/>
        </p:nvSpPr>
        <p:spPr>
          <a:xfrm>
            <a:off x="6989884" y="457395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2815A38A-A0FA-8371-18E5-179177AD7CC9}"/>
              </a:ext>
            </a:extLst>
          </p:cNvPr>
          <p:cNvSpPr/>
          <p:nvPr/>
        </p:nvSpPr>
        <p:spPr>
          <a:xfrm>
            <a:off x="6897299" y="482262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6F5AAF8E-7F03-CFE8-0A48-C157863370A5}"/>
              </a:ext>
            </a:extLst>
          </p:cNvPr>
          <p:cNvSpPr/>
          <p:nvPr/>
        </p:nvSpPr>
        <p:spPr>
          <a:xfrm>
            <a:off x="6684768" y="481923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263C85B7-7AB3-981B-F5D1-5FDC752940F0}"/>
              </a:ext>
            </a:extLst>
          </p:cNvPr>
          <p:cNvSpPr/>
          <p:nvPr/>
        </p:nvSpPr>
        <p:spPr>
          <a:xfrm>
            <a:off x="7061550" y="482262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7A12F1EC-C8C6-27CA-0436-3931027C7B49}"/>
              </a:ext>
            </a:extLst>
          </p:cNvPr>
          <p:cNvSpPr/>
          <p:nvPr/>
        </p:nvSpPr>
        <p:spPr>
          <a:xfrm>
            <a:off x="6895733" y="4819651"/>
            <a:ext cx="170227" cy="2057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806DF50-0A6E-73AF-8F2C-6212B03D4CF6}"/>
              </a:ext>
            </a:extLst>
          </p:cNvPr>
          <p:cNvSpPr/>
          <p:nvPr/>
        </p:nvSpPr>
        <p:spPr>
          <a:xfrm>
            <a:off x="6683202" y="4823461"/>
            <a:ext cx="212329" cy="20053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7D0A79D4-D74A-2F16-4737-225E8D47E2AF}"/>
              </a:ext>
            </a:extLst>
          </p:cNvPr>
          <p:cNvSpPr/>
          <p:nvPr/>
        </p:nvSpPr>
        <p:spPr>
          <a:xfrm>
            <a:off x="7059984" y="4815840"/>
            <a:ext cx="170227" cy="20952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2ADB4BE0-FFFC-6AD5-85CA-B937A28D3C2B}"/>
              </a:ext>
            </a:extLst>
          </p:cNvPr>
          <p:cNvSpPr txBox="1"/>
          <p:nvPr/>
        </p:nvSpPr>
        <p:spPr>
          <a:xfrm>
            <a:off x="6658435" y="4829675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AA30471-2AEE-B965-2CAD-A3706DA78457}"/>
              </a:ext>
            </a:extLst>
          </p:cNvPr>
          <p:cNvSpPr txBox="1"/>
          <p:nvPr/>
        </p:nvSpPr>
        <p:spPr>
          <a:xfrm>
            <a:off x="6612944" y="468712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CFC01F85-B2FF-161A-16FA-68178E0FF847}"/>
              </a:ext>
            </a:extLst>
          </p:cNvPr>
          <p:cNvSpPr txBox="1"/>
          <p:nvPr/>
        </p:nvSpPr>
        <p:spPr>
          <a:xfrm>
            <a:off x="68552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03290168-06D1-F6BE-7F5A-43D1142F3068}"/>
              </a:ext>
            </a:extLst>
          </p:cNvPr>
          <p:cNvSpPr txBox="1"/>
          <p:nvPr/>
        </p:nvSpPr>
        <p:spPr>
          <a:xfrm>
            <a:off x="6105755" y="4548953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Loose belt convoier 1 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A431AEC4-9374-E2B4-8370-51C12049D940}"/>
              </a:ext>
            </a:extLst>
          </p:cNvPr>
          <p:cNvSpPr txBox="1"/>
          <p:nvPr/>
        </p:nvSpPr>
        <p:spPr>
          <a:xfrm>
            <a:off x="70203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20DB1AE7-4A0B-C090-BD19-4B74A3A66402}"/>
              </a:ext>
            </a:extLst>
          </p:cNvPr>
          <p:cNvSpPr/>
          <p:nvPr/>
        </p:nvSpPr>
        <p:spPr>
          <a:xfrm>
            <a:off x="6078688" y="5108736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FF0C7198-5102-000E-58AD-D5D615717B3B}"/>
              </a:ext>
            </a:extLst>
          </p:cNvPr>
          <p:cNvSpPr/>
          <p:nvPr/>
        </p:nvSpPr>
        <p:spPr>
          <a:xfrm>
            <a:off x="6078689" y="5108734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213C3235-D321-B3CF-0AA0-673CC4570443}"/>
              </a:ext>
            </a:extLst>
          </p:cNvPr>
          <p:cNvSpPr/>
          <p:nvPr/>
        </p:nvSpPr>
        <p:spPr>
          <a:xfrm>
            <a:off x="6902315" y="5114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F157A490-B292-0E00-B2A6-0953A76F04DC}"/>
              </a:ext>
            </a:extLst>
          </p:cNvPr>
          <p:cNvSpPr/>
          <p:nvPr/>
        </p:nvSpPr>
        <p:spPr>
          <a:xfrm>
            <a:off x="6689784" y="5111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9507C7F2-B601-A153-9F0C-AEDC4A15A2CD}"/>
              </a:ext>
            </a:extLst>
          </p:cNvPr>
          <p:cNvSpPr/>
          <p:nvPr/>
        </p:nvSpPr>
        <p:spPr>
          <a:xfrm>
            <a:off x="7066566" y="5114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BDEA718-2454-E349-7186-7F97E5FF64F4}"/>
              </a:ext>
            </a:extLst>
          </p:cNvPr>
          <p:cNvSpPr/>
          <p:nvPr/>
        </p:nvSpPr>
        <p:spPr>
          <a:xfrm>
            <a:off x="6904698" y="521679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B8760FB2-940D-62D2-621D-3881F1C999E7}"/>
              </a:ext>
            </a:extLst>
          </p:cNvPr>
          <p:cNvSpPr/>
          <p:nvPr/>
        </p:nvSpPr>
        <p:spPr>
          <a:xfrm>
            <a:off x="6692167" y="521340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7FCD3333-F31D-6635-7DC9-F6E50BCF7008}"/>
              </a:ext>
            </a:extLst>
          </p:cNvPr>
          <p:cNvSpPr/>
          <p:nvPr/>
        </p:nvSpPr>
        <p:spPr>
          <a:xfrm>
            <a:off x="7068949" y="521679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A149C0AE-7800-BF2A-FE5D-E157DA843103}"/>
              </a:ext>
            </a:extLst>
          </p:cNvPr>
          <p:cNvSpPr txBox="1"/>
          <p:nvPr/>
        </p:nvSpPr>
        <p:spPr>
          <a:xfrm>
            <a:off x="6819814" y="507477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3D0C15D8-DE78-8668-71DB-3AC76F280BEC}"/>
              </a:ext>
            </a:extLst>
          </p:cNvPr>
          <p:cNvSpPr txBox="1"/>
          <p:nvPr/>
        </p:nvSpPr>
        <p:spPr>
          <a:xfrm>
            <a:off x="6997057" y="506814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0D41B92-069C-BAC3-E258-86AFAF75EB16}"/>
              </a:ext>
            </a:extLst>
          </p:cNvPr>
          <p:cNvSpPr/>
          <p:nvPr/>
        </p:nvSpPr>
        <p:spPr>
          <a:xfrm>
            <a:off x="6904472" y="531680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654E8604-8363-34A1-05D8-6F6245CCED55}"/>
              </a:ext>
            </a:extLst>
          </p:cNvPr>
          <p:cNvSpPr/>
          <p:nvPr/>
        </p:nvSpPr>
        <p:spPr>
          <a:xfrm>
            <a:off x="6691941" y="531341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8206B3E8-1674-92D5-9DD7-64605457DE2C}"/>
              </a:ext>
            </a:extLst>
          </p:cNvPr>
          <p:cNvSpPr/>
          <p:nvPr/>
        </p:nvSpPr>
        <p:spPr>
          <a:xfrm>
            <a:off x="7068723" y="531680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810E5D4-EC8D-842C-53E0-EA5590736AAA}"/>
              </a:ext>
            </a:extLst>
          </p:cNvPr>
          <p:cNvSpPr/>
          <p:nvPr/>
        </p:nvSpPr>
        <p:spPr>
          <a:xfrm>
            <a:off x="6902906" y="5314951"/>
            <a:ext cx="170227" cy="2046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E897C0EB-BE62-C941-F742-A8B046CC1643}"/>
              </a:ext>
            </a:extLst>
          </p:cNvPr>
          <p:cNvSpPr/>
          <p:nvPr/>
        </p:nvSpPr>
        <p:spPr>
          <a:xfrm>
            <a:off x="6690375" y="5318761"/>
            <a:ext cx="212329" cy="1994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19409DD5-D491-F9E8-F590-4FE1E78E6477}"/>
              </a:ext>
            </a:extLst>
          </p:cNvPr>
          <p:cNvSpPr/>
          <p:nvPr/>
        </p:nvSpPr>
        <p:spPr>
          <a:xfrm>
            <a:off x="7067157" y="5314950"/>
            <a:ext cx="170227" cy="2046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AF4AF59E-7242-EAD7-00AC-D4921EEF20BF}"/>
              </a:ext>
            </a:extLst>
          </p:cNvPr>
          <p:cNvSpPr txBox="1"/>
          <p:nvPr/>
        </p:nvSpPr>
        <p:spPr>
          <a:xfrm>
            <a:off x="6668090" y="5322520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8D02E798-7C44-8CD8-CC8C-4A6B234BFB38}"/>
              </a:ext>
            </a:extLst>
          </p:cNvPr>
          <p:cNvSpPr txBox="1"/>
          <p:nvPr/>
        </p:nvSpPr>
        <p:spPr>
          <a:xfrm>
            <a:off x="6620117" y="5181312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3F0569CB-8B59-F1E3-23C6-405D26066822}"/>
              </a:ext>
            </a:extLst>
          </p:cNvPr>
          <p:cNvSpPr txBox="1"/>
          <p:nvPr/>
        </p:nvSpPr>
        <p:spPr>
          <a:xfrm>
            <a:off x="68624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3E1509DE-BCE2-3D25-C7E2-D8FC82B6CB16}"/>
              </a:ext>
            </a:extLst>
          </p:cNvPr>
          <p:cNvSpPr txBox="1"/>
          <p:nvPr/>
        </p:nvSpPr>
        <p:spPr>
          <a:xfrm>
            <a:off x="6029583" y="5044725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Valve 3 stuck on open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4F6199F-F271-0121-709A-D87EC81B8A72}"/>
              </a:ext>
            </a:extLst>
          </p:cNvPr>
          <p:cNvSpPr txBox="1"/>
          <p:nvPr/>
        </p:nvSpPr>
        <p:spPr>
          <a:xfrm>
            <a:off x="70275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1BDF48DB-F79C-A2A0-A4FC-A4CE0BBD0E9A}"/>
              </a:ext>
            </a:extLst>
          </p:cNvPr>
          <p:cNvSpPr/>
          <p:nvPr/>
        </p:nvSpPr>
        <p:spPr>
          <a:xfrm>
            <a:off x="7277125" y="5393690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07" name="Isosceles Triangle 506">
            <a:extLst>
              <a:ext uri="{FF2B5EF4-FFF2-40B4-BE49-F238E27FC236}">
                <a16:creationId xmlns:a16="http://schemas.microsoft.com/office/drawing/2014/main" id="{4007B640-4763-F2A4-BA2E-44BBA1184939}"/>
              </a:ext>
            </a:extLst>
          </p:cNvPr>
          <p:cNvSpPr/>
          <p:nvPr/>
        </p:nvSpPr>
        <p:spPr>
          <a:xfrm rot="10800000">
            <a:off x="7306979" y="5426431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49239AF6-3335-0C96-648B-45B10F9E1D1F}"/>
              </a:ext>
            </a:extLst>
          </p:cNvPr>
          <p:cNvSpPr/>
          <p:nvPr/>
        </p:nvSpPr>
        <p:spPr>
          <a:xfrm>
            <a:off x="7276099" y="4267813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82ECAC3-AEC0-92A7-EABB-8C9AAC28AD93}"/>
              </a:ext>
            </a:extLst>
          </p:cNvPr>
          <p:cNvSpPr/>
          <p:nvPr/>
        </p:nvSpPr>
        <p:spPr>
          <a:xfrm>
            <a:off x="7276931" y="4144522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10" name="Isosceles Triangle 509">
            <a:extLst>
              <a:ext uri="{FF2B5EF4-FFF2-40B4-BE49-F238E27FC236}">
                <a16:creationId xmlns:a16="http://schemas.microsoft.com/office/drawing/2014/main" id="{0AC41D52-07CB-9DA6-79D3-2D921135195F}"/>
              </a:ext>
            </a:extLst>
          </p:cNvPr>
          <p:cNvSpPr/>
          <p:nvPr/>
        </p:nvSpPr>
        <p:spPr>
          <a:xfrm>
            <a:off x="7306785" y="4177263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F53ADC9-1455-416C-0CA0-D3B11B4062A9}"/>
              </a:ext>
            </a:extLst>
          </p:cNvPr>
          <p:cNvSpPr/>
          <p:nvPr/>
        </p:nvSpPr>
        <p:spPr>
          <a:xfrm>
            <a:off x="7276306" y="4271783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A1EC792-DE6A-9DC0-4142-1F2036364254}"/>
              </a:ext>
            </a:extLst>
          </p:cNvPr>
          <p:cNvSpPr/>
          <p:nvPr/>
        </p:nvSpPr>
        <p:spPr>
          <a:xfrm>
            <a:off x="8416447" y="4154344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49C9AC2-8ED6-DC1E-A573-E20BC3DCB9B0}"/>
              </a:ext>
            </a:extLst>
          </p:cNvPr>
          <p:cNvSpPr/>
          <p:nvPr/>
        </p:nvSpPr>
        <p:spPr>
          <a:xfrm>
            <a:off x="8416448" y="4154342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E220C08-F319-1097-78BA-AC2AE9BA3054}"/>
              </a:ext>
            </a:extLst>
          </p:cNvPr>
          <p:cNvSpPr/>
          <p:nvPr/>
        </p:nvSpPr>
        <p:spPr>
          <a:xfrm>
            <a:off x="9240074" y="41600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CB9E5A-4C33-1F55-A72C-4997765982CB}"/>
              </a:ext>
            </a:extLst>
          </p:cNvPr>
          <p:cNvSpPr/>
          <p:nvPr/>
        </p:nvSpPr>
        <p:spPr>
          <a:xfrm>
            <a:off x="9027543" y="41566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867EBC-1905-3030-8DE5-FF449BCE7B62}"/>
              </a:ext>
            </a:extLst>
          </p:cNvPr>
          <p:cNvSpPr/>
          <p:nvPr/>
        </p:nvSpPr>
        <p:spPr>
          <a:xfrm>
            <a:off x="9404325" y="41600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02416E3-99C3-3A4A-E212-479DB2ED5059}"/>
              </a:ext>
            </a:extLst>
          </p:cNvPr>
          <p:cNvSpPr/>
          <p:nvPr/>
        </p:nvSpPr>
        <p:spPr>
          <a:xfrm>
            <a:off x="9242457" y="4262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0B84527-1142-8B3D-11D9-539A6EDFB769}"/>
              </a:ext>
            </a:extLst>
          </p:cNvPr>
          <p:cNvSpPr/>
          <p:nvPr/>
        </p:nvSpPr>
        <p:spPr>
          <a:xfrm>
            <a:off x="9029926" y="4259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D5A521-9B1C-A653-FFF8-751AA31E21DA}"/>
              </a:ext>
            </a:extLst>
          </p:cNvPr>
          <p:cNvSpPr/>
          <p:nvPr/>
        </p:nvSpPr>
        <p:spPr>
          <a:xfrm>
            <a:off x="9406708" y="4262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D9E8D6-1428-84DA-C026-216D702E9229}"/>
              </a:ext>
            </a:extLst>
          </p:cNvPr>
          <p:cNvSpPr txBox="1"/>
          <p:nvPr/>
        </p:nvSpPr>
        <p:spPr>
          <a:xfrm>
            <a:off x="9157573" y="4120385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2DCF5-73D0-5759-4E94-D6C32E1056F1}"/>
              </a:ext>
            </a:extLst>
          </p:cNvPr>
          <p:cNvSpPr txBox="1"/>
          <p:nvPr/>
        </p:nvSpPr>
        <p:spPr>
          <a:xfrm>
            <a:off x="9334816" y="4113750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3432433-D967-4BC1-8A0D-F5A4BADA103D}"/>
              </a:ext>
            </a:extLst>
          </p:cNvPr>
          <p:cNvSpPr/>
          <p:nvPr/>
        </p:nvSpPr>
        <p:spPr>
          <a:xfrm>
            <a:off x="9242231" y="436241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476AA69-2052-13BE-08D7-31EB42F0F234}"/>
              </a:ext>
            </a:extLst>
          </p:cNvPr>
          <p:cNvSpPr/>
          <p:nvPr/>
        </p:nvSpPr>
        <p:spPr>
          <a:xfrm>
            <a:off x="9029700" y="435902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0F2AFEE-C5EA-4702-A0C3-DF8766ACC51E}"/>
              </a:ext>
            </a:extLst>
          </p:cNvPr>
          <p:cNvSpPr/>
          <p:nvPr/>
        </p:nvSpPr>
        <p:spPr>
          <a:xfrm>
            <a:off x="9406482" y="436241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C295A46-F1F6-8B78-CEFD-7258796545B6}"/>
              </a:ext>
            </a:extLst>
          </p:cNvPr>
          <p:cNvSpPr/>
          <p:nvPr/>
        </p:nvSpPr>
        <p:spPr>
          <a:xfrm>
            <a:off x="9240665" y="4366261"/>
            <a:ext cx="170227" cy="198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620E3CA-1664-F1E9-A65F-CBF903D9C0C0}"/>
              </a:ext>
            </a:extLst>
          </p:cNvPr>
          <p:cNvSpPr/>
          <p:nvPr/>
        </p:nvSpPr>
        <p:spPr>
          <a:xfrm>
            <a:off x="9028134" y="4362451"/>
            <a:ext cx="212329" cy="2013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EF9A53D-117D-F656-B127-12579690C800}"/>
              </a:ext>
            </a:extLst>
          </p:cNvPr>
          <p:cNvSpPr/>
          <p:nvPr/>
        </p:nvSpPr>
        <p:spPr>
          <a:xfrm>
            <a:off x="9404916" y="4370070"/>
            <a:ext cx="170227" cy="1950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BCCA63-34F4-DED3-726C-12D0EA1093E3}"/>
              </a:ext>
            </a:extLst>
          </p:cNvPr>
          <p:cNvSpPr txBox="1"/>
          <p:nvPr/>
        </p:nvSpPr>
        <p:spPr>
          <a:xfrm>
            <a:off x="9005051" y="437720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BB1A0-1A26-C3C3-A162-128B8A0D3B5C}"/>
              </a:ext>
            </a:extLst>
          </p:cNvPr>
          <p:cNvSpPr txBox="1"/>
          <p:nvPr/>
        </p:nvSpPr>
        <p:spPr>
          <a:xfrm>
            <a:off x="8957876" y="4226920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0E2F29-E842-A09C-9154-F97112F9FBCB}"/>
              </a:ext>
            </a:extLst>
          </p:cNvPr>
          <p:cNvSpPr txBox="1"/>
          <p:nvPr/>
        </p:nvSpPr>
        <p:spPr>
          <a:xfrm>
            <a:off x="92001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9EC77A-831B-24AA-30CF-C00F25BF921C}"/>
              </a:ext>
            </a:extLst>
          </p:cNvPr>
          <p:cNvSpPr txBox="1"/>
          <p:nvPr/>
        </p:nvSpPr>
        <p:spPr>
          <a:xfrm>
            <a:off x="93652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D6B881-EFED-B825-5E83-8AE6915F12B6}"/>
              </a:ext>
            </a:extLst>
          </p:cNvPr>
          <p:cNvSpPr/>
          <p:nvPr/>
        </p:nvSpPr>
        <p:spPr>
          <a:xfrm>
            <a:off x="8424245" y="4631409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32770C5-C98E-C2C9-BD41-D03BD81B154D}"/>
              </a:ext>
            </a:extLst>
          </p:cNvPr>
          <p:cNvSpPr/>
          <p:nvPr/>
        </p:nvSpPr>
        <p:spPr>
          <a:xfrm>
            <a:off x="8424246" y="4631407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00084AB-7CD3-3459-E969-99323D79AE6A}"/>
              </a:ext>
            </a:extLst>
          </p:cNvPr>
          <p:cNvSpPr/>
          <p:nvPr/>
        </p:nvSpPr>
        <p:spPr>
          <a:xfrm>
            <a:off x="9247872" y="463707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16F8949-CAC6-6283-9ECE-053FF34D31E8}"/>
              </a:ext>
            </a:extLst>
          </p:cNvPr>
          <p:cNvSpPr/>
          <p:nvPr/>
        </p:nvSpPr>
        <p:spPr>
          <a:xfrm>
            <a:off x="9035341" y="463369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731B69F-0D6F-5E8A-5019-6E82F61CD448}"/>
              </a:ext>
            </a:extLst>
          </p:cNvPr>
          <p:cNvSpPr/>
          <p:nvPr/>
        </p:nvSpPr>
        <p:spPr>
          <a:xfrm>
            <a:off x="9412123" y="463707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11A127-13F6-A546-1B85-48CD98C6B318}"/>
              </a:ext>
            </a:extLst>
          </p:cNvPr>
          <p:cNvSpPr/>
          <p:nvPr/>
        </p:nvSpPr>
        <p:spPr>
          <a:xfrm>
            <a:off x="9250255" y="473946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6184811-9B63-CAF7-B5B1-931BF4BD680D}"/>
              </a:ext>
            </a:extLst>
          </p:cNvPr>
          <p:cNvSpPr/>
          <p:nvPr/>
        </p:nvSpPr>
        <p:spPr>
          <a:xfrm>
            <a:off x="9037724" y="473608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6E630DD-1D7D-FD5A-C210-8A7F4DB9CACB}"/>
              </a:ext>
            </a:extLst>
          </p:cNvPr>
          <p:cNvSpPr/>
          <p:nvPr/>
        </p:nvSpPr>
        <p:spPr>
          <a:xfrm>
            <a:off x="9414506" y="473946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E18641B-09AD-3109-D01C-66AEBA858DC9}"/>
              </a:ext>
            </a:extLst>
          </p:cNvPr>
          <p:cNvSpPr txBox="1"/>
          <p:nvPr/>
        </p:nvSpPr>
        <p:spPr>
          <a:xfrm>
            <a:off x="9165371" y="4597450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7EB09C-F72B-C117-A204-8E4A51822EC3}"/>
              </a:ext>
            </a:extLst>
          </p:cNvPr>
          <p:cNvSpPr txBox="1"/>
          <p:nvPr/>
        </p:nvSpPr>
        <p:spPr>
          <a:xfrm>
            <a:off x="9342614" y="4590815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37B1BD3-5124-57A1-F405-A3B12EF683DA}"/>
              </a:ext>
            </a:extLst>
          </p:cNvPr>
          <p:cNvSpPr/>
          <p:nvPr/>
        </p:nvSpPr>
        <p:spPr>
          <a:xfrm>
            <a:off x="9250029" y="483947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CC790EA-2781-B49D-EB02-D85D22B6BF2D}"/>
              </a:ext>
            </a:extLst>
          </p:cNvPr>
          <p:cNvSpPr/>
          <p:nvPr/>
        </p:nvSpPr>
        <p:spPr>
          <a:xfrm>
            <a:off x="9037498" y="483609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2BA3962-B724-11E0-1DDC-721470E383FC}"/>
              </a:ext>
            </a:extLst>
          </p:cNvPr>
          <p:cNvSpPr/>
          <p:nvPr/>
        </p:nvSpPr>
        <p:spPr>
          <a:xfrm>
            <a:off x="9414280" y="483947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7DACAC0-4238-62CA-F477-5AE5F9448225}"/>
              </a:ext>
            </a:extLst>
          </p:cNvPr>
          <p:cNvSpPr/>
          <p:nvPr/>
        </p:nvSpPr>
        <p:spPr>
          <a:xfrm>
            <a:off x="9248463" y="4842510"/>
            <a:ext cx="170227" cy="19971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E8AEBD7-1329-37FE-99FC-742405E83523}"/>
              </a:ext>
            </a:extLst>
          </p:cNvPr>
          <p:cNvSpPr/>
          <p:nvPr/>
        </p:nvSpPr>
        <p:spPr>
          <a:xfrm>
            <a:off x="9035932" y="4838700"/>
            <a:ext cx="212329" cy="2021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95DC464-2399-4A20-827D-6086CB8D71AD}"/>
              </a:ext>
            </a:extLst>
          </p:cNvPr>
          <p:cNvSpPr/>
          <p:nvPr/>
        </p:nvSpPr>
        <p:spPr>
          <a:xfrm>
            <a:off x="9412714" y="4846321"/>
            <a:ext cx="170227" cy="19590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57449E2-7440-D238-4D96-F5ADACA667A0}"/>
              </a:ext>
            </a:extLst>
          </p:cNvPr>
          <p:cNvSpPr txBox="1"/>
          <p:nvPr/>
        </p:nvSpPr>
        <p:spPr>
          <a:xfrm>
            <a:off x="9012825" y="4844437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CAF960B-E163-F491-1F15-252BC3548465}"/>
              </a:ext>
            </a:extLst>
          </p:cNvPr>
          <p:cNvSpPr txBox="1"/>
          <p:nvPr/>
        </p:nvSpPr>
        <p:spPr>
          <a:xfrm>
            <a:off x="8965674" y="4703985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5326B37-E72D-B2BC-9466-02E894BC2CE8}"/>
              </a:ext>
            </a:extLst>
          </p:cNvPr>
          <p:cNvSpPr txBox="1"/>
          <p:nvPr/>
        </p:nvSpPr>
        <p:spPr>
          <a:xfrm>
            <a:off x="9207986" y="4704259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D5321E3-5E5C-58CC-200C-74BD32B45E18}"/>
              </a:ext>
            </a:extLst>
          </p:cNvPr>
          <p:cNvSpPr txBox="1"/>
          <p:nvPr/>
        </p:nvSpPr>
        <p:spPr>
          <a:xfrm>
            <a:off x="8471562" y="4624998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9656338-8421-9792-F80C-3966A5F721B6}"/>
              </a:ext>
            </a:extLst>
          </p:cNvPr>
          <p:cNvSpPr txBox="1"/>
          <p:nvPr/>
        </p:nvSpPr>
        <p:spPr>
          <a:xfrm>
            <a:off x="9373086" y="4704259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78998147-7597-65EF-F05D-72DE2115E586}"/>
              </a:ext>
            </a:extLst>
          </p:cNvPr>
          <p:cNvSpPr/>
          <p:nvPr/>
        </p:nvSpPr>
        <p:spPr>
          <a:xfrm>
            <a:off x="8431418" y="5125593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084881DC-10FA-FEA4-2152-8CD5987CAB3D}"/>
              </a:ext>
            </a:extLst>
          </p:cNvPr>
          <p:cNvSpPr/>
          <p:nvPr/>
        </p:nvSpPr>
        <p:spPr>
          <a:xfrm>
            <a:off x="8431419" y="5125591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537DBE57-0CEE-D793-F434-CD402949B475}"/>
              </a:ext>
            </a:extLst>
          </p:cNvPr>
          <p:cNvSpPr/>
          <p:nvPr/>
        </p:nvSpPr>
        <p:spPr>
          <a:xfrm>
            <a:off x="9255045" y="513126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EF15E7FC-467F-D8A6-7207-28E1A6EF21CE}"/>
              </a:ext>
            </a:extLst>
          </p:cNvPr>
          <p:cNvSpPr/>
          <p:nvPr/>
        </p:nvSpPr>
        <p:spPr>
          <a:xfrm>
            <a:off x="9042514" y="512787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46A7A589-F7D2-ECD9-E9F0-FB8260C9B559}"/>
              </a:ext>
            </a:extLst>
          </p:cNvPr>
          <p:cNvSpPr/>
          <p:nvPr/>
        </p:nvSpPr>
        <p:spPr>
          <a:xfrm>
            <a:off x="9419296" y="513125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B44ACF40-8272-FE1B-CB6A-144618CBEC23}"/>
              </a:ext>
            </a:extLst>
          </p:cNvPr>
          <p:cNvSpPr/>
          <p:nvPr/>
        </p:nvSpPr>
        <p:spPr>
          <a:xfrm>
            <a:off x="9257428" y="523365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768CCC03-706A-E373-9A07-335E6D1CF313}"/>
              </a:ext>
            </a:extLst>
          </p:cNvPr>
          <p:cNvSpPr/>
          <p:nvPr/>
        </p:nvSpPr>
        <p:spPr>
          <a:xfrm>
            <a:off x="9044897" y="523026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F5D9D938-08E6-6AEE-AC43-5E3F2074E3A6}"/>
              </a:ext>
            </a:extLst>
          </p:cNvPr>
          <p:cNvSpPr/>
          <p:nvPr/>
        </p:nvSpPr>
        <p:spPr>
          <a:xfrm>
            <a:off x="9421679" y="52336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6" name="TextBox 2375">
            <a:extLst>
              <a:ext uri="{FF2B5EF4-FFF2-40B4-BE49-F238E27FC236}">
                <a16:creationId xmlns:a16="http://schemas.microsoft.com/office/drawing/2014/main" id="{EB7D81F6-22CC-8EFD-1446-EBD8506C0D59}"/>
              </a:ext>
            </a:extLst>
          </p:cNvPr>
          <p:cNvSpPr txBox="1"/>
          <p:nvPr/>
        </p:nvSpPr>
        <p:spPr>
          <a:xfrm>
            <a:off x="9172544" y="5091634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377" name="TextBox 2376">
            <a:extLst>
              <a:ext uri="{FF2B5EF4-FFF2-40B4-BE49-F238E27FC236}">
                <a16:creationId xmlns:a16="http://schemas.microsoft.com/office/drawing/2014/main" id="{54D8FC30-0E57-1435-ECDB-D6A1BC7D3A29}"/>
              </a:ext>
            </a:extLst>
          </p:cNvPr>
          <p:cNvSpPr txBox="1"/>
          <p:nvPr/>
        </p:nvSpPr>
        <p:spPr>
          <a:xfrm>
            <a:off x="9349787" y="5084999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378" name="Rectangle 2377">
            <a:extLst>
              <a:ext uri="{FF2B5EF4-FFF2-40B4-BE49-F238E27FC236}">
                <a16:creationId xmlns:a16="http://schemas.microsoft.com/office/drawing/2014/main" id="{5FD5FEE7-4962-A4F1-EC1E-946583F0464B}"/>
              </a:ext>
            </a:extLst>
          </p:cNvPr>
          <p:cNvSpPr/>
          <p:nvPr/>
        </p:nvSpPr>
        <p:spPr>
          <a:xfrm>
            <a:off x="9257202" y="533366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9" name="Rectangle 2378">
            <a:extLst>
              <a:ext uri="{FF2B5EF4-FFF2-40B4-BE49-F238E27FC236}">
                <a16:creationId xmlns:a16="http://schemas.microsoft.com/office/drawing/2014/main" id="{806B3E84-A25A-9EF3-E82C-7E16215C12D7}"/>
              </a:ext>
            </a:extLst>
          </p:cNvPr>
          <p:cNvSpPr/>
          <p:nvPr/>
        </p:nvSpPr>
        <p:spPr>
          <a:xfrm>
            <a:off x="9044671" y="533027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61D8F2A4-1AF4-0368-FE5A-DA658581351D}"/>
              </a:ext>
            </a:extLst>
          </p:cNvPr>
          <p:cNvSpPr/>
          <p:nvPr/>
        </p:nvSpPr>
        <p:spPr>
          <a:xfrm>
            <a:off x="9421453" y="533366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D2BCC744-1AE0-DEEB-D475-F041BC5C9448}"/>
              </a:ext>
            </a:extLst>
          </p:cNvPr>
          <p:cNvSpPr/>
          <p:nvPr/>
        </p:nvSpPr>
        <p:spPr>
          <a:xfrm>
            <a:off x="9255636" y="5341620"/>
            <a:ext cx="170227" cy="1947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4C21EEA4-6D36-1C94-792E-6E22D000D3D7}"/>
              </a:ext>
            </a:extLst>
          </p:cNvPr>
          <p:cNvSpPr/>
          <p:nvPr/>
        </p:nvSpPr>
        <p:spPr>
          <a:xfrm>
            <a:off x="9043105" y="5337810"/>
            <a:ext cx="212329" cy="1972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24ADEF58-6F3B-987D-D190-D0D9A9E6E4A6}"/>
              </a:ext>
            </a:extLst>
          </p:cNvPr>
          <p:cNvSpPr/>
          <p:nvPr/>
        </p:nvSpPr>
        <p:spPr>
          <a:xfrm>
            <a:off x="9419887" y="5341621"/>
            <a:ext cx="170227" cy="1947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4" name="TextBox 2383">
            <a:extLst>
              <a:ext uri="{FF2B5EF4-FFF2-40B4-BE49-F238E27FC236}">
                <a16:creationId xmlns:a16="http://schemas.microsoft.com/office/drawing/2014/main" id="{209426C4-71C9-8675-8721-3F8FD52F08EA}"/>
              </a:ext>
            </a:extLst>
          </p:cNvPr>
          <p:cNvSpPr txBox="1"/>
          <p:nvPr/>
        </p:nvSpPr>
        <p:spPr>
          <a:xfrm>
            <a:off x="9022380" y="534429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85" name="TextBox 2384">
            <a:extLst>
              <a:ext uri="{FF2B5EF4-FFF2-40B4-BE49-F238E27FC236}">
                <a16:creationId xmlns:a16="http://schemas.microsoft.com/office/drawing/2014/main" id="{81DDBB1E-8EB9-77E5-C5EE-F61B2BD9426B}"/>
              </a:ext>
            </a:extLst>
          </p:cNvPr>
          <p:cNvSpPr txBox="1"/>
          <p:nvPr/>
        </p:nvSpPr>
        <p:spPr>
          <a:xfrm>
            <a:off x="8972847" y="5198169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86" name="TextBox 2385">
            <a:extLst>
              <a:ext uri="{FF2B5EF4-FFF2-40B4-BE49-F238E27FC236}">
                <a16:creationId xmlns:a16="http://schemas.microsoft.com/office/drawing/2014/main" id="{750594A4-0475-FAD8-0916-028CF5BD7901}"/>
              </a:ext>
            </a:extLst>
          </p:cNvPr>
          <p:cNvSpPr txBox="1"/>
          <p:nvPr/>
        </p:nvSpPr>
        <p:spPr>
          <a:xfrm>
            <a:off x="92151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87" name="TextBox 2386">
            <a:extLst>
              <a:ext uri="{FF2B5EF4-FFF2-40B4-BE49-F238E27FC236}">
                <a16:creationId xmlns:a16="http://schemas.microsoft.com/office/drawing/2014/main" id="{6D3CF735-2B4F-F250-655A-88FD0E12369C}"/>
              </a:ext>
            </a:extLst>
          </p:cNvPr>
          <p:cNvSpPr txBox="1"/>
          <p:nvPr/>
        </p:nvSpPr>
        <p:spPr>
          <a:xfrm>
            <a:off x="8448988" y="5123495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5</a:t>
            </a:r>
          </a:p>
        </p:txBody>
      </p:sp>
      <p:sp>
        <p:nvSpPr>
          <p:cNvPr id="2388" name="TextBox 2387">
            <a:extLst>
              <a:ext uri="{FF2B5EF4-FFF2-40B4-BE49-F238E27FC236}">
                <a16:creationId xmlns:a16="http://schemas.microsoft.com/office/drawing/2014/main" id="{FE74139A-4628-26A7-343A-F0DF4FC29B5D}"/>
              </a:ext>
            </a:extLst>
          </p:cNvPr>
          <p:cNvSpPr txBox="1"/>
          <p:nvPr/>
        </p:nvSpPr>
        <p:spPr>
          <a:xfrm>
            <a:off x="93802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37FC9F1D-BE60-CE10-DAEA-86802C5ADFC3}"/>
              </a:ext>
            </a:extLst>
          </p:cNvPr>
          <p:cNvSpPr/>
          <p:nvPr/>
        </p:nvSpPr>
        <p:spPr>
          <a:xfrm>
            <a:off x="9629855" y="541054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0" name="Isosceles Triangle 2389">
            <a:extLst>
              <a:ext uri="{FF2B5EF4-FFF2-40B4-BE49-F238E27FC236}">
                <a16:creationId xmlns:a16="http://schemas.microsoft.com/office/drawing/2014/main" id="{ED08DC59-AA6F-1302-8F0E-29FA65D7E554}"/>
              </a:ext>
            </a:extLst>
          </p:cNvPr>
          <p:cNvSpPr/>
          <p:nvPr/>
        </p:nvSpPr>
        <p:spPr>
          <a:xfrm rot="10800000">
            <a:off x="9659709" y="544328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B42304FF-F3ED-3EF7-E1F9-18A8CEEF4471}"/>
              </a:ext>
            </a:extLst>
          </p:cNvPr>
          <p:cNvSpPr/>
          <p:nvPr/>
        </p:nvSpPr>
        <p:spPr>
          <a:xfrm>
            <a:off x="9628829" y="4284670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A2FF317E-B801-BB7B-B22F-DBB787A549F9}"/>
              </a:ext>
            </a:extLst>
          </p:cNvPr>
          <p:cNvSpPr/>
          <p:nvPr/>
        </p:nvSpPr>
        <p:spPr>
          <a:xfrm>
            <a:off x="9629661" y="4161379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3" name="Isosceles Triangle 2392">
            <a:extLst>
              <a:ext uri="{FF2B5EF4-FFF2-40B4-BE49-F238E27FC236}">
                <a16:creationId xmlns:a16="http://schemas.microsoft.com/office/drawing/2014/main" id="{6EFF93F6-F1D8-CB10-E1A6-4174CE089F1D}"/>
              </a:ext>
            </a:extLst>
          </p:cNvPr>
          <p:cNvSpPr/>
          <p:nvPr/>
        </p:nvSpPr>
        <p:spPr>
          <a:xfrm>
            <a:off x="9659515" y="4194120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3C1C39FE-DE82-CCA3-9367-BDA55C3932CF}"/>
              </a:ext>
            </a:extLst>
          </p:cNvPr>
          <p:cNvSpPr/>
          <p:nvPr/>
        </p:nvSpPr>
        <p:spPr>
          <a:xfrm>
            <a:off x="9629036" y="4288640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44948C49-4EE2-5E37-70A9-2AC6E48FB7AB}"/>
              </a:ext>
            </a:extLst>
          </p:cNvPr>
          <p:cNvSpPr/>
          <p:nvPr/>
        </p:nvSpPr>
        <p:spPr>
          <a:xfrm>
            <a:off x="9817099" y="41537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6" name="Rectangle 2395">
            <a:extLst>
              <a:ext uri="{FF2B5EF4-FFF2-40B4-BE49-F238E27FC236}">
                <a16:creationId xmlns:a16="http://schemas.microsoft.com/office/drawing/2014/main" id="{484FFEE9-5107-2DD2-52B1-071A35AACFC5}"/>
              </a:ext>
            </a:extLst>
          </p:cNvPr>
          <p:cNvSpPr/>
          <p:nvPr/>
        </p:nvSpPr>
        <p:spPr>
          <a:xfrm>
            <a:off x="9817100" y="41537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7" name="Rectangle 2396">
            <a:extLst>
              <a:ext uri="{FF2B5EF4-FFF2-40B4-BE49-F238E27FC236}">
                <a16:creationId xmlns:a16="http://schemas.microsoft.com/office/drawing/2014/main" id="{063817D1-A956-2AD9-C875-C62E869C97AB}"/>
              </a:ext>
            </a:extLst>
          </p:cNvPr>
          <p:cNvSpPr/>
          <p:nvPr/>
        </p:nvSpPr>
        <p:spPr>
          <a:xfrm>
            <a:off x="10640726" y="41594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FC39D23E-7217-9BD7-DF46-276F78E7D1EE}"/>
              </a:ext>
            </a:extLst>
          </p:cNvPr>
          <p:cNvSpPr/>
          <p:nvPr/>
        </p:nvSpPr>
        <p:spPr>
          <a:xfrm>
            <a:off x="10428195" y="41560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6AB775CA-DDA1-F799-B3C2-2FE1EBB625D5}"/>
              </a:ext>
            </a:extLst>
          </p:cNvPr>
          <p:cNvSpPr/>
          <p:nvPr/>
        </p:nvSpPr>
        <p:spPr>
          <a:xfrm>
            <a:off x="10804977" y="41594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0" name="Rectangle 2399">
            <a:extLst>
              <a:ext uri="{FF2B5EF4-FFF2-40B4-BE49-F238E27FC236}">
                <a16:creationId xmlns:a16="http://schemas.microsoft.com/office/drawing/2014/main" id="{72B646D6-1F2D-8CDB-AE0A-DBC3AABC2DE7}"/>
              </a:ext>
            </a:extLst>
          </p:cNvPr>
          <p:cNvSpPr/>
          <p:nvPr/>
        </p:nvSpPr>
        <p:spPr>
          <a:xfrm>
            <a:off x="10643109" y="42618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1" name="Rectangle 2400">
            <a:extLst>
              <a:ext uri="{FF2B5EF4-FFF2-40B4-BE49-F238E27FC236}">
                <a16:creationId xmlns:a16="http://schemas.microsoft.com/office/drawing/2014/main" id="{75E9AE74-2939-AA4E-D78F-534631394057}"/>
              </a:ext>
            </a:extLst>
          </p:cNvPr>
          <p:cNvSpPr/>
          <p:nvPr/>
        </p:nvSpPr>
        <p:spPr>
          <a:xfrm>
            <a:off x="10430578" y="42584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85853142-0023-E75D-BE2B-17FA34B1B774}"/>
              </a:ext>
            </a:extLst>
          </p:cNvPr>
          <p:cNvSpPr/>
          <p:nvPr/>
        </p:nvSpPr>
        <p:spPr>
          <a:xfrm>
            <a:off x="10807360" y="42618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3" name="TextBox 2402">
            <a:extLst>
              <a:ext uri="{FF2B5EF4-FFF2-40B4-BE49-F238E27FC236}">
                <a16:creationId xmlns:a16="http://schemas.microsoft.com/office/drawing/2014/main" id="{4D3A2147-2146-1481-EAFE-A787CCCE67D9}"/>
              </a:ext>
            </a:extLst>
          </p:cNvPr>
          <p:cNvSpPr txBox="1"/>
          <p:nvPr/>
        </p:nvSpPr>
        <p:spPr>
          <a:xfrm>
            <a:off x="10558225" y="41198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04" name="TextBox 2403">
            <a:extLst>
              <a:ext uri="{FF2B5EF4-FFF2-40B4-BE49-F238E27FC236}">
                <a16:creationId xmlns:a16="http://schemas.microsoft.com/office/drawing/2014/main" id="{03FB3BDF-C1B7-A9FB-95AE-B5045D8888F3}"/>
              </a:ext>
            </a:extLst>
          </p:cNvPr>
          <p:cNvSpPr txBox="1"/>
          <p:nvPr/>
        </p:nvSpPr>
        <p:spPr>
          <a:xfrm>
            <a:off x="10735468" y="411318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5F8FC6F0-088B-1F8A-0F31-F2285CB9B8BA}"/>
              </a:ext>
            </a:extLst>
          </p:cNvPr>
          <p:cNvSpPr/>
          <p:nvPr/>
        </p:nvSpPr>
        <p:spPr>
          <a:xfrm>
            <a:off x="10642883" y="43618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703C3E97-5D50-33E7-5DC5-53D7AAE66F3C}"/>
              </a:ext>
            </a:extLst>
          </p:cNvPr>
          <p:cNvSpPr/>
          <p:nvPr/>
        </p:nvSpPr>
        <p:spPr>
          <a:xfrm>
            <a:off x="10430352" y="43584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7" name="Rectangle 2406">
            <a:extLst>
              <a:ext uri="{FF2B5EF4-FFF2-40B4-BE49-F238E27FC236}">
                <a16:creationId xmlns:a16="http://schemas.microsoft.com/office/drawing/2014/main" id="{9D65EDA2-ED9D-0485-479B-235FB0861EF2}"/>
              </a:ext>
            </a:extLst>
          </p:cNvPr>
          <p:cNvSpPr/>
          <p:nvPr/>
        </p:nvSpPr>
        <p:spPr>
          <a:xfrm>
            <a:off x="10807134" y="43618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8" name="Rectangle 2407">
            <a:extLst>
              <a:ext uri="{FF2B5EF4-FFF2-40B4-BE49-F238E27FC236}">
                <a16:creationId xmlns:a16="http://schemas.microsoft.com/office/drawing/2014/main" id="{BF66CE22-8928-AD8E-BAF1-FED56A5F89B0}"/>
              </a:ext>
            </a:extLst>
          </p:cNvPr>
          <p:cNvSpPr/>
          <p:nvPr/>
        </p:nvSpPr>
        <p:spPr>
          <a:xfrm>
            <a:off x="10641317" y="4366261"/>
            <a:ext cx="170227" cy="19833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7F008A30-FBA6-4463-5266-7FFB9CF23A93}"/>
              </a:ext>
            </a:extLst>
          </p:cNvPr>
          <p:cNvSpPr/>
          <p:nvPr/>
        </p:nvSpPr>
        <p:spPr>
          <a:xfrm>
            <a:off x="10428786" y="4362451"/>
            <a:ext cx="212329" cy="20077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0" name="Rectangle 2409">
            <a:extLst>
              <a:ext uri="{FF2B5EF4-FFF2-40B4-BE49-F238E27FC236}">
                <a16:creationId xmlns:a16="http://schemas.microsoft.com/office/drawing/2014/main" id="{91FF88BA-FD06-C26D-CAB0-975611FC41D8}"/>
              </a:ext>
            </a:extLst>
          </p:cNvPr>
          <p:cNvSpPr/>
          <p:nvPr/>
        </p:nvSpPr>
        <p:spPr>
          <a:xfrm>
            <a:off x="10805568" y="4358640"/>
            <a:ext cx="170227" cy="2059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1" name="TextBox 2410">
            <a:extLst>
              <a:ext uri="{FF2B5EF4-FFF2-40B4-BE49-F238E27FC236}">
                <a16:creationId xmlns:a16="http://schemas.microsoft.com/office/drawing/2014/main" id="{99E3DD60-4ED8-A02C-2562-14335629E47D}"/>
              </a:ext>
            </a:extLst>
          </p:cNvPr>
          <p:cNvSpPr txBox="1"/>
          <p:nvPr/>
        </p:nvSpPr>
        <p:spPr>
          <a:xfrm>
            <a:off x="10408591" y="436877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12" name="TextBox 2411">
            <a:extLst>
              <a:ext uri="{FF2B5EF4-FFF2-40B4-BE49-F238E27FC236}">
                <a16:creationId xmlns:a16="http://schemas.microsoft.com/office/drawing/2014/main" id="{4E7004B0-5528-BF7C-1D0F-A6F6377FC988}"/>
              </a:ext>
            </a:extLst>
          </p:cNvPr>
          <p:cNvSpPr txBox="1"/>
          <p:nvPr/>
        </p:nvSpPr>
        <p:spPr>
          <a:xfrm>
            <a:off x="10358528" y="42263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13" name="TextBox 2412">
            <a:extLst>
              <a:ext uri="{FF2B5EF4-FFF2-40B4-BE49-F238E27FC236}">
                <a16:creationId xmlns:a16="http://schemas.microsoft.com/office/drawing/2014/main" id="{E0230576-7DBA-B403-53D8-F1B5BDFFE0CC}"/>
              </a:ext>
            </a:extLst>
          </p:cNvPr>
          <p:cNvSpPr txBox="1"/>
          <p:nvPr/>
        </p:nvSpPr>
        <p:spPr>
          <a:xfrm>
            <a:off x="106008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14" name="TextBox 2413">
            <a:extLst>
              <a:ext uri="{FF2B5EF4-FFF2-40B4-BE49-F238E27FC236}">
                <a16:creationId xmlns:a16="http://schemas.microsoft.com/office/drawing/2014/main" id="{3F31C9A5-4B2F-D153-054C-AF94C56D005E}"/>
              </a:ext>
            </a:extLst>
          </p:cNvPr>
          <p:cNvSpPr txBox="1"/>
          <p:nvPr/>
        </p:nvSpPr>
        <p:spPr>
          <a:xfrm>
            <a:off x="107659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1B7BC0D0-0071-BB25-A33E-C9D85BD927B0}"/>
              </a:ext>
            </a:extLst>
          </p:cNvPr>
          <p:cNvSpPr/>
          <p:nvPr/>
        </p:nvSpPr>
        <p:spPr>
          <a:xfrm>
            <a:off x="9824897" y="4630847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6" name="Rectangle 2415">
            <a:extLst>
              <a:ext uri="{FF2B5EF4-FFF2-40B4-BE49-F238E27FC236}">
                <a16:creationId xmlns:a16="http://schemas.microsoft.com/office/drawing/2014/main" id="{BB90ADDA-F672-82CC-3593-21E457E02C23}"/>
              </a:ext>
            </a:extLst>
          </p:cNvPr>
          <p:cNvSpPr/>
          <p:nvPr/>
        </p:nvSpPr>
        <p:spPr>
          <a:xfrm>
            <a:off x="9824898" y="4630845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18" name="Rectangle 2417">
            <a:extLst>
              <a:ext uri="{FF2B5EF4-FFF2-40B4-BE49-F238E27FC236}">
                <a16:creationId xmlns:a16="http://schemas.microsoft.com/office/drawing/2014/main" id="{5DC85189-4F02-EB3A-8535-D855853E1511}"/>
              </a:ext>
            </a:extLst>
          </p:cNvPr>
          <p:cNvSpPr/>
          <p:nvPr/>
        </p:nvSpPr>
        <p:spPr>
          <a:xfrm>
            <a:off x="10648524" y="463651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0" name="Rectangle 2419">
            <a:extLst>
              <a:ext uri="{FF2B5EF4-FFF2-40B4-BE49-F238E27FC236}">
                <a16:creationId xmlns:a16="http://schemas.microsoft.com/office/drawing/2014/main" id="{A8DDDE9D-B83B-2EBE-12A7-CCCECBAC6CBD}"/>
              </a:ext>
            </a:extLst>
          </p:cNvPr>
          <p:cNvSpPr/>
          <p:nvPr/>
        </p:nvSpPr>
        <p:spPr>
          <a:xfrm>
            <a:off x="10435993" y="4633128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1" name="Rectangle 2420">
            <a:extLst>
              <a:ext uri="{FF2B5EF4-FFF2-40B4-BE49-F238E27FC236}">
                <a16:creationId xmlns:a16="http://schemas.microsoft.com/office/drawing/2014/main" id="{268479E5-95FF-909B-3D63-D3259CF15867}"/>
              </a:ext>
            </a:extLst>
          </p:cNvPr>
          <p:cNvSpPr/>
          <p:nvPr/>
        </p:nvSpPr>
        <p:spPr>
          <a:xfrm>
            <a:off x="10812775" y="463651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2" name="Rectangle 2421">
            <a:extLst>
              <a:ext uri="{FF2B5EF4-FFF2-40B4-BE49-F238E27FC236}">
                <a16:creationId xmlns:a16="http://schemas.microsoft.com/office/drawing/2014/main" id="{18E32CD4-3067-DA91-5BB0-54D3DC1787D2}"/>
              </a:ext>
            </a:extLst>
          </p:cNvPr>
          <p:cNvSpPr/>
          <p:nvPr/>
        </p:nvSpPr>
        <p:spPr>
          <a:xfrm>
            <a:off x="10650907" y="473890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3" name="Rectangle 2422">
            <a:extLst>
              <a:ext uri="{FF2B5EF4-FFF2-40B4-BE49-F238E27FC236}">
                <a16:creationId xmlns:a16="http://schemas.microsoft.com/office/drawing/2014/main" id="{1046769F-6972-4A69-8CB3-1E03793B52C1}"/>
              </a:ext>
            </a:extLst>
          </p:cNvPr>
          <p:cNvSpPr/>
          <p:nvPr/>
        </p:nvSpPr>
        <p:spPr>
          <a:xfrm>
            <a:off x="10438376" y="473552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4" name="Rectangle 2423">
            <a:extLst>
              <a:ext uri="{FF2B5EF4-FFF2-40B4-BE49-F238E27FC236}">
                <a16:creationId xmlns:a16="http://schemas.microsoft.com/office/drawing/2014/main" id="{5CB83BAE-5AE9-6443-65DE-FB338C3C0623}"/>
              </a:ext>
            </a:extLst>
          </p:cNvPr>
          <p:cNvSpPr/>
          <p:nvPr/>
        </p:nvSpPr>
        <p:spPr>
          <a:xfrm>
            <a:off x="10815158" y="473890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5" name="TextBox 2424">
            <a:extLst>
              <a:ext uri="{FF2B5EF4-FFF2-40B4-BE49-F238E27FC236}">
                <a16:creationId xmlns:a16="http://schemas.microsoft.com/office/drawing/2014/main" id="{C8F25B7A-2C3B-8AB3-D970-8F6FC48BB89B}"/>
              </a:ext>
            </a:extLst>
          </p:cNvPr>
          <p:cNvSpPr txBox="1"/>
          <p:nvPr/>
        </p:nvSpPr>
        <p:spPr>
          <a:xfrm>
            <a:off x="10566023" y="459688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26" name="TextBox 2425">
            <a:extLst>
              <a:ext uri="{FF2B5EF4-FFF2-40B4-BE49-F238E27FC236}">
                <a16:creationId xmlns:a16="http://schemas.microsoft.com/office/drawing/2014/main" id="{DD0FD65C-3FB3-B706-29D5-29A197054748}"/>
              </a:ext>
            </a:extLst>
          </p:cNvPr>
          <p:cNvSpPr txBox="1"/>
          <p:nvPr/>
        </p:nvSpPr>
        <p:spPr>
          <a:xfrm>
            <a:off x="10743266" y="459025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27" name="Rectangle 2426">
            <a:extLst>
              <a:ext uri="{FF2B5EF4-FFF2-40B4-BE49-F238E27FC236}">
                <a16:creationId xmlns:a16="http://schemas.microsoft.com/office/drawing/2014/main" id="{DCADE85C-EB19-FB97-30D5-F48F0E1BFBFC}"/>
              </a:ext>
            </a:extLst>
          </p:cNvPr>
          <p:cNvSpPr/>
          <p:nvPr/>
        </p:nvSpPr>
        <p:spPr>
          <a:xfrm>
            <a:off x="10650681" y="483891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8" name="Rectangle 2427">
            <a:extLst>
              <a:ext uri="{FF2B5EF4-FFF2-40B4-BE49-F238E27FC236}">
                <a16:creationId xmlns:a16="http://schemas.microsoft.com/office/drawing/2014/main" id="{60B7AEB7-C30A-9A94-162C-9F2048661F37}"/>
              </a:ext>
            </a:extLst>
          </p:cNvPr>
          <p:cNvSpPr/>
          <p:nvPr/>
        </p:nvSpPr>
        <p:spPr>
          <a:xfrm>
            <a:off x="10438150" y="483553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9" name="Rectangle 2428">
            <a:extLst>
              <a:ext uri="{FF2B5EF4-FFF2-40B4-BE49-F238E27FC236}">
                <a16:creationId xmlns:a16="http://schemas.microsoft.com/office/drawing/2014/main" id="{AAD92F65-B1D6-8436-C47E-862EE568EAA0}"/>
              </a:ext>
            </a:extLst>
          </p:cNvPr>
          <p:cNvSpPr/>
          <p:nvPr/>
        </p:nvSpPr>
        <p:spPr>
          <a:xfrm>
            <a:off x="10814932" y="483891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0" name="Rectangle 2429">
            <a:extLst>
              <a:ext uri="{FF2B5EF4-FFF2-40B4-BE49-F238E27FC236}">
                <a16:creationId xmlns:a16="http://schemas.microsoft.com/office/drawing/2014/main" id="{56BF2B81-7FBE-916C-E9CF-B0B3DF099C1B}"/>
              </a:ext>
            </a:extLst>
          </p:cNvPr>
          <p:cNvSpPr/>
          <p:nvPr/>
        </p:nvSpPr>
        <p:spPr>
          <a:xfrm>
            <a:off x="10649115" y="4838700"/>
            <a:ext cx="170227" cy="20296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1" name="Rectangle 2430">
            <a:extLst>
              <a:ext uri="{FF2B5EF4-FFF2-40B4-BE49-F238E27FC236}">
                <a16:creationId xmlns:a16="http://schemas.microsoft.com/office/drawing/2014/main" id="{3D7E9AB1-191D-68AF-B5A7-8F31E39ACEAC}"/>
              </a:ext>
            </a:extLst>
          </p:cNvPr>
          <p:cNvSpPr/>
          <p:nvPr/>
        </p:nvSpPr>
        <p:spPr>
          <a:xfrm>
            <a:off x="10436584" y="4834890"/>
            <a:ext cx="212329" cy="20539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C290D34-4D78-4249-FAB2-A1D0772ECBB7}"/>
              </a:ext>
            </a:extLst>
          </p:cNvPr>
          <p:cNvSpPr/>
          <p:nvPr/>
        </p:nvSpPr>
        <p:spPr>
          <a:xfrm>
            <a:off x="10813366" y="4842511"/>
            <a:ext cx="170227" cy="19915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86B6EC1-52D7-C306-B247-C681C7BACD99}"/>
              </a:ext>
            </a:extLst>
          </p:cNvPr>
          <p:cNvSpPr txBox="1"/>
          <p:nvPr/>
        </p:nvSpPr>
        <p:spPr>
          <a:xfrm>
            <a:off x="10423479" y="4851238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98F1BA7-C846-874F-81D7-7F26600B7BFE}"/>
              </a:ext>
            </a:extLst>
          </p:cNvPr>
          <p:cNvSpPr txBox="1"/>
          <p:nvPr/>
        </p:nvSpPr>
        <p:spPr>
          <a:xfrm>
            <a:off x="10366326" y="4703423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A5664E3-021C-5431-FFF1-0D1ADFB3074A}"/>
              </a:ext>
            </a:extLst>
          </p:cNvPr>
          <p:cNvSpPr txBox="1"/>
          <p:nvPr/>
        </p:nvSpPr>
        <p:spPr>
          <a:xfrm>
            <a:off x="10608638" y="470369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4AB73C5-4588-B4C4-1B49-D37C291A8EC2}"/>
              </a:ext>
            </a:extLst>
          </p:cNvPr>
          <p:cNvSpPr txBox="1"/>
          <p:nvPr/>
        </p:nvSpPr>
        <p:spPr>
          <a:xfrm>
            <a:off x="9864384" y="4621283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7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B62877E-AF37-95D7-0810-C29F3FCC4DF1}"/>
              </a:ext>
            </a:extLst>
          </p:cNvPr>
          <p:cNvSpPr txBox="1"/>
          <p:nvPr/>
        </p:nvSpPr>
        <p:spPr>
          <a:xfrm>
            <a:off x="10773738" y="470369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5D475D2D-A8AC-0070-6C67-83B95131ECB7}"/>
              </a:ext>
            </a:extLst>
          </p:cNvPr>
          <p:cNvSpPr/>
          <p:nvPr/>
        </p:nvSpPr>
        <p:spPr>
          <a:xfrm>
            <a:off x="9832070" y="5125031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A98922B9-E553-F60C-102F-8FC1F3AD1483}"/>
              </a:ext>
            </a:extLst>
          </p:cNvPr>
          <p:cNvSpPr/>
          <p:nvPr/>
        </p:nvSpPr>
        <p:spPr>
          <a:xfrm>
            <a:off x="9832071" y="5125029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785E8984-9A83-5D58-039A-EDDE0676FEAB}"/>
              </a:ext>
            </a:extLst>
          </p:cNvPr>
          <p:cNvSpPr/>
          <p:nvPr/>
        </p:nvSpPr>
        <p:spPr>
          <a:xfrm>
            <a:off x="10655697" y="513069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714A48D2-50AE-F29A-12AB-8C41295B2A4B}"/>
              </a:ext>
            </a:extLst>
          </p:cNvPr>
          <p:cNvSpPr/>
          <p:nvPr/>
        </p:nvSpPr>
        <p:spPr>
          <a:xfrm>
            <a:off x="10443166" y="512731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392F047-98B8-51D7-0A17-1722A53F88DA}"/>
              </a:ext>
            </a:extLst>
          </p:cNvPr>
          <p:cNvSpPr/>
          <p:nvPr/>
        </p:nvSpPr>
        <p:spPr>
          <a:xfrm>
            <a:off x="10819948" y="513069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E2165FE9-0D97-9F08-9142-EA3F59E5CE09}"/>
              </a:ext>
            </a:extLst>
          </p:cNvPr>
          <p:cNvSpPr/>
          <p:nvPr/>
        </p:nvSpPr>
        <p:spPr>
          <a:xfrm>
            <a:off x="10658080" y="523309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D10CAEBA-4736-6FEC-99B8-6163898B0C7B}"/>
              </a:ext>
            </a:extLst>
          </p:cNvPr>
          <p:cNvSpPr/>
          <p:nvPr/>
        </p:nvSpPr>
        <p:spPr>
          <a:xfrm>
            <a:off x="10445549" y="522970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8B95986-1E1D-42F1-FEDB-B6BAB57D4042}"/>
              </a:ext>
            </a:extLst>
          </p:cNvPr>
          <p:cNvSpPr/>
          <p:nvPr/>
        </p:nvSpPr>
        <p:spPr>
          <a:xfrm>
            <a:off x="10822331" y="523308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302CD6E-4AB3-A78B-204A-22A0F763A2D8}"/>
              </a:ext>
            </a:extLst>
          </p:cNvPr>
          <p:cNvSpPr txBox="1"/>
          <p:nvPr/>
        </p:nvSpPr>
        <p:spPr>
          <a:xfrm>
            <a:off x="10573196" y="509107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12FB9E3-D581-C0DF-A9BE-C7E39C0003F0}"/>
              </a:ext>
            </a:extLst>
          </p:cNvPr>
          <p:cNvSpPr txBox="1"/>
          <p:nvPr/>
        </p:nvSpPr>
        <p:spPr>
          <a:xfrm>
            <a:off x="10750439" y="508443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844E4DEB-4454-D632-A8CA-F7C8B3E5644C}"/>
              </a:ext>
            </a:extLst>
          </p:cNvPr>
          <p:cNvSpPr/>
          <p:nvPr/>
        </p:nvSpPr>
        <p:spPr>
          <a:xfrm>
            <a:off x="10657854" y="533310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05B6958-F37D-9BA9-86A5-C1D420D049FF}"/>
              </a:ext>
            </a:extLst>
          </p:cNvPr>
          <p:cNvSpPr/>
          <p:nvPr/>
        </p:nvSpPr>
        <p:spPr>
          <a:xfrm>
            <a:off x="10445323" y="532971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EA8D8ECF-7582-BF3A-3D0C-166685C4FFDA}"/>
              </a:ext>
            </a:extLst>
          </p:cNvPr>
          <p:cNvSpPr/>
          <p:nvPr/>
        </p:nvSpPr>
        <p:spPr>
          <a:xfrm>
            <a:off x="10822105" y="533309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5505B60-EA2B-7599-D59E-A1EA6C93469B}"/>
              </a:ext>
            </a:extLst>
          </p:cNvPr>
          <p:cNvSpPr/>
          <p:nvPr/>
        </p:nvSpPr>
        <p:spPr>
          <a:xfrm>
            <a:off x="10656288" y="5337810"/>
            <a:ext cx="170227" cy="19803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55ECF274-C0B4-706F-FA50-3ACE114DCA6C}"/>
              </a:ext>
            </a:extLst>
          </p:cNvPr>
          <p:cNvSpPr/>
          <p:nvPr/>
        </p:nvSpPr>
        <p:spPr>
          <a:xfrm>
            <a:off x="10443757" y="5341620"/>
            <a:ext cx="212329" cy="1928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C93FA96-C5A2-D98F-5BBD-20436C255AC8}"/>
              </a:ext>
            </a:extLst>
          </p:cNvPr>
          <p:cNvSpPr/>
          <p:nvPr/>
        </p:nvSpPr>
        <p:spPr>
          <a:xfrm>
            <a:off x="10820539" y="5337811"/>
            <a:ext cx="170227" cy="1980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0E1EE0B7-5AAA-5B4F-C6EF-8038B85C9E62}"/>
              </a:ext>
            </a:extLst>
          </p:cNvPr>
          <p:cNvSpPr txBox="1"/>
          <p:nvPr/>
        </p:nvSpPr>
        <p:spPr>
          <a:xfrm>
            <a:off x="10416544" y="535456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2D39AF9A-0D54-3EB3-88A7-48BE70D747F1}"/>
              </a:ext>
            </a:extLst>
          </p:cNvPr>
          <p:cNvSpPr txBox="1"/>
          <p:nvPr/>
        </p:nvSpPr>
        <p:spPr>
          <a:xfrm>
            <a:off x="10373499" y="5197607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C219804E-B977-0BB0-23D3-7352C84D2FF2}"/>
              </a:ext>
            </a:extLst>
          </p:cNvPr>
          <p:cNvSpPr txBox="1"/>
          <p:nvPr/>
        </p:nvSpPr>
        <p:spPr>
          <a:xfrm>
            <a:off x="106158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643BDD2-23EF-BAD8-4BD8-3F76820E6ABB}"/>
              </a:ext>
            </a:extLst>
          </p:cNvPr>
          <p:cNvSpPr txBox="1"/>
          <p:nvPr/>
        </p:nvSpPr>
        <p:spPr>
          <a:xfrm>
            <a:off x="9825932" y="511817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8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17E687E-A5EF-C0E3-0B06-CAC96FF80431}"/>
              </a:ext>
            </a:extLst>
          </p:cNvPr>
          <p:cNvSpPr txBox="1"/>
          <p:nvPr/>
        </p:nvSpPr>
        <p:spPr>
          <a:xfrm>
            <a:off x="107809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BA9FB8E-80E6-F77C-746C-F1C279242A90}"/>
              </a:ext>
            </a:extLst>
          </p:cNvPr>
          <p:cNvSpPr/>
          <p:nvPr/>
        </p:nvSpPr>
        <p:spPr>
          <a:xfrm>
            <a:off x="11030507" y="5409985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8" name="Isosceles Triangle 287">
            <a:extLst>
              <a:ext uri="{FF2B5EF4-FFF2-40B4-BE49-F238E27FC236}">
                <a16:creationId xmlns:a16="http://schemas.microsoft.com/office/drawing/2014/main" id="{3243D0E7-9EB3-EB7F-1C99-2FEAEDB6B401}"/>
              </a:ext>
            </a:extLst>
          </p:cNvPr>
          <p:cNvSpPr/>
          <p:nvPr/>
        </p:nvSpPr>
        <p:spPr>
          <a:xfrm rot="10800000">
            <a:off x="11060361" y="5442726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FAB14563-626D-7E38-EE4D-7234C454A247}"/>
              </a:ext>
            </a:extLst>
          </p:cNvPr>
          <p:cNvSpPr/>
          <p:nvPr/>
        </p:nvSpPr>
        <p:spPr>
          <a:xfrm>
            <a:off x="11029481" y="4284108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4A65796-765A-C723-5540-1391DF07D33C}"/>
              </a:ext>
            </a:extLst>
          </p:cNvPr>
          <p:cNvSpPr/>
          <p:nvPr/>
        </p:nvSpPr>
        <p:spPr>
          <a:xfrm>
            <a:off x="11030313" y="416081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1AD685B2-96BA-413B-92B2-922130A52800}"/>
              </a:ext>
            </a:extLst>
          </p:cNvPr>
          <p:cNvSpPr/>
          <p:nvPr/>
        </p:nvSpPr>
        <p:spPr>
          <a:xfrm>
            <a:off x="11060167" y="419355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DCF74751-E09F-7F50-7174-27E69B0AAA84}"/>
              </a:ext>
            </a:extLst>
          </p:cNvPr>
          <p:cNvSpPr/>
          <p:nvPr/>
        </p:nvSpPr>
        <p:spPr>
          <a:xfrm>
            <a:off x="11029688" y="4288078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A47A248-1730-7905-4D89-6F5E69248978}"/>
              </a:ext>
            </a:extLst>
          </p:cNvPr>
          <p:cNvSpPr/>
          <p:nvPr/>
        </p:nvSpPr>
        <p:spPr>
          <a:xfrm>
            <a:off x="4871914" y="41384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5B9BCC0-233C-EFC4-17ED-0921B59BD13E}"/>
              </a:ext>
            </a:extLst>
          </p:cNvPr>
          <p:cNvSpPr/>
          <p:nvPr/>
        </p:nvSpPr>
        <p:spPr>
          <a:xfrm>
            <a:off x="4871915" y="41384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7FE29E4-0B42-68FA-6894-C2048839E1A5}"/>
              </a:ext>
            </a:extLst>
          </p:cNvPr>
          <p:cNvSpPr/>
          <p:nvPr/>
        </p:nvSpPr>
        <p:spPr>
          <a:xfrm>
            <a:off x="5695541" y="41441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C6A1072-67B6-7727-A708-FA5EBBB218E4}"/>
              </a:ext>
            </a:extLst>
          </p:cNvPr>
          <p:cNvSpPr/>
          <p:nvPr/>
        </p:nvSpPr>
        <p:spPr>
          <a:xfrm>
            <a:off x="5483010" y="41407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C6F42ECB-2CDE-8DE6-D325-2CA21DC3502A}"/>
              </a:ext>
            </a:extLst>
          </p:cNvPr>
          <p:cNvSpPr/>
          <p:nvPr/>
        </p:nvSpPr>
        <p:spPr>
          <a:xfrm>
            <a:off x="5859792" y="41441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3B373978-309D-D374-B17E-09DBF848B6C7}"/>
              </a:ext>
            </a:extLst>
          </p:cNvPr>
          <p:cNvSpPr/>
          <p:nvPr/>
        </p:nvSpPr>
        <p:spPr>
          <a:xfrm>
            <a:off x="5697924" y="42465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E737C30-01C7-78C0-450F-EE2427E4E9A7}"/>
              </a:ext>
            </a:extLst>
          </p:cNvPr>
          <p:cNvSpPr/>
          <p:nvPr/>
        </p:nvSpPr>
        <p:spPr>
          <a:xfrm>
            <a:off x="5485393" y="42431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F4DD0440-7A1D-F6A9-C040-A80D53CDAD34}"/>
              </a:ext>
            </a:extLst>
          </p:cNvPr>
          <p:cNvSpPr/>
          <p:nvPr/>
        </p:nvSpPr>
        <p:spPr>
          <a:xfrm>
            <a:off x="5862175" y="42465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BFF2908E-6DF7-ED6E-B6CC-73503E74CBDF}"/>
              </a:ext>
            </a:extLst>
          </p:cNvPr>
          <p:cNvSpPr txBox="1"/>
          <p:nvPr/>
        </p:nvSpPr>
        <p:spPr>
          <a:xfrm>
            <a:off x="5613040" y="41045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D1554F9-876A-4900-CD61-6D3CC185B7A2}"/>
              </a:ext>
            </a:extLst>
          </p:cNvPr>
          <p:cNvSpPr/>
          <p:nvPr/>
        </p:nvSpPr>
        <p:spPr>
          <a:xfrm>
            <a:off x="5697698" y="43465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5DF8B6D-CCFB-8A41-6E33-F338006A4F0D}"/>
              </a:ext>
            </a:extLst>
          </p:cNvPr>
          <p:cNvSpPr/>
          <p:nvPr/>
        </p:nvSpPr>
        <p:spPr>
          <a:xfrm>
            <a:off x="5485167" y="43431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4EEC0F11-7202-A598-ED1D-6B661FC7F616}"/>
              </a:ext>
            </a:extLst>
          </p:cNvPr>
          <p:cNvSpPr/>
          <p:nvPr/>
        </p:nvSpPr>
        <p:spPr>
          <a:xfrm>
            <a:off x="5861949" y="43465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E4FB1E2-4E58-67A1-33E1-66DC4EE78449}"/>
              </a:ext>
            </a:extLst>
          </p:cNvPr>
          <p:cNvSpPr/>
          <p:nvPr/>
        </p:nvSpPr>
        <p:spPr>
          <a:xfrm>
            <a:off x="5696132" y="4351021"/>
            <a:ext cx="170227" cy="19827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E229F2B-2FB6-7F36-47EE-A6F590C6BBCD}"/>
              </a:ext>
            </a:extLst>
          </p:cNvPr>
          <p:cNvSpPr/>
          <p:nvPr/>
        </p:nvSpPr>
        <p:spPr>
          <a:xfrm>
            <a:off x="5483601" y="4351021"/>
            <a:ext cx="212329" cy="19690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4931105-B0B2-4530-FE12-C14C9813690E}"/>
              </a:ext>
            </a:extLst>
          </p:cNvPr>
          <p:cNvSpPr/>
          <p:nvPr/>
        </p:nvSpPr>
        <p:spPr>
          <a:xfrm>
            <a:off x="5860383" y="4358640"/>
            <a:ext cx="170227" cy="1906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5E12221-D63B-D466-C265-4A7623BB841F}"/>
              </a:ext>
            </a:extLst>
          </p:cNvPr>
          <p:cNvSpPr txBox="1"/>
          <p:nvPr/>
        </p:nvSpPr>
        <p:spPr>
          <a:xfrm>
            <a:off x="5462421" y="435708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4E28A948-AF80-354B-F8D6-F41BC6B7965F}"/>
              </a:ext>
            </a:extLst>
          </p:cNvPr>
          <p:cNvSpPr txBox="1"/>
          <p:nvPr/>
        </p:nvSpPr>
        <p:spPr>
          <a:xfrm>
            <a:off x="5413343" y="42110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B648C0A-C44C-0940-9E5A-BA3B2C324264}"/>
              </a:ext>
            </a:extLst>
          </p:cNvPr>
          <p:cNvSpPr txBox="1"/>
          <p:nvPr/>
        </p:nvSpPr>
        <p:spPr>
          <a:xfrm>
            <a:off x="56556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7A280B36-0047-0AF4-9B0D-CD94FE819A24}"/>
              </a:ext>
            </a:extLst>
          </p:cNvPr>
          <p:cNvSpPr txBox="1"/>
          <p:nvPr/>
        </p:nvSpPr>
        <p:spPr>
          <a:xfrm>
            <a:off x="4901481" y="4130279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1 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0F008B9C-E10E-FD8C-8B7A-08F6DE404A60}"/>
              </a:ext>
            </a:extLst>
          </p:cNvPr>
          <p:cNvSpPr txBox="1"/>
          <p:nvPr/>
        </p:nvSpPr>
        <p:spPr>
          <a:xfrm>
            <a:off x="58207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096CDF9C-E8CD-0FEA-F16C-3C4890230E5B}"/>
              </a:ext>
            </a:extLst>
          </p:cNvPr>
          <p:cNvSpPr/>
          <p:nvPr/>
        </p:nvSpPr>
        <p:spPr>
          <a:xfrm>
            <a:off x="4879087" y="4632666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37A710F0-AE8E-63F4-A277-49C9F2B427FD}"/>
              </a:ext>
            </a:extLst>
          </p:cNvPr>
          <p:cNvSpPr/>
          <p:nvPr/>
        </p:nvSpPr>
        <p:spPr>
          <a:xfrm>
            <a:off x="4879088" y="4632664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92204F47-8330-F2A1-3ECB-EABD744803D6}"/>
              </a:ext>
            </a:extLst>
          </p:cNvPr>
          <p:cNvSpPr/>
          <p:nvPr/>
        </p:nvSpPr>
        <p:spPr>
          <a:xfrm>
            <a:off x="5702714" y="463833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ED02EF52-B96F-879D-653E-3067E664549A}"/>
              </a:ext>
            </a:extLst>
          </p:cNvPr>
          <p:cNvSpPr/>
          <p:nvPr/>
        </p:nvSpPr>
        <p:spPr>
          <a:xfrm>
            <a:off x="5490183" y="463494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ABA9F59-23C9-61CB-14FE-8419B107778A}"/>
              </a:ext>
            </a:extLst>
          </p:cNvPr>
          <p:cNvSpPr/>
          <p:nvPr/>
        </p:nvSpPr>
        <p:spPr>
          <a:xfrm>
            <a:off x="5866965" y="463833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AC4CE7F7-455E-ED93-96C6-0AD2BCB8D6D4}"/>
              </a:ext>
            </a:extLst>
          </p:cNvPr>
          <p:cNvSpPr/>
          <p:nvPr/>
        </p:nvSpPr>
        <p:spPr>
          <a:xfrm>
            <a:off x="5705097" y="474072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4D516ED-4B87-5691-A12B-C1B9B7F72781}"/>
              </a:ext>
            </a:extLst>
          </p:cNvPr>
          <p:cNvSpPr/>
          <p:nvPr/>
        </p:nvSpPr>
        <p:spPr>
          <a:xfrm>
            <a:off x="5492566" y="473733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0" name="Rectangle 1599">
            <a:extLst>
              <a:ext uri="{FF2B5EF4-FFF2-40B4-BE49-F238E27FC236}">
                <a16:creationId xmlns:a16="http://schemas.microsoft.com/office/drawing/2014/main" id="{CF646ED4-0AEE-D8FB-1CC1-16C932B2197A}"/>
              </a:ext>
            </a:extLst>
          </p:cNvPr>
          <p:cNvSpPr/>
          <p:nvPr/>
        </p:nvSpPr>
        <p:spPr>
          <a:xfrm>
            <a:off x="5869348" y="474072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794B9C19-31BE-572D-D09B-139D0AB5814B}"/>
              </a:ext>
            </a:extLst>
          </p:cNvPr>
          <p:cNvSpPr txBox="1"/>
          <p:nvPr/>
        </p:nvSpPr>
        <p:spPr>
          <a:xfrm>
            <a:off x="5620213" y="459870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602" name="Rectangle 1601">
            <a:extLst>
              <a:ext uri="{FF2B5EF4-FFF2-40B4-BE49-F238E27FC236}">
                <a16:creationId xmlns:a16="http://schemas.microsoft.com/office/drawing/2014/main" id="{63A7B8D1-622E-BA3C-CEAD-2FFD84EB0C8A}"/>
              </a:ext>
            </a:extLst>
          </p:cNvPr>
          <p:cNvSpPr/>
          <p:nvPr/>
        </p:nvSpPr>
        <p:spPr>
          <a:xfrm>
            <a:off x="5704871" y="484073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81D26026-2EF9-F755-AD35-9635FE265C17}"/>
              </a:ext>
            </a:extLst>
          </p:cNvPr>
          <p:cNvSpPr/>
          <p:nvPr/>
        </p:nvSpPr>
        <p:spPr>
          <a:xfrm>
            <a:off x="5492340" y="483734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6B79A30F-F011-DF3C-2CCA-174AED0312F2}"/>
              </a:ext>
            </a:extLst>
          </p:cNvPr>
          <p:cNvSpPr/>
          <p:nvPr/>
        </p:nvSpPr>
        <p:spPr>
          <a:xfrm>
            <a:off x="5869122" y="484073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CE7EB64A-4099-A65B-E2A1-2F5071649D70}"/>
              </a:ext>
            </a:extLst>
          </p:cNvPr>
          <p:cNvSpPr/>
          <p:nvPr/>
        </p:nvSpPr>
        <p:spPr>
          <a:xfrm>
            <a:off x="5703305" y="4838701"/>
            <a:ext cx="170227" cy="20478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3935BFA5-CFDE-DCA4-AC04-AF051D780788}"/>
              </a:ext>
            </a:extLst>
          </p:cNvPr>
          <p:cNvSpPr/>
          <p:nvPr/>
        </p:nvSpPr>
        <p:spPr>
          <a:xfrm>
            <a:off x="5490774" y="4842511"/>
            <a:ext cx="212329" cy="19959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6A41FC4C-CE81-B597-DB24-FEB983D99D82}"/>
              </a:ext>
            </a:extLst>
          </p:cNvPr>
          <p:cNvSpPr/>
          <p:nvPr/>
        </p:nvSpPr>
        <p:spPr>
          <a:xfrm>
            <a:off x="5867556" y="4834890"/>
            <a:ext cx="170227" cy="20859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5BAE2D2F-DCFC-DD69-8839-C9E6F9911738}"/>
              </a:ext>
            </a:extLst>
          </p:cNvPr>
          <p:cNvSpPr txBox="1"/>
          <p:nvPr/>
        </p:nvSpPr>
        <p:spPr>
          <a:xfrm>
            <a:off x="5463466" y="485079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4D3C6323-73A2-3460-540A-C71B9C2A1CDE}"/>
              </a:ext>
            </a:extLst>
          </p:cNvPr>
          <p:cNvSpPr txBox="1"/>
          <p:nvPr/>
        </p:nvSpPr>
        <p:spPr>
          <a:xfrm>
            <a:off x="5420516" y="4705242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195CD9D1-210F-08B3-98A8-08203CEBB8FA}"/>
              </a:ext>
            </a:extLst>
          </p:cNvPr>
          <p:cNvSpPr txBox="1"/>
          <p:nvPr/>
        </p:nvSpPr>
        <p:spPr>
          <a:xfrm>
            <a:off x="5662828" y="470551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AF1D876-8811-8A2B-51CF-6C6CA0F32DEF}"/>
              </a:ext>
            </a:extLst>
          </p:cNvPr>
          <p:cNvSpPr txBox="1"/>
          <p:nvPr/>
        </p:nvSpPr>
        <p:spPr>
          <a:xfrm>
            <a:off x="4879013" y="4623845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2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0B895BB4-CEDF-3ECD-1EB2-3F84A98E837B}"/>
              </a:ext>
            </a:extLst>
          </p:cNvPr>
          <p:cNvSpPr txBox="1"/>
          <p:nvPr/>
        </p:nvSpPr>
        <p:spPr>
          <a:xfrm>
            <a:off x="5827928" y="470551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4E1E41CB-58D1-14CE-7DFB-B28296C06E8A}"/>
              </a:ext>
            </a:extLst>
          </p:cNvPr>
          <p:cNvSpPr txBox="1"/>
          <p:nvPr/>
        </p:nvSpPr>
        <p:spPr>
          <a:xfrm>
            <a:off x="8460267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3 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1573DAFB-3029-595D-937D-BF379043CD8C}"/>
              </a:ext>
            </a:extLst>
          </p:cNvPr>
          <p:cNvSpPr txBox="1"/>
          <p:nvPr/>
        </p:nvSpPr>
        <p:spPr>
          <a:xfrm>
            <a:off x="9881301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6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F17503-1B94-1E66-2959-019913FF0F6D}"/>
              </a:ext>
            </a:extLst>
          </p:cNvPr>
          <p:cNvSpPr/>
          <p:nvPr/>
        </p:nvSpPr>
        <p:spPr>
          <a:xfrm>
            <a:off x="6586051" y="4434774"/>
            <a:ext cx="185186" cy="13603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C4AC30E-6948-47F9-3D98-8415CC6434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210" r="4477" b="13174"/>
          <a:stretch/>
        </p:blipFill>
        <p:spPr>
          <a:xfrm>
            <a:off x="6734725" y="4314257"/>
            <a:ext cx="1255774" cy="2462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74B0C0B-E3BD-A61D-8648-21DC2ABF4B62}"/>
              </a:ext>
            </a:extLst>
          </p:cNvPr>
          <p:cNvSpPr/>
          <p:nvPr/>
        </p:nvSpPr>
        <p:spPr>
          <a:xfrm>
            <a:off x="6665385" y="4540892"/>
            <a:ext cx="185186" cy="136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5E1C1B-EF6D-1CF4-C4AF-8D534AFDE212}"/>
              </a:ext>
            </a:extLst>
          </p:cNvPr>
          <p:cNvSpPr txBox="1"/>
          <p:nvPr/>
        </p:nvSpPr>
        <p:spPr>
          <a:xfrm>
            <a:off x="6642129" y="4485796"/>
            <a:ext cx="185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+</a:t>
            </a:r>
          </a:p>
        </p:txBody>
      </p:sp>
      <p:sp>
        <p:nvSpPr>
          <p:cNvPr id="1401" name="Arrow: Right 1400">
            <a:extLst>
              <a:ext uri="{FF2B5EF4-FFF2-40B4-BE49-F238E27FC236}">
                <a16:creationId xmlns:a16="http://schemas.microsoft.com/office/drawing/2014/main" id="{6004EA0B-ABFB-43FC-3781-739B0B04276B}"/>
              </a:ext>
            </a:extLst>
          </p:cNvPr>
          <p:cNvSpPr/>
          <p:nvPr/>
        </p:nvSpPr>
        <p:spPr>
          <a:xfrm rot="13586053">
            <a:off x="6455630" y="4296203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EBDD3E-9BCB-4B4B-633B-274BF8CA16BB}"/>
              </a:ext>
            </a:extLst>
          </p:cNvPr>
          <p:cNvSpPr/>
          <p:nvPr/>
        </p:nvSpPr>
        <p:spPr>
          <a:xfrm>
            <a:off x="6921500" y="303482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F2A02A-C2AC-47F5-F596-FF32BD38AB74}"/>
              </a:ext>
            </a:extLst>
          </p:cNvPr>
          <p:cNvSpPr/>
          <p:nvPr/>
        </p:nvSpPr>
        <p:spPr>
          <a:xfrm>
            <a:off x="7710043" y="3034823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8BAC70D-E876-19E4-FFD3-8839F45AD6C1}"/>
              </a:ext>
            </a:extLst>
          </p:cNvPr>
          <p:cNvSpPr/>
          <p:nvPr/>
        </p:nvSpPr>
        <p:spPr>
          <a:xfrm>
            <a:off x="6921500" y="2914174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5930F0F-1063-249D-09E0-84A4C69D9570}"/>
              </a:ext>
            </a:extLst>
          </p:cNvPr>
          <p:cNvSpPr/>
          <p:nvPr/>
        </p:nvSpPr>
        <p:spPr>
          <a:xfrm>
            <a:off x="6921500" y="340146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48F7D44C-4E3A-A9C9-47D6-3DDB1B08C980}"/>
              </a:ext>
            </a:extLst>
          </p:cNvPr>
          <p:cNvSpPr/>
          <p:nvPr/>
        </p:nvSpPr>
        <p:spPr>
          <a:xfrm>
            <a:off x="7710044" y="3037154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AA489694-8BDB-55B3-A731-5BB7AC913923}"/>
              </a:ext>
            </a:extLst>
          </p:cNvPr>
          <p:cNvSpPr/>
          <p:nvPr/>
        </p:nvSpPr>
        <p:spPr>
          <a:xfrm>
            <a:off x="7710043" y="3157833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49440FC2-4D13-A151-7D4E-4CFDC4D9F050}"/>
              </a:ext>
            </a:extLst>
          </p:cNvPr>
          <p:cNvSpPr/>
          <p:nvPr/>
        </p:nvSpPr>
        <p:spPr>
          <a:xfrm>
            <a:off x="7710043" y="3278512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146A8CDD-2850-8AA7-4F21-721C00BA6928}"/>
              </a:ext>
            </a:extLst>
          </p:cNvPr>
          <p:cNvSpPr txBox="1"/>
          <p:nvPr/>
        </p:nvSpPr>
        <p:spPr>
          <a:xfrm>
            <a:off x="7246990" y="336215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0CB84A6-6821-1DAC-A132-19803F5BF1A4}"/>
              </a:ext>
            </a:extLst>
          </p:cNvPr>
          <p:cNvCxnSpPr>
            <a:cxnSpLocks/>
          </p:cNvCxnSpPr>
          <p:nvPr/>
        </p:nvCxnSpPr>
        <p:spPr>
          <a:xfrm>
            <a:off x="7116028" y="340146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C27378B-6351-CD11-55D7-697EFE9E2B04}"/>
              </a:ext>
            </a:extLst>
          </p:cNvPr>
          <p:cNvCxnSpPr>
            <a:cxnSpLocks/>
          </p:cNvCxnSpPr>
          <p:nvPr/>
        </p:nvCxnSpPr>
        <p:spPr>
          <a:xfrm>
            <a:off x="7297003" y="340147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80B0697-FFEF-8054-32B7-24286F1DBE9E}"/>
              </a:ext>
            </a:extLst>
          </p:cNvPr>
          <p:cNvCxnSpPr>
            <a:cxnSpLocks/>
          </p:cNvCxnSpPr>
          <p:nvPr/>
        </p:nvCxnSpPr>
        <p:spPr>
          <a:xfrm>
            <a:off x="7427970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402AB65-271F-3C04-C8BA-859A7D964CA5}"/>
              </a:ext>
            </a:extLst>
          </p:cNvPr>
          <p:cNvCxnSpPr>
            <a:cxnSpLocks/>
          </p:cNvCxnSpPr>
          <p:nvPr/>
        </p:nvCxnSpPr>
        <p:spPr>
          <a:xfrm>
            <a:off x="7556554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A7C271D4-3203-37FC-94AA-C5BC3AE5D9DF}"/>
              </a:ext>
            </a:extLst>
          </p:cNvPr>
          <p:cNvSpPr txBox="1"/>
          <p:nvPr/>
        </p:nvSpPr>
        <p:spPr>
          <a:xfrm>
            <a:off x="7630261" y="3021688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FE307346-B1FA-EA6C-CF18-14526CDBF82D}"/>
              </a:ext>
            </a:extLst>
          </p:cNvPr>
          <p:cNvSpPr txBox="1"/>
          <p:nvPr/>
        </p:nvSpPr>
        <p:spPr>
          <a:xfrm>
            <a:off x="7669716" y="3141474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4A4A3DF-C27F-F499-3F1E-71E00D2106B9}"/>
              </a:ext>
            </a:extLst>
          </p:cNvPr>
          <p:cNvSpPr txBox="1"/>
          <p:nvPr/>
        </p:nvSpPr>
        <p:spPr>
          <a:xfrm>
            <a:off x="7640048" y="3263728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FECE7F9-4515-BCC6-DDA0-72BBC2EC6B97}"/>
              </a:ext>
            </a:extLst>
          </p:cNvPr>
          <p:cNvSpPr txBox="1"/>
          <p:nvPr/>
        </p:nvSpPr>
        <p:spPr>
          <a:xfrm>
            <a:off x="7701549" y="3378864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15" name="Rectangle 1614">
            <a:extLst>
              <a:ext uri="{FF2B5EF4-FFF2-40B4-BE49-F238E27FC236}">
                <a16:creationId xmlns:a16="http://schemas.microsoft.com/office/drawing/2014/main" id="{2EDA0917-7B53-C495-43D1-634EA137C0B4}"/>
              </a:ext>
            </a:extLst>
          </p:cNvPr>
          <p:cNvSpPr/>
          <p:nvPr/>
        </p:nvSpPr>
        <p:spPr>
          <a:xfrm>
            <a:off x="7710043" y="3404915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62AC21E3-2242-43BB-2F21-A029D2840963}"/>
              </a:ext>
            </a:extLst>
          </p:cNvPr>
          <p:cNvSpPr/>
          <p:nvPr/>
        </p:nvSpPr>
        <p:spPr>
          <a:xfrm>
            <a:off x="7933694" y="315726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8F8AACDD-7A87-8C5F-00A8-FC52B333106A}"/>
              </a:ext>
            </a:extLst>
          </p:cNvPr>
          <p:cNvSpPr/>
          <p:nvPr/>
        </p:nvSpPr>
        <p:spPr>
          <a:xfrm>
            <a:off x="7933692" y="328109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3EFC2D66-78E9-F8A8-6F5B-1D01C30F17BF}"/>
              </a:ext>
            </a:extLst>
          </p:cNvPr>
          <p:cNvSpPr txBox="1"/>
          <p:nvPr/>
        </p:nvSpPr>
        <p:spPr>
          <a:xfrm>
            <a:off x="7927734" y="314405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19" name="Rectangle 1618">
            <a:extLst>
              <a:ext uri="{FF2B5EF4-FFF2-40B4-BE49-F238E27FC236}">
                <a16:creationId xmlns:a16="http://schemas.microsoft.com/office/drawing/2014/main" id="{ADB934A1-C893-9ECF-B86B-A7C143CDCCE5}"/>
              </a:ext>
            </a:extLst>
          </p:cNvPr>
          <p:cNvSpPr/>
          <p:nvPr/>
        </p:nvSpPr>
        <p:spPr>
          <a:xfrm>
            <a:off x="7936866" y="291445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0" name="Rectangle 1619">
            <a:extLst>
              <a:ext uri="{FF2B5EF4-FFF2-40B4-BE49-F238E27FC236}">
                <a16:creationId xmlns:a16="http://schemas.microsoft.com/office/drawing/2014/main" id="{59EDB710-26D5-0C7D-DE7B-57B7CEA62B66}"/>
              </a:ext>
            </a:extLst>
          </p:cNvPr>
          <p:cNvSpPr/>
          <p:nvPr/>
        </p:nvSpPr>
        <p:spPr>
          <a:xfrm>
            <a:off x="8069229" y="291394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1" name="Rectangle 1620">
            <a:extLst>
              <a:ext uri="{FF2B5EF4-FFF2-40B4-BE49-F238E27FC236}">
                <a16:creationId xmlns:a16="http://schemas.microsoft.com/office/drawing/2014/main" id="{52CE91A6-CF49-C858-5BD4-2961DF7CC78F}"/>
              </a:ext>
            </a:extLst>
          </p:cNvPr>
          <p:cNvSpPr/>
          <p:nvPr/>
        </p:nvSpPr>
        <p:spPr>
          <a:xfrm>
            <a:off x="7710016" y="2914157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2" name="Rectangle 1621">
            <a:extLst>
              <a:ext uri="{FF2B5EF4-FFF2-40B4-BE49-F238E27FC236}">
                <a16:creationId xmlns:a16="http://schemas.microsoft.com/office/drawing/2014/main" id="{5175DCD7-DA41-5DA0-ACC8-927CCEDB08AF}"/>
              </a:ext>
            </a:extLst>
          </p:cNvPr>
          <p:cNvSpPr/>
          <p:nvPr/>
        </p:nvSpPr>
        <p:spPr>
          <a:xfrm>
            <a:off x="8069605" y="315820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3" name="Rectangle 1622">
            <a:extLst>
              <a:ext uri="{FF2B5EF4-FFF2-40B4-BE49-F238E27FC236}">
                <a16:creationId xmlns:a16="http://schemas.microsoft.com/office/drawing/2014/main" id="{A12BB07D-32AE-28A7-B4A7-8C9197994737}"/>
              </a:ext>
            </a:extLst>
          </p:cNvPr>
          <p:cNvSpPr/>
          <p:nvPr/>
        </p:nvSpPr>
        <p:spPr>
          <a:xfrm>
            <a:off x="8068598" y="328132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4" name="Rectangle 1623">
            <a:extLst>
              <a:ext uri="{FF2B5EF4-FFF2-40B4-BE49-F238E27FC236}">
                <a16:creationId xmlns:a16="http://schemas.microsoft.com/office/drawing/2014/main" id="{917537B5-DB07-06A9-7A1C-0C0E3B589DD8}"/>
              </a:ext>
            </a:extLst>
          </p:cNvPr>
          <p:cNvSpPr/>
          <p:nvPr/>
        </p:nvSpPr>
        <p:spPr>
          <a:xfrm>
            <a:off x="7936838" y="3035897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382CB13B-3838-BA79-FB34-CEF333EB4055}"/>
              </a:ext>
            </a:extLst>
          </p:cNvPr>
          <p:cNvSpPr txBox="1"/>
          <p:nvPr/>
        </p:nvSpPr>
        <p:spPr>
          <a:xfrm>
            <a:off x="7866110" y="2897849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26" name="TextBox 1625">
            <a:extLst>
              <a:ext uri="{FF2B5EF4-FFF2-40B4-BE49-F238E27FC236}">
                <a16:creationId xmlns:a16="http://schemas.microsoft.com/office/drawing/2014/main" id="{B6876FB0-8D2E-918C-8085-0902CE07BE83}"/>
              </a:ext>
            </a:extLst>
          </p:cNvPr>
          <p:cNvSpPr txBox="1"/>
          <p:nvPr/>
        </p:nvSpPr>
        <p:spPr>
          <a:xfrm>
            <a:off x="7938329" y="3019950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27" name="TextBox 1626">
            <a:extLst>
              <a:ext uri="{FF2B5EF4-FFF2-40B4-BE49-F238E27FC236}">
                <a16:creationId xmlns:a16="http://schemas.microsoft.com/office/drawing/2014/main" id="{28AF881E-D2C6-8234-32A2-AA3DD7E794BE}"/>
              </a:ext>
            </a:extLst>
          </p:cNvPr>
          <p:cNvSpPr txBox="1"/>
          <p:nvPr/>
        </p:nvSpPr>
        <p:spPr>
          <a:xfrm>
            <a:off x="8002140" y="2898016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5543154B-D1DF-16B1-C835-31519E8E0CF6}"/>
              </a:ext>
            </a:extLst>
          </p:cNvPr>
          <p:cNvSpPr txBox="1"/>
          <p:nvPr/>
        </p:nvSpPr>
        <p:spPr>
          <a:xfrm>
            <a:off x="8063148" y="314249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B11AEF29-2D2E-66D6-CBE3-D9ECC244518B}"/>
              </a:ext>
            </a:extLst>
          </p:cNvPr>
          <p:cNvSpPr txBox="1"/>
          <p:nvPr/>
        </p:nvSpPr>
        <p:spPr>
          <a:xfrm>
            <a:off x="6858616" y="3000343"/>
            <a:ext cx="872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Yield strength</a:t>
            </a:r>
          </a:p>
        </p:txBody>
      </p:sp>
      <p:sp>
        <p:nvSpPr>
          <p:cNvPr id="1630" name="Rectangle 1629">
            <a:extLst>
              <a:ext uri="{FF2B5EF4-FFF2-40B4-BE49-F238E27FC236}">
                <a16:creationId xmlns:a16="http://schemas.microsoft.com/office/drawing/2014/main" id="{4E1C457D-A408-2B3B-F947-7D899A2E77CA}"/>
              </a:ext>
            </a:extLst>
          </p:cNvPr>
          <p:cNvSpPr/>
          <p:nvPr/>
        </p:nvSpPr>
        <p:spPr>
          <a:xfrm>
            <a:off x="8541726" y="303520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1" name="Rectangle 1630">
            <a:extLst>
              <a:ext uri="{FF2B5EF4-FFF2-40B4-BE49-F238E27FC236}">
                <a16:creationId xmlns:a16="http://schemas.microsoft.com/office/drawing/2014/main" id="{3E655964-0209-A138-DFD6-4D5FBB2C1638}"/>
              </a:ext>
            </a:extLst>
          </p:cNvPr>
          <p:cNvSpPr/>
          <p:nvPr/>
        </p:nvSpPr>
        <p:spPr>
          <a:xfrm>
            <a:off x="9330269" y="30352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F2D5721D-4CA7-C383-A4FC-279C6042FF38}"/>
              </a:ext>
            </a:extLst>
          </p:cNvPr>
          <p:cNvSpPr/>
          <p:nvPr/>
        </p:nvSpPr>
        <p:spPr>
          <a:xfrm>
            <a:off x="8541726" y="291455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60CE0A91-CD91-D782-EE81-6C455966A028}"/>
              </a:ext>
            </a:extLst>
          </p:cNvPr>
          <p:cNvSpPr/>
          <p:nvPr/>
        </p:nvSpPr>
        <p:spPr>
          <a:xfrm>
            <a:off x="8541726" y="340185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94A72900-2E5A-9234-ABB8-109B2E895A61}"/>
              </a:ext>
            </a:extLst>
          </p:cNvPr>
          <p:cNvSpPr/>
          <p:nvPr/>
        </p:nvSpPr>
        <p:spPr>
          <a:xfrm>
            <a:off x="9330270" y="30375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11CE3C11-C10A-10B9-F68D-A64155E31C50}"/>
              </a:ext>
            </a:extLst>
          </p:cNvPr>
          <p:cNvSpPr/>
          <p:nvPr/>
        </p:nvSpPr>
        <p:spPr>
          <a:xfrm>
            <a:off x="9330269" y="31582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FF8FC87C-8242-A9A8-4707-9528EBB2217C}"/>
              </a:ext>
            </a:extLst>
          </p:cNvPr>
          <p:cNvSpPr/>
          <p:nvPr/>
        </p:nvSpPr>
        <p:spPr>
          <a:xfrm>
            <a:off x="9330269" y="32788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674AFFD2-C790-1C7F-5284-5A74F1084CD6}"/>
              </a:ext>
            </a:extLst>
          </p:cNvPr>
          <p:cNvSpPr txBox="1"/>
          <p:nvPr/>
        </p:nvSpPr>
        <p:spPr>
          <a:xfrm>
            <a:off x="8867216" y="33625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43" name="Straight Connector 1642">
            <a:extLst>
              <a:ext uri="{FF2B5EF4-FFF2-40B4-BE49-F238E27FC236}">
                <a16:creationId xmlns:a16="http://schemas.microsoft.com/office/drawing/2014/main" id="{E477C084-12B1-A921-A9CC-E0B84FD1B69E}"/>
              </a:ext>
            </a:extLst>
          </p:cNvPr>
          <p:cNvCxnSpPr>
            <a:cxnSpLocks/>
          </p:cNvCxnSpPr>
          <p:nvPr/>
        </p:nvCxnSpPr>
        <p:spPr>
          <a:xfrm>
            <a:off x="8736254" y="340185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4" name="Straight Connector 1643">
            <a:extLst>
              <a:ext uri="{FF2B5EF4-FFF2-40B4-BE49-F238E27FC236}">
                <a16:creationId xmlns:a16="http://schemas.microsoft.com/office/drawing/2014/main" id="{59257AE8-C12F-30CD-FAEC-D9524ABDA9C7}"/>
              </a:ext>
            </a:extLst>
          </p:cNvPr>
          <p:cNvCxnSpPr>
            <a:cxnSpLocks/>
          </p:cNvCxnSpPr>
          <p:nvPr/>
        </p:nvCxnSpPr>
        <p:spPr>
          <a:xfrm>
            <a:off x="8917229" y="34018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5" name="Straight Connector 1644">
            <a:extLst>
              <a:ext uri="{FF2B5EF4-FFF2-40B4-BE49-F238E27FC236}">
                <a16:creationId xmlns:a16="http://schemas.microsoft.com/office/drawing/2014/main" id="{8B022D22-B6CD-E4DA-E67C-45584CC5CAFB}"/>
              </a:ext>
            </a:extLst>
          </p:cNvPr>
          <p:cNvCxnSpPr>
            <a:cxnSpLocks/>
          </p:cNvCxnSpPr>
          <p:nvPr/>
        </p:nvCxnSpPr>
        <p:spPr>
          <a:xfrm>
            <a:off x="9048196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9C40019F-7613-4D70-331A-F719B6357B1E}"/>
              </a:ext>
            </a:extLst>
          </p:cNvPr>
          <p:cNvCxnSpPr>
            <a:cxnSpLocks/>
          </p:cNvCxnSpPr>
          <p:nvPr/>
        </p:nvCxnSpPr>
        <p:spPr>
          <a:xfrm>
            <a:off x="9176780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7" name="TextBox 1646">
            <a:extLst>
              <a:ext uri="{FF2B5EF4-FFF2-40B4-BE49-F238E27FC236}">
                <a16:creationId xmlns:a16="http://schemas.microsoft.com/office/drawing/2014/main" id="{A8CB9BD6-A8E7-8200-EA29-62F19C6F7F24}"/>
              </a:ext>
            </a:extLst>
          </p:cNvPr>
          <p:cNvSpPr txBox="1"/>
          <p:nvPr/>
        </p:nvSpPr>
        <p:spPr>
          <a:xfrm>
            <a:off x="9250487" y="30220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A6CE2CCD-8C79-9368-4A43-9CB0C8CE94C0}"/>
              </a:ext>
            </a:extLst>
          </p:cNvPr>
          <p:cNvSpPr txBox="1"/>
          <p:nvPr/>
        </p:nvSpPr>
        <p:spPr>
          <a:xfrm>
            <a:off x="9289942" y="31418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F9BD9C10-AAE4-0E4B-0F49-78EEC1F1CD20}"/>
              </a:ext>
            </a:extLst>
          </p:cNvPr>
          <p:cNvSpPr txBox="1"/>
          <p:nvPr/>
        </p:nvSpPr>
        <p:spPr>
          <a:xfrm>
            <a:off x="9260274" y="32641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3E303B07-B601-705A-1B3F-B5112683390E}"/>
              </a:ext>
            </a:extLst>
          </p:cNvPr>
          <p:cNvSpPr txBox="1"/>
          <p:nvPr/>
        </p:nvSpPr>
        <p:spPr>
          <a:xfrm>
            <a:off x="9321775" y="33792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5A2FE7AE-773E-60CD-1B08-171506F79099}"/>
              </a:ext>
            </a:extLst>
          </p:cNvPr>
          <p:cNvSpPr/>
          <p:nvPr/>
        </p:nvSpPr>
        <p:spPr>
          <a:xfrm>
            <a:off x="9330269" y="34053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2" name="Rectangle 1651">
            <a:extLst>
              <a:ext uri="{FF2B5EF4-FFF2-40B4-BE49-F238E27FC236}">
                <a16:creationId xmlns:a16="http://schemas.microsoft.com/office/drawing/2014/main" id="{6F7C926B-E5EE-9AB9-F3E9-BEDDAF4CDA86}"/>
              </a:ext>
            </a:extLst>
          </p:cNvPr>
          <p:cNvSpPr/>
          <p:nvPr/>
        </p:nvSpPr>
        <p:spPr>
          <a:xfrm>
            <a:off x="9553920" y="315764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3" name="Rectangle 1652">
            <a:extLst>
              <a:ext uri="{FF2B5EF4-FFF2-40B4-BE49-F238E27FC236}">
                <a16:creationId xmlns:a16="http://schemas.microsoft.com/office/drawing/2014/main" id="{29FB4CCF-E723-4FB2-DE42-4082D21341F1}"/>
              </a:ext>
            </a:extLst>
          </p:cNvPr>
          <p:cNvSpPr/>
          <p:nvPr/>
        </p:nvSpPr>
        <p:spPr>
          <a:xfrm>
            <a:off x="9553918" y="32814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47A919DC-ABAE-7FAB-27DB-0BF5C0A1E9F8}"/>
              </a:ext>
            </a:extLst>
          </p:cNvPr>
          <p:cNvSpPr txBox="1"/>
          <p:nvPr/>
        </p:nvSpPr>
        <p:spPr>
          <a:xfrm>
            <a:off x="9547960" y="31444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55" name="Rectangle 1654">
            <a:extLst>
              <a:ext uri="{FF2B5EF4-FFF2-40B4-BE49-F238E27FC236}">
                <a16:creationId xmlns:a16="http://schemas.microsoft.com/office/drawing/2014/main" id="{A5867E08-2E4E-9B09-E2CC-D873D1A07914}"/>
              </a:ext>
            </a:extLst>
          </p:cNvPr>
          <p:cNvSpPr/>
          <p:nvPr/>
        </p:nvSpPr>
        <p:spPr>
          <a:xfrm>
            <a:off x="9557092" y="29148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888B79E4-CFC3-CB7B-6D8F-1B9BCDB0AD3F}"/>
              </a:ext>
            </a:extLst>
          </p:cNvPr>
          <p:cNvSpPr/>
          <p:nvPr/>
        </p:nvSpPr>
        <p:spPr>
          <a:xfrm>
            <a:off x="9689455" y="29143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7" name="Rectangle 1656">
            <a:extLst>
              <a:ext uri="{FF2B5EF4-FFF2-40B4-BE49-F238E27FC236}">
                <a16:creationId xmlns:a16="http://schemas.microsoft.com/office/drawing/2014/main" id="{8733D4A7-CE43-3228-1089-0C6E8BD93B3C}"/>
              </a:ext>
            </a:extLst>
          </p:cNvPr>
          <p:cNvSpPr/>
          <p:nvPr/>
        </p:nvSpPr>
        <p:spPr>
          <a:xfrm>
            <a:off x="9330242" y="29145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CB89446C-FB32-904C-8047-FAA3A4F408EA}"/>
              </a:ext>
            </a:extLst>
          </p:cNvPr>
          <p:cNvSpPr/>
          <p:nvPr/>
        </p:nvSpPr>
        <p:spPr>
          <a:xfrm>
            <a:off x="9689831" y="31585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80E1DBAC-FC97-55EB-9130-C02F9E3F33BA}"/>
              </a:ext>
            </a:extLst>
          </p:cNvPr>
          <p:cNvSpPr/>
          <p:nvPr/>
        </p:nvSpPr>
        <p:spPr>
          <a:xfrm>
            <a:off x="9688824" y="32817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0" name="Rectangle 1659">
            <a:extLst>
              <a:ext uri="{FF2B5EF4-FFF2-40B4-BE49-F238E27FC236}">
                <a16:creationId xmlns:a16="http://schemas.microsoft.com/office/drawing/2014/main" id="{46FBB33E-0DDC-90B7-97C4-8CC6BF2BB8B0}"/>
              </a:ext>
            </a:extLst>
          </p:cNvPr>
          <p:cNvSpPr/>
          <p:nvPr/>
        </p:nvSpPr>
        <p:spPr>
          <a:xfrm>
            <a:off x="9557064" y="30362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DD0AF904-24F1-3C63-70AC-C13485E7150A}"/>
              </a:ext>
            </a:extLst>
          </p:cNvPr>
          <p:cNvSpPr txBox="1"/>
          <p:nvPr/>
        </p:nvSpPr>
        <p:spPr>
          <a:xfrm>
            <a:off x="9486336" y="28982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AE3B9959-EE99-0259-A018-B4C2C7224190}"/>
              </a:ext>
            </a:extLst>
          </p:cNvPr>
          <p:cNvSpPr txBox="1"/>
          <p:nvPr/>
        </p:nvSpPr>
        <p:spPr>
          <a:xfrm>
            <a:off x="9558555" y="30203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BD97397D-8691-17E1-289C-63A1D0DC5DC0}"/>
              </a:ext>
            </a:extLst>
          </p:cNvPr>
          <p:cNvSpPr txBox="1"/>
          <p:nvPr/>
        </p:nvSpPr>
        <p:spPr>
          <a:xfrm>
            <a:off x="9622366" y="289840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C76D594F-943D-950E-162A-21B13F80BD05}"/>
              </a:ext>
            </a:extLst>
          </p:cNvPr>
          <p:cNvSpPr txBox="1"/>
          <p:nvPr/>
        </p:nvSpPr>
        <p:spPr>
          <a:xfrm>
            <a:off x="9683374" y="31428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E879AE02-D606-EE44-9738-D30CB45B3E68}"/>
              </a:ext>
            </a:extLst>
          </p:cNvPr>
          <p:cNvSpPr txBox="1"/>
          <p:nvPr/>
        </p:nvSpPr>
        <p:spPr>
          <a:xfrm>
            <a:off x="8419564" y="2934052"/>
            <a:ext cx="1055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Ultimate  tensile strength</a:t>
            </a:r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C5E33081-3B01-52F0-F574-7B17479E3610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84786324-F07B-27C1-E2C4-12D476D59BCE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1734" name="Rektangel 1733">
            <a:extLst>
              <a:ext uri="{FF2B5EF4-FFF2-40B4-BE49-F238E27FC236}">
                <a16:creationId xmlns:a16="http://schemas.microsoft.com/office/drawing/2014/main" id="{D2921652-E086-D427-C00F-A69F91966441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35" name="Straight Connector 108">
            <a:extLst>
              <a:ext uri="{FF2B5EF4-FFF2-40B4-BE49-F238E27FC236}">
                <a16:creationId xmlns:a16="http://schemas.microsoft.com/office/drawing/2014/main" id="{B7BC5321-BC24-68CF-9EB2-AA54544F0C0E}"/>
              </a:ext>
            </a:extLst>
          </p:cNvPr>
          <p:cNvCxnSpPr>
            <a:cxnSpLocks/>
          </p:cNvCxnSpPr>
          <p:nvPr/>
        </p:nvCxnSpPr>
        <p:spPr>
          <a:xfrm>
            <a:off x="4270375" y="2470150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6" name="Straight Connector 1388">
            <a:extLst>
              <a:ext uri="{FF2B5EF4-FFF2-40B4-BE49-F238E27FC236}">
                <a16:creationId xmlns:a16="http://schemas.microsoft.com/office/drawing/2014/main" id="{96B4F649-ED3C-22B7-6063-9B6F6FE23D70}"/>
              </a:ext>
            </a:extLst>
          </p:cNvPr>
          <p:cNvCxnSpPr>
            <a:cxnSpLocks/>
          </p:cNvCxnSpPr>
          <p:nvPr/>
        </p:nvCxnSpPr>
        <p:spPr>
          <a:xfrm>
            <a:off x="4264025" y="2743200"/>
            <a:ext cx="69230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19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B81E3-2F2B-A861-F6FC-4A2E459A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4825BC-E71C-2108-62BD-553B11A3AE27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566E29-084A-37EC-D213-59017E55860B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D730AC-C5AC-99C1-DB4B-7C141AF9737D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1950BAB-539B-C3BF-D5D8-F4F7D224A174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40929E-39D8-0F9A-DA7A-ADFF1D74C829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F800692-F29C-EE97-31BC-883869AAD421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488D02-04C6-FD87-4506-B3037062D9E7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92B466-6D2E-BDED-BFCC-FD6615D4F95F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363D5-1571-25AF-CC64-48A1010D0C97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C23253-BA1E-E966-EF12-BCDD0ACF04E0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14693-5399-3451-B672-A0709E86A1CD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BB1073-7CE6-7AC3-02B3-CD758D9EDC22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23A3F7-495F-704A-698D-627C03070480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C3246A-E44A-C57B-152C-55C3D70DDBA0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E60033-F077-5A2F-8CAA-DB3BB28786CB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CC8C6F43-0AA5-37DC-FFD0-F3C52F6031CA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0B6FE33-60BF-7F1D-EFB3-E901C265D00B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2CFE52-2503-36AB-3207-0A85E81F2A4D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4655F63-863B-A310-EA8F-8BF61E630E97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F81242-ADAA-4CAD-DCFB-138F7B708638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DB81DC5-73F8-F25A-39DF-44FC84CAA655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37451B-ADBA-8D2F-5A5F-E871912BBC13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BF1C758-0B6C-244E-F7F3-7F9157A86727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56BF079-A6AA-3795-A40A-EFAA88D75012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AC2EF3C-22AB-3CD9-8E21-E9A8E81839FE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08AE736-7C54-371C-7B11-9340FDFCA273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92F7897-CEF9-F5D3-72E7-809E62623C44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4CF2F3-807D-D279-8FF0-23651FFF34EB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EED91D0-3D40-5203-0DF9-0016FB0449BC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FCDBDBA-464D-37FF-D4C3-283803BCF791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04543BE-4BDD-5A8D-19E8-3CC97769961C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82EF7FD-060D-3C4E-FFFD-3A1ADEA5FB47}"/>
              </a:ext>
            </a:extLst>
          </p:cNvPr>
          <p:cNvSpPr txBox="1"/>
          <p:nvPr/>
        </p:nvSpPr>
        <p:spPr>
          <a:xfrm rot="16200000">
            <a:off x="3924358" y="3919263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2FA02CC-6F6F-E724-0A06-5E5D3BBE7AB6}"/>
              </a:ext>
            </a:extLst>
          </p:cNvPr>
          <p:cNvSpPr txBox="1"/>
          <p:nvPr/>
        </p:nvSpPr>
        <p:spPr>
          <a:xfrm>
            <a:off x="4224911" y="2242313"/>
            <a:ext cx="83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>
                <a:solidFill>
                  <a:srgbClr val="0070C0"/>
                </a:solidFill>
              </a:rPr>
              <a:t>Assembly</a:t>
            </a:r>
            <a:endParaRPr lang="nb-NO" sz="12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8307643-1680-8C40-0D50-796BB24F9CCC}"/>
              </a:ext>
            </a:extLst>
          </p:cNvPr>
          <p:cNvSpPr txBox="1"/>
          <p:nvPr/>
        </p:nvSpPr>
        <p:spPr>
          <a:xfrm>
            <a:off x="4199343" y="2484673"/>
            <a:ext cx="95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>
                <a:solidFill>
                  <a:srgbClr val="0070C0"/>
                </a:solidFill>
              </a:rPr>
              <a:t>Machining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D84C53E-EB8D-0DC6-A9DF-307573A80FE9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63FA42F-59F8-6277-506A-42D5AA5F2864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E2D86FF0-8DCE-BF1A-4D35-0D684D4006E8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A2EF0AB8-38C6-37A9-9DB5-BDEAA25B0E69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0EDF97E0-65A2-B3EE-879E-5AA6E33DC148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F2AC8E07-E17A-C599-CA87-E5A094F6E6B1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7511F291-8309-B3AC-C984-A2C563851DF4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3B3247C1-3E60-571F-30D0-61E6843554FB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9E5FE08-F7E9-F163-D177-16C88053994D}"/>
              </a:ext>
            </a:extLst>
          </p:cNvPr>
          <p:cNvCxnSpPr>
            <a:cxnSpLocks/>
          </p:cNvCxnSpPr>
          <p:nvPr/>
        </p:nvCxnSpPr>
        <p:spPr>
          <a:xfrm>
            <a:off x="4270375" y="2470150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1388">
            <a:extLst>
              <a:ext uri="{FF2B5EF4-FFF2-40B4-BE49-F238E27FC236}">
                <a16:creationId xmlns:a16="http://schemas.microsoft.com/office/drawing/2014/main" id="{8AECB326-D52B-A78F-E516-6FF00402E71D}"/>
              </a:ext>
            </a:extLst>
          </p:cNvPr>
          <p:cNvCxnSpPr>
            <a:cxnSpLocks/>
          </p:cNvCxnSpPr>
          <p:nvPr/>
        </p:nvCxnSpPr>
        <p:spPr>
          <a:xfrm>
            <a:off x="4264025" y="2743200"/>
            <a:ext cx="69230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>
            <a:extLst>
              <a:ext uri="{FF2B5EF4-FFF2-40B4-BE49-F238E27FC236}">
                <a16:creationId xmlns:a16="http://schemas.microsoft.com/office/drawing/2014/main" id="{00385C0D-FDB9-A0D8-B455-28F99C13BCE6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41CEC3A2-3FBA-3BCB-CBDC-08BACBE0092C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B7EE2DCF-79FA-0012-9429-80B56FAC2213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4B8D547-0B4E-C948-A44A-E8A0F5ECD88D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0B3B2B-588A-10B7-FD6B-BA0ECB012FF1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171470D5-F3E5-1437-7BCE-59F81CCE7268}"/>
              </a:ext>
            </a:extLst>
          </p:cNvPr>
          <p:cNvSpPr/>
          <p:nvPr/>
        </p:nvSpPr>
        <p:spPr>
          <a:xfrm>
            <a:off x="4641998" y="3795510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Cross 475">
            <a:extLst>
              <a:ext uri="{FF2B5EF4-FFF2-40B4-BE49-F238E27FC236}">
                <a16:creationId xmlns:a16="http://schemas.microsoft.com/office/drawing/2014/main" id="{81CCA245-334B-CC6A-8BB0-5E90519DEECD}"/>
              </a:ext>
            </a:extLst>
          </p:cNvPr>
          <p:cNvSpPr/>
          <p:nvPr/>
        </p:nvSpPr>
        <p:spPr>
          <a:xfrm>
            <a:off x="4669597" y="4593133"/>
            <a:ext cx="115841" cy="118524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C16263C2-6AC6-C275-F91D-B7AF3F95B870}"/>
              </a:ext>
            </a:extLst>
          </p:cNvPr>
          <p:cNvSpPr txBox="1"/>
          <p:nvPr/>
        </p:nvSpPr>
        <p:spPr>
          <a:xfrm flipH="1">
            <a:off x="4567507" y="3770303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E1.1</a:t>
            </a:r>
            <a:endParaRPr lang="nb-NO" sz="800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6B597C4D-85C7-C1FD-68CE-A3F1CB5C333E}"/>
              </a:ext>
            </a:extLst>
          </p:cNvPr>
          <p:cNvSpPr/>
          <p:nvPr/>
        </p:nvSpPr>
        <p:spPr>
          <a:xfrm>
            <a:off x="4639080" y="3992368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6D0EC132-E65C-EB60-A9AC-52F72F352A4F}"/>
              </a:ext>
            </a:extLst>
          </p:cNvPr>
          <p:cNvSpPr/>
          <p:nvPr/>
        </p:nvSpPr>
        <p:spPr>
          <a:xfrm>
            <a:off x="4636162" y="4189226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39D6C177-B294-3EB9-E1C5-BFB6DE60840C}"/>
              </a:ext>
            </a:extLst>
          </p:cNvPr>
          <p:cNvSpPr txBox="1"/>
          <p:nvPr/>
        </p:nvSpPr>
        <p:spPr>
          <a:xfrm flipH="1">
            <a:off x="4561671" y="4164019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E1.3</a:t>
            </a:r>
            <a:endParaRPr lang="nb-NO" sz="8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7980D227-B213-A694-4DB1-6E73DBFE96FF}"/>
              </a:ext>
            </a:extLst>
          </p:cNvPr>
          <p:cNvSpPr/>
          <p:nvPr/>
        </p:nvSpPr>
        <p:spPr>
          <a:xfrm>
            <a:off x="4636162" y="4389281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E1751626-ADA4-6748-BC1A-60711E5C595B}"/>
              </a:ext>
            </a:extLst>
          </p:cNvPr>
          <p:cNvSpPr txBox="1"/>
          <p:nvPr/>
        </p:nvSpPr>
        <p:spPr>
          <a:xfrm flipH="1">
            <a:off x="4561671" y="4364074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E1.4</a:t>
            </a:r>
            <a:endParaRPr lang="nb-NO" sz="800" dirty="0"/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D5AC8FDD-89B9-2CFF-6A39-8C2CAF3855F7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733" name="Straight Connector 1732">
            <a:extLst>
              <a:ext uri="{FF2B5EF4-FFF2-40B4-BE49-F238E27FC236}">
                <a16:creationId xmlns:a16="http://schemas.microsoft.com/office/drawing/2014/main" id="{553BB216-6B1F-4CE1-70BD-2DA4EB45CE82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7" name="TextBox 2416">
            <a:extLst>
              <a:ext uri="{FF2B5EF4-FFF2-40B4-BE49-F238E27FC236}">
                <a16:creationId xmlns:a16="http://schemas.microsoft.com/office/drawing/2014/main" id="{12417770-AB79-6A90-5C6E-2CD8675B8373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F1232AAE-C127-5DD2-4D5E-4E3D2C1FBEB3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ross 2">
            <a:extLst>
              <a:ext uri="{FF2B5EF4-FFF2-40B4-BE49-F238E27FC236}">
                <a16:creationId xmlns:a16="http://schemas.microsoft.com/office/drawing/2014/main" id="{0F4AAD34-DE22-E1CD-7A3E-BD69C5119FFB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BCFA835-E3DA-EF78-31BB-04F828C8501D}"/>
              </a:ext>
            </a:extLst>
          </p:cNvPr>
          <p:cNvSpPr/>
          <p:nvPr/>
        </p:nvSpPr>
        <p:spPr>
          <a:xfrm>
            <a:off x="5188248" y="2826801"/>
            <a:ext cx="1512858" cy="1020882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D4B5F07B-D10D-3003-924C-8690BC62CBF7}"/>
              </a:ext>
            </a:extLst>
          </p:cNvPr>
          <p:cNvSpPr/>
          <p:nvPr/>
        </p:nvSpPr>
        <p:spPr>
          <a:xfrm>
            <a:off x="5128616" y="3686927"/>
            <a:ext cx="1736538" cy="184288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1199B86C-92D1-ECBC-B771-35D74FB63DCA}"/>
              </a:ext>
            </a:extLst>
          </p:cNvPr>
          <p:cNvSpPr/>
          <p:nvPr/>
        </p:nvSpPr>
        <p:spPr>
          <a:xfrm>
            <a:off x="4580893" y="3975233"/>
            <a:ext cx="344326" cy="194684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F6ED5DAB-1E82-947F-B784-D24CC7263E94}"/>
              </a:ext>
            </a:extLst>
          </p:cNvPr>
          <p:cNvSpPr/>
          <p:nvPr/>
        </p:nvSpPr>
        <p:spPr>
          <a:xfrm>
            <a:off x="4900418" y="3937638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F5194-A0AB-B097-6E72-A13E6280E2D4}"/>
              </a:ext>
            </a:extLst>
          </p:cNvPr>
          <p:cNvSpPr/>
          <p:nvPr/>
        </p:nvSpPr>
        <p:spPr>
          <a:xfrm>
            <a:off x="4637081" y="3992212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14D48-C97C-E9D1-216E-010413627E32}"/>
              </a:ext>
            </a:extLst>
          </p:cNvPr>
          <p:cNvSpPr txBox="1"/>
          <p:nvPr/>
        </p:nvSpPr>
        <p:spPr>
          <a:xfrm flipH="1">
            <a:off x="4558652" y="3968770"/>
            <a:ext cx="362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E1.2</a:t>
            </a:r>
            <a:endParaRPr lang="nb-NO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6FE16-7036-AA03-E7F3-93660D1E11FB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DA93D1B-38D7-25D0-8B96-427CEBD7F4E5}"/>
              </a:ext>
            </a:extLst>
          </p:cNvPr>
          <p:cNvCxnSpPr>
            <a:cxnSpLocks/>
          </p:cNvCxnSpPr>
          <p:nvPr/>
        </p:nvCxnSpPr>
        <p:spPr>
          <a:xfrm>
            <a:off x="4794797" y="5612851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66C34-0142-8923-664A-01C2958FFEAB}"/>
              </a:ext>
            </a:extLst>
          </p:cNvPr>
          <p:cNvSpPr/>
          <p:nvPr/>
        </p:nvSpPr>
        <p:spPr>
          <a:xfrm>
            <a:off x="4256426" y="5586846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4F4D82-8CEB-A197-B6EB-0CAAC68220C2}"/>
              </a:ext>
            </a:extLst>
          </p:cNvPr>
          <p:cNvSpPr/>
          <p:nvPr/>
        </p:nvSpPr>
        <p:spPr>
          <a:xfrm>
            <a:off x="4253732" y="5587494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BAD3E4-C5D4-C556-D651-D772E5228FB5}"/>
              </a:ext>
            </a:extLst>
          </p:cNvPr>
          <p:cNvSpPr/>
          <p:nvPr/>
        </p:nvSpPr>
        <p:spPr>
          <a:xfrm>
            <a:off x="4255557" y="5835851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E37FB8-2823-4DFF-4990-1874D21C344A}"/>
              </a:ext>
            </a:extLst>
          </p:cNvPr>
          <p:cNvSpPr/>
          <p:nvPr/>
        </p:nvSpPr>
        <p:spPr>
          <a:xfrm>
            <a:off x="4638519" y="570720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A10AF1-2D68-9EE9-B763-6667DA06C84B}"/>
              </a:ext>
            </a:extLst>
          </p:cNvPr>
          <p:cNvSpPr/>
          <p:nvPr/>
        </p:nvSpPr>
        <p:spPr>
          <a:xfrm>
            <a:off x="4638519" y="5832643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CB7297-D004-F7D7-C5CA-D9D128BA6701}"/>
              </a:ext>
            </a:extLst>
          </p:cNvPr>
          <p:cNvSpPr txBox="1"/>
          <p:nvPr/>
        </p:nvSpPr>
        <p:spPr>
          <a:xfrm>
            <a:off x="4561129" y="5696960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25C389-1AD4-8490-1F72-CEFC1A535D2C}"/>
              </a:ext>
            </a:extLst>
          </p:cNvPr>
          <p:cNvSpPr txBox="1"/>
          <p:nvPr/>
        </p:nvSpPr>
        <p:spPr>
          <a:xfrm>
            <a:off x="4552965" y="5824340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0D6DA6-7F38-C95B-D714-4D4E912DA001}"/>
              </a:ext>
            </a:extLst>
          </p:cNvPr>
          <p:cNvSpPr/>
          <p:nvPr/>
        </p:nvSpPr>
        <p:spPr>
          <a:xfrm>
            <a:off x="4740726" y="5832074"/>
            <a:ext cx="99818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BE1F7E-3D09-936A-BEA1-F1A1B1CBE6E8}"/>
              </a:ext>
            </a:extLst>
          </p:cNvPr>
          <p:cNvSpPr/>
          <p:nvPr/>
        </p:nvSpPr>
        <p:spPr>
          <a:xfrm>
            <a:off x="4746280" y="5589262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1AFEC4-1686-70AC-0291-4F9CA16A221A}"/>
              </a:ext>
            </a:extLst>
          </p:cNvPr>
          <p:cNvSpPr/>
          <p:nvPr/>
        </p:nvSpPr>
        <p:spPr>
          <a:xfrm>
            <a:off x="4847686" y="5588750"/>
            <a:ext cx="80964" cy="122956"/>
          </a:xfrm>
          <a:prstGeom prst="rect">
            <a:avLst/>
          </a:prstGeom>
          <a:noFill/>
          <a:ln w="12700"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D64188-E337-1E6C-F7BD-6E6AEB6ABB61}"/>
              </a:ext>
            </a:extLst>
          </p:cNvPr>
          <p:cNvSpPr/>
          <p:nvPr/>
        </p:nvSpPr>
        <p:spPr>
          <a:xfrm>
            <a:off x="4640139" y="5588301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4F6C0F-E55E-D806-5AB7-89E84B57A600}"/>
              </a:ext>
            </a:extLst>
          </p:cNvPr>
          <p:cNvSpPr/>
          <p:nvPr/>
        </p:nvSpPr>
        <p:spPr>
          <a:xfrm>
            <a:off x="4840918" y="5833015"/>
            <a:ext cx="87731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DA9669-5972-A035-F88B-BFCE170A8E40}"/>
              </a:ext>
            </a:extLst>
          </p:cNvPr>
          <p:cNvSpPr/>
          <p:nvPr/>
        </p:nvSpPr>
        <p:spPr>
          <a:xfrm>
            <a:off x="4746252" y="5708325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94CDCA-919A-DF51-532A-5B99296FADB1}"/>
              </a:ext>
            </a:extLst>
          </p:cNvPr>
          <p:cNvSpPr txBox="1"/>
          <p:nvPr/>
        </p:nvSpPr>
        <p:spPr>
          <a:xfrm>
            <a:off x="4668449" y="5568877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730D76-CBF8-1ACC-4B73-C5C3B1EF0229}"/>
              </a:ext>
            </a:extLst>
          </p:cNvPr>
          <p:cNvSpPr txBox="1"/>
          <p:nvPr/>
        </p:nvSpPr>
        <p:spPr>
          <a:xfrm>
            <a:off x="4710824" y="5701669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4D30B059-E894-738D-A044-29EB7329D557}"/>
              </a:ext>
            </a:extLst>
          </p:cNvPr>
          <p:cNvSpPr txBox="1"/>
          <p:nvPr/>
        </p:nvSpPr>
        <p:spPr>
          <a:xfrm>
            <a:off x="4766203" y="5584179"/>
            <a:ext cx="29228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8F249C99-4A36-C083-5C72-8FCD69D78291}"/>
              </a:ext>
            </a:extLst>
          </p:cNvPr>
          <p:cNvSpPr txBox="1"/>
          <p:nvPr/>
        </p:nvSpPr>
        <p:spPr>
          <a:xfrm>
            <a:off x="4723008" y="58217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040D9F27-B68B-0275-83FD-363D7CD3D542}"/>
              </a:ext>
            </a:extLst>
          </p:cNvPr>
          <p:cNvSpPr txBox="1"/>
          <p:nvPr/>
        </p:nvSpPr>
        <p:spPr>
          <a:xfrm>
            <a:off x="4238433" y="560726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Casting </a:t>
            </a:r>
            <a:endParaRPr lang="nb-NO" sz="200" b="1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17B83B50-BBB3-0A03-E542-EBD8C92A9738}"/>
              </a:ext>
            </a:extLst>
          </p:cNvPr>
          <p:cNvSpPr txBox="1"/>
          <p:nvPr/>
        </p:nvSpPr>
        <p:spPr>
          <a:xfrm>
            <a:off x="4818765" y="581856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ECC67075-AB24-2C62-055B-53D937BAE604}"/>
              </a:ext>
            </a:extLst>
          </p:cNvPr>
          <p:cNvSpPr txBox="1"/>
          <p:nvPr/>
        </p:nvSpPr>
        <p:spPr>
          <a:xfrm>
            <a:off x="5646479" y="336441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A7871456-4B08-6B8F-AA05-FE362823C748}"/>
              </a:ext>
            </a:extLst>
          </p:cNvPr>
          <p:cNvSpPr txBox="1"/>
          <p:nvPr/>
        </p:nvSpPr>
        <p:spPr>
          <a:xfrm>
            <a:off x="6101038" y="338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86379BBF-D622-6418-E250-305A51CD263F}"/>
              </a:ext>
            </a:extLst>
          </p:cNvPr>
          <p:cNvSpPr/>
          <p:nvPr/>
        </p:nvSpPr>
        <p:spPr>
          <a:xfrm>
            <a:off x="5323954" y="2920787"/>
            <a:ext cx="1273696" cy="587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CCFB9845-CEFC-7462-67A0-FD3596DB86BA}"/>
              </a:ext>
            </a:extLst>
          </p:cNvPr>
          <p:cNvSpPr/>
          <p:nvPr/>
        </p:nvSpPr>
        <p:spPr>
          <a:xfrm>
            <a:off x="5320989" y="303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580EE638-E845-94F3-1889-9E797E775651}"/>
              </a:ext>
            </a:extLst>
          </p:cNvPr>
          <p:cNvSpPr/>
          <p:nvPr/>
        </p:nvSpPr>
        <p:spPr>
          <a:xfrm>
            <a:off x="6109532" y="303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Rectangle 1371">
            <a:extLst>
              <a:ext uri="{FF2B5EF4-FFF2-40B4-BE49-F238E27FC236}">
                <a16:creationId xmlns:a16="http://schemas.microsoft.com/office/drawing/2014/main" id="{6A986EBC-5C0D-F213-9830-0111EF17913A}"/>
              </a:ext>
            </a:extLst>
          </p:cNvPr>
          <p:cNvSpPr/>
          <p:nvPr/>
        </p:nvSpPr>
        <p:spPr>
          <a:xfrm>
            <a:off x="5320989" y="2916429"/>
            <a:ext cx="788544" cy="3667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3" name="Rectangle 1372">
            <a:extLst>
              <a:ext uri="{FF2B5EF4-FFF2-40B4-BE49-F238E27FC236}">
                <a16:creationId xmlns:a16="http://schemas.microsoft.com/office/drawing/2014/main" id="{5448C3D7-DCB5-7469-8CCB-5BC7F675EC29}"/>
              </a:ext>
            </a:extLst>
          </p:cNvPr>
          <p:cNvSpPr/>
          <p:nvPr/>
        </p:nvSpPr>
        <p:spPr>
          <a:xfrm>
            <a:off x="5320989" y="340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4" name="Rectangle 1373">
            <a:extLst>
              <a:ext uri="{FF2B5EF4-FFF2-40B4-BE49-F238E27FC236}">
                <a16:creationId xmlns:a16="http://schemas.microsoft.com/office/drawing/2014/main" id="{91366823-B293-E120-2BD3-C9AB2AEA57DF}"/>
              </a:ext>
            </a:extLst>
          </p:cNvPr>
          <p:cNvSpPr/>
          <p:nvPr/>
        </p:nvSpPr>
        <p:spPr>
          <a:xfrm>
            <a:off x="6109533" y="303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5" name="Rectangle 1374">
            <a:extLst>
              <a:ext uri="{FF2B5EF4-FFF2-40B4-BE49-F238E27FC236}">
                <a16:creationId xmlns:a16="http://schemas.microsoft.com/office/drawing/2014/main" id="{81C139D5-E5BB-60EB-B144-87985047002D}"/>
              </a:ext>
            </a:extLst>
          </p:cNvPr>
          <p:cNvSpPr/>
          <p:nvPr/>
        </p:nvSpPr>
        <p:spPr>
          <a:xfrm>
            <a:off x="6109532" y="316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972E39C3-5224-103D-F7D5-9653C1141FC6}"/>
              </a:ext>
            </a:extLst>
          </p:cNvPr>
          <p:cNvSpPr/>
          <p:nvPr/>
        </p:nvSpPr>
        <p:spPr>
          <a:xfrm>
            <a:off x="6109532" y="328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00A1D14D-9535-6BC1-5EB5-1395DFB58C36}"/>
              </a:ext>
            </a:extLst>
          </p:cNvPr>
          <p:cNvCxnSpPr>
            <a:cxnSpLocks/>
          </p:cNvCxnSpPr>
          <p:nvPr/>
        </p:nvCxnSpPr>
        <p:spPr>
          <a:xfrm>
            <a:off x="5515517" y="340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1378">
            <a:extLst>
              <a:ext uri="{FF2B5EF4-FFF2-40B4-BE49-F238E27FC236}">
                <a16:creationId xmlns:a16="http://schemas.microsoft.com/office/drawing/2014/main" id="{1ADFEB50-30AC-2535-C346-E2A6E8FE2052}"/>
              </a:ext>
            </a:extLst>
          </p:cNvPr>
          <p:cNvCxnSpPr>
            <a:cxnSpLocks/>
          </p:cNvCxnSpPr>
          <p:nvPr/>
        </p:nvCxnSpPr>
        <p:spPr>
          <a:xfrm>
            <a:off x="5696492" y="340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1379">
            <a:extLst>
              <a:ext uri="{FF2B5EF4-FFF2-40B4-BE49-F238E27FC236}">
                <a16:creationId xmlns:a16="http://schemas.microsoft.com/office/drawing/2014/main" id="{861C9382-8509-1C63-1183-1705B9C2E4C7}"/>
              </a:ext>
            </a:extLst>
          </p:cNvPr>
          <p:cNvCxnSpPr>
            <a:cxnSpLocks/>
          </p:cNvCxnSpPr>
          <p:nvPr/>
        </p:nvCxnSpPr>
        <p:spPr>
          <a:xfrm>
            <a:off x="5827459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1380">
            <a:extLst>
              <a:ext uri="{FF2B5EF4-FFF2-40B4-BE49-F238E27FC236}">
                <a16:creationId xmlns:a16="http://schemas.microsoft.com/office/drawing/2014/main" id="{4E16EBBF-F19A-DDD3-1075-6A28D1C1B3E0}"/>
              </a:ext>
            </a:extLst>
          </p:cNvPr>
          <p:cNvCxnSpPr>
            <a:cxnSpLocks/>
          </p:cNvCxnSpPr>
          <p:nvPr/>
        </p:nvCxnSpPr>
        <p:spPr>
          <a:xfrm>
            <a:off x="5956043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" name="TextBox 1381">
            <a:extLst>
              <a:ext uri="{FF2B5EF4-FFF2-40B4-BE49-F238E27FC236}">
                <a16:creationId xmlns:a16="http://schemas.microsoft.com/office/drawing/2014/main" id="{78FCC3F4-8289-DB99-EE81-D54F066325C1}"/>
              </a:ext>
            </a:extLst>
          </p:cNvPr>
          <p:cNvSpPr txBox="1"/>
          <p:nvPr/>
        </p:nvSpPr>
        <p:spPr>
          <a:xfrm>
            <a:off x="6029750" y="302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913B93AC-12C0-47FD-1C3E-D044CD34CACE}"/>
              </a:ext>
            </a:extLst>
          </p:cNvPr>
          <p:cNvSpPr txBox="1"/>
          <p:nvPr/>
        </p:nvSpPr>
        <p:spPr>
          <a:xfrm>
            <a:off x="6069205" y="314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3B2F1FBC-67C1-4A27-F07E-E9F1187D3F2F}"/>
              </a:ext>
            </a:extLst>
          </p:cNvPr>
          <p:cNvSpPr txBox="1"/>
          <p:nvPr/>
        </p:nvSpPr>
        <p:spPr>
          <a:xfrm>
            <a:off x="6039537" y="326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7783419C-3889-A172-05BB-75E5CFFA0764}"/>
              </a:ext>
            </a:extLst>
          </p:cNvPr>
          <p:cNvSpPr/>
          <p:nvPr/>
        </p:nvSpPr>
        <p:spPr>
          <a:xfrm>
            <a:off x="6109532" y="340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7" name="Rectangle 1386">
            <a:extLst>
              <a:ext uri="{FF2B5EF4-FFF2-40B4-BE49-F238E27FC236}">
                <a16:creationId xmlns:a16="http://schemas.microsoft.com/office/drawing/2014/main" id="{7688B20C-8506-3114-B1A7-2D9F07288B0B}"/>
              </a:ext>
            </a:extLst>
          </p:cNvPr>
          <p:cNvSpPr/>
          <p:nvPr/>
        </p:nvSpPr>
        <p:spPr>
          <a:xfrm>
            <a:off x="6333183" y="315951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EBB2DCD6-657A-BB55-C860-C44C78BECA81}"/>
              </a:ext>
            </a:extLst>
          </p:cNvPr>
          <p:cNvSpPr/>
          <p:nvPr/>
        </p:nvSpPr>
        <p:spPr>
          <a:xfrm>
            <a:off x="6333181" y="328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Rectangle 1389">
            <a:extLst>
              <a:ext uri="{FF2B5EF4-FFF2-40B4-BE49-F238E27FC236}">
                <a16:creationId xmlns:a16="http://schemas.microsoft.com/office/drawing/2014/main" id="{351B90A4-C0A3-C60E-E187-694CE8E9DCF5}"/>
              </a:ext>
            </a:extLst>
          </p:cNvPr>
          <p:cNvSpPr/>
          <p:nvPr/>
        </p:nvSpPr>
        <p:spPr>
          <a:xfrm>
            <a:off x="6336355" y="291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53841E48-7396-7926-282B-9E2FD4EEBF3E}"/>
              </a:ext>
            </a:extLst>
          </p:cNvPr>
          <p:cNvSpPr/>
          <p:nvPr/>
        </p:nvSpPr>
        <p:spPr>
          <a:xfrm>
            <a:off x="6468718" y="291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96F864DB-2AA7-2AD3-A6B2-C901155B9DDC}"/>
              </a:ext>
            </a:extLst>
          </p:cNvPr>
          <p:cNvSpPr/>
          <p:nvPr/>
        </p:nvSpPr>
        <p:spPr>
          <a:xfrm>
            <a:off x="6109505" y="291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B4882B7C-D83F-D3D6-9222-56D3A6E32CA8}"/>
              </a:ext>
            </a:extLst>
          </p:cNvPr>
          <p:cNvSpPr/>
          <p:nvPr/>
        </p:nvSpPr>
        <p:spPr>
          <a:xfrm>
            <a:off x="6469094" y="316046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56603F08-5E09-BA8F-48E9-9DAAD22AA360}"/>
              </a:ext>
            </a:extLst>
          </p:cNvPr>
          <p:cNvSpPr/>
          <p:nvPr/>
        </p:nvSpPr>
        <p:spPr>
          <a:xfrm>
            <a:off x="6468087" y="328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BFA1EDD3-7D44-BEAC-4549-CC849806B52A}"/>
              </a:ext>
            </a:extLst>
          </p:cNvPr>
          <p:cNvSpPr/>
          <p:nvPr/>
        </p:nvSpPr>
        <p:spPr>
          <a:xfrm>
            <a:off x="6336327" y="303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833CEE46-A3AD-EBE1-5BED-C98230C58586}"/>
              </a:ext>
            </a:extLst>
          </p:cNvPr>
          <p:cNvSpPr txBox="1"/>
          <p:nvPr/>
        </p:nvSpPr>
        <p:spPr>
          <a:xfrm>
            <a:off x="6265599" y="290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D24958CB-8159-4F6B-CA4A-0A42699C0938}"/>
              </a:ext>
            </a:extLst>
          </p:cNvPr>
          <p:cNvSpPr txBox="1"/>
          <p:nvPr/>
        </p:nvSpPr>
        <p:spPr>
          <a:xfrm>
            <a:off x="6337818" y="302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B38E3135-5B22-DEAF-8118-97F9C2F570B0}"/>
              </a:ext>
            </a:extLst>
          </p:cNvPr>
          <p:cNvSpPr txBox="1"/>
          <p:nvPr/>
        </p:nvSpPr>
        <p:spPr>
          <a:xfrm>
            <a:off x="6401629" y="290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FAFAFBAB-C722-41F7-9659-5641DAEE6E76}"/>
              </a:ext>
            </a:extLst>
          </p:cNvPr>
          <p:cNvSpPr txBox="1"/>
          <p:nvPr/>
        </p:nvSpPr>
        <p:spPr>
          <a:xfrm>
            <a:off x="6326215" y="31446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1F8A56B3-43FB-9258-3CEB-9FA64EF15127}"/>
              </a:ext>
            </a:extLst>
          </p:cNvPr>
          <p:cNvSpPr txBox="1"/>
          <p:nvPr/>
        </p:nvSpPr>
        <p:spPr>
          <a:xfrm>
            <a:off x="5193812" y="2941003"/>
            <a:ext cx="1074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Chemical composition</a:t>
            </a:r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445A60A0-F379-F864-E35D-D843B476EBAC}"/>
              </a:ext>
            </a:extLst>
          </p:cNvPr>
          <p:cNvSpPr txBox="1"/>
          <p:nvPr/>
        </p:nvSpPr>
        <p:spPr>
          <a:xfrm>
            <a:off x="6459626" y="314225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0F207-5F33-7B22-11A6-A28724AF8BE7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B6A0F-0A1C-7116-6108-C2A733EE64F8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1AD1D-A88F-D8F4-63FC-DAF53E7E9747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D6DC3-19AC-46A2-D47E-90A5E559246A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25746-3901-5380-8E3B-3C6ED071A0E7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9CFCF-1E20-30E1-EA03-438D0B21E061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4CC014-1D2B-5276-EA8B-4BDC3B2D3E09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F62735-C2DA-784C-DDC0-2D47EC707C8B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453" name="Picture 452">
            <a:extLst>
              <a:ext uri="{FF2B5EF4-FFF2-40B4-BE49-F238E27FC236}">
                <a16:creationId xmlns:a16="http://schemas.microsoft.com/office/drawing/2014/main" id="{635CB3C3-AB1C-CD04-B6F7-16C16E476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54" name="Rectangle 453">
            <a:extLst>
              <a:ext uri="{FF2B5EF4-FFF2-40B4-BE49-F238E27FC236}">
                <a16:creationId xmlns:a16="http://schemas.microsoft.com/office/drawing/2014/main" id="{18DCF9C0-1B94-4011-BB75-331F50CC4BA2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7304BD68-7EB5-05A5-CCE1-2289220F7B8A}"/>
              </a:ext>
            </a:extLst>
          </p:cNvPr>
          <p:cNvSpPr/>
          <p:nvPr/>
        </p:nvSpPr>
        <p:spPr>
          <a:xfrm>
            <a:off x="6763295" y="419315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092AF0C-7EA0-A65E-A8E4-36FF536B501A}"/>
              </a:ext>
            </a:extLst>
          </p:cNvPr>
          <p:cNvSpPr/>
          <p:nvPr/>
        </p:nvSpPr>
        <p:spPr>
          <a:xfrm>
            <a:off x="6550764" y="418977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95AF9899-7EE9-6BA7-7A18-810D631E5225}"/>
              </a:ext>
            </a:extLst>
          </p:cNvPr>
          <p:cNvSpPr/>
          <p:nvPr/>
        </p:nvSpPr>
        <p:spPr>
          <a:xfrm>
            <a:off x="6927546" y="419315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C3CA9D61-33D8-291B-7D27-E8A478819443}"/>
              </a:ext>
            </a:extLst>
          </p:cNvPr>
          <p:cNvSpPr/>
          <p:nvPr/>
        </p:nvSpPr>
        <p:spPr>
          <a:xfrm>
            <a:off x="6761729" y="4198620"/>
            <a:ext cx="170227" cy="19728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878360D1-3DD3-D56D-F13A-6589407C9231}"/>
              </a:ext>
            </a:extLst>
          </p:cNvPr>
          <p:cNvSpPr/>
          <p:nvPr/>
        </p:nvSpPr>
        <p:spPr>
          <a:xfrm>
            <a:off x="6549198" y="4191000"/>
            <a:ext cx="212329" cy="20352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821AA35C-F133-FD61-45A6-5F72E995E053}"/>
              </a:ext>
            </a:extLst>
          </p:cNvPr>
          <p:cNvSpPr/>
          <p:nvPr/>
        </p:nvSpPr>
        <p:spPr>
          <a:xfrm>
            <a:off x="6925980" y="4194811"/>
            <a:ext cx="170227" cy="20109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99717EB5-3D79-79D6-506C-02B59552D496}"/>
              </a:ext>
            </a:extLst>
          </p:cNvPr>
          <p:cNvSpPr txBox="1"/>
          <p:nvPr/>
        </p:nvSpPr>
        <p:spPr>
          <a:xfrm>
            <a:off x="6529970" y="4192736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7DBE27DB-4A87-C1C8-7E65-9DDFEFADDCEB}"/>
              </a:ext>
            </a:extLst>
          </p:cNvPr>
          <p:cNvSpPr/>
          <p:nvPr/>
        </p:nvSpPr>
        <p:spPr>
          <a:xfrm>
            <a:off x="5083443" y="4200722"/>
            <a:ext cx="142952" cy="27290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Rectangle 1368">
            <a:extLst>
              <a:ext uri="{FF2B5EF4-FFF2-40B4-BE49-F238E27FC236}">
                <a16:creationId xmlns:a16="http://schemas.microsoft.com/office/drawing/2014/main" id="{B6988F20-3F71-8654-9C89-E06D262AEB93}"/>
              </a:ext>
            </a:extLst>
          </p:cNvPr>
          <p:cNvSpPr/>
          <p:nvPr/>
        </p:nvSpPr>
        <p:spPr>
          <a:xfrm>
            <a:off x="6071515" y="461455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73559CD5-9041-3389-DA86-F4412B2B4806}"/>
              </a:ext>
            </a:extLst>
          </p:cNvPr>
          <p:cNvSpPr/>
          <p:nvPr/>
        </p:nvSpPr>
        <p:spPr>
          <a:xfrm>
            <a:off x="6071516" y="461455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FDE49DC9-B662-5E24-CE52-30649DAABDB8}"/>
              </a:ext>
            </a:extLst>
          </p:cNvPr>
          <p:cNvSpPr/>
          <p:nvPr/>
        </p:nvSpPr>
        <p:spPr>
          <a:xfrm>
            <a:off x="6895142" y="462021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9C008A80-71E4-44DE-AF86-A9ADDEEF2E21}"/>
              </a:ext>
            </a:extLst>
          </p:cNvPr>
          <p:cNvSpPr/>
          <p:nvPr/>
        </p:nvSpPr>
        <p:spPr>
          <a:xfrm>
            <a:off x="6682611" y="461683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064A0088-A27A-8359-A610-3E3E7906DC55}"/>
              </a:ext>
            </a:extLst>
          </p:cNvPr>
          <p:cNvSpPr/>
          <p:nvPr/>
        </p:nvSpPr>
        <p:spPr>
          <a:xfrm>
            <a:off x="7059393" y="462021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A6878E50-7446-FBD6-2B2E-E51E3ECEE677}"/>
              </a:ext>
            </a:extLst>
          </p:cNvPr>
          <p:cNvSpPr/>
          <p:nvPr/>
        </p:nvSpPr>
        <p:spPr>
          <a:xfrm>
            <a:off x="6897525" y="47226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59F1D237-A8CD-5AFA-DAE7-E1166E7238A1}"/>
              </a:ext>
            </a:extLst>
          </p:cNvPr>
          <p:cNvSpPr/>
          <p:nvPr/>
        </p:nvSpPr>
        <p:spPr>
          <a:xfrm>
            <a:off x="6684994" y="47192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9605F5CF-5AD3-90F3-C580-0D2F8DE82DB7}"/>
              </a:ext>
            </a:extLst>
          </p:cNvPr>
          <p:cNvSpPr/>
          <p:nvPr/>
        </p:nvSpPr>
        <p:spPr>
          <a:xfrm>
            <a:off x="7061776" y="47226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4087183E-14EE-36C2-65BF-427F82F4069E}"/>
              </a:ext>
            </a:extLst>
          </p:cNvPr>
          <p:cNvSpPr txBox="1"/>
          <p:nvPr/>
        </p:nvSpPr>
        <p:spPr>
          <a:xfrm>
            <a:off x="6812641" y="458059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F05452CF-8D5B-B970-84D9-B43D747FA895}"/>
              </a:ext>
            </a:extLst>
          </p:cNvPr>
          <p:cNvSpPr txBox="1"/>
          <p:nvPr/>
        </p:nvSpPr>
        <p:spPr>
          <a:xfrm>
            <a:off x="6989884" y="457395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7CC5E5D-E8D1-BE8E-6FEE-AB0A0735B5DC}"/>
              </a:ext>
            </a:extLst>
          </p:cNvPr>
          <p:cNvSpPr/>
          <p:nvPr/>
        </p:nvSpPr>
        <p:spPr>
          <a:xfrm>
            <a:off x="6897299" y="482262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D09B2C92-14F9-1AEC-40FC-CF5BEB4C2C29}"/>
              </a:ext>
            </a:extLst>
          </p:cNvPr>
          <p:cNvSpPr/>
          <p:nvPr/>
        </p:nvSpPr>
        <p:spPr>
          <a:xfrm>
            <a:off x="6684768" y="481923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13AEDC2-9D96-3343-CC9C-8F7682F42186}"/>
              </a:ext>
            </a:extLst>
          </p:cNvPr>
          <p:cNvSpPr/>
          <p:nvPr/>
        </p:nvSpPr>
        <p:spPr>
          <a:xfrm>
            <a:off x="7061550" y="482262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AC0E3BF2-6838-AD66-4402-AE3978C222C8}"/>
              </a:ext>
            </a:extLst>
          </p:cNvPr>
          <p:cNvSpPr/>
          <p:nvPr/>
        </p:nvSpPr>
        <p:spPr>
          <a:xfrm>
            <a:off x="6895733" y="4819651"/>
            <a:ext cx="170227" cy="2057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DAEF2CA0-20D0-DC75-42E1-867AB5283469}"/>
              </a:ext>
            </a:extLst>
          </p:cNvPr>
          <p:cNvSpPr/>
          <p:nvPr/>
        </p:nvSpPr>
        <p:spPr>
          <a:xfrm>
            <a:off x="6683202" y="4823461"/>
            <a:ext cx="212329" cy="20053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9B93CB74-4AEE-E497-C774-8B8E648F9A1C}"/>
              </a:ext>
            </a:extLst>
          </p:cNvPr>
          <p:cNvSpPr/>
          <p:nvPr/>
        </p:nvSpPr>
        <p:spPr>
          <a:xfrm>
            <a:off x="7059984" y="4815840"/>
            <a:ext cx="170227" cy="20952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029BF0F4-D2AD-B358-4411-D1BF934ABB6C}"/>
              </a:ext>
            </a:extLst>
          </p:cNvPr>
          <p:cNvSpPr txBox="1"/>
          <p:nvPr/>
        </p:nvSpPr>
        <p:spPr>
          <a:xfrm>
            <a:off x="6658435" y="4829675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34894D8B-D03B-71F6-476D-234271290671}"/>
              </a:ext>
            </a:extLst>
          </p:cNvPr>
          <p:cNvSpPr txBox="1"/>
          <p:nvPr/>
        </p:nvSpPr>
        <p:spPr>
          <a:xfrm>
            <a:off x="6612944" y="468712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4924B978-DE99-5AF5-F175-BC765925B494}"/>
              </a:ext>
            </a:extLst>
          </p:cNvPr>
          <p:cNvSpPr txBox="1"/>
          <p:nvPr/>
        </p:nvSpPr>
        <p:spPr>
          <a:xfrm>
            <a:off x="68552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8943F91A-25CB-E0F2-83C4-6344B7462796}"/>
              </a:ext>
            </a:extLst>
          </p:cNvPr>
          <p:cNvSpPr txBox="1"/>
          <p:nvPr/>
        </p:nvSpPr>
        <p:spPr>
          <a:xfrm>
            <a:off x="6105755" y="4548953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Loose belt convoier 1 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688F3FC1-E740-8E08-ADC3-0C87E95EEC0C}"/>
              </a:ext>
            </a:extLst>
          </p:cNvPr>
          <p:cNvSpPr txBox="1"/>
          <p:nvPr/>
        </p:nvSpPr>
        <p:spPr>
          <a:xfrm>
            <a:off x="70203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251685B-148C-7A22-93E6-03DDB394ABBB}"/>
              </a:ext>
            </a:extLst>
          </p:cNvPr>
          <p:cNvSpPr/>
          <p:nvPr/>
        </p:nvSpPr>
        <p:spPr>
          <a:xfrm>
            <a:off x="6078688" y="5108736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4EE02518-592F-07E3-1D73-DB3915F56C94}"/>
              </a:ext>
            </a:extLst>
          </p:cNvPr>
          <p:cNvSpPr/>
          <p:nvPr/>
        </p:nvSpPr>
        <p:spPr>
          <a:xfrm>
            <a:off x="6078689" y="5108734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A896D00F-50C1-E60C-8F87-4A580230FFA3}"/>
              </a:ext>
            </a:extLst>
          </p:cNvPr>
          <p:cNvSpPr/>
          <p:nvPr/>
        </p:nvSpPr>
        <p:spPr>
          <a:xfrm>
            <a:off x="6902315" y="5114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4F069835-6CB6-35FF-4431-B56788F551A8}"/>
              </a:ext>
            </a:extLst>
          </p:cNvPr>
          <p:cNvSpPr/>
          <p:nvPr/>
        </p:nvSpPr>
        <p:spPr>
          <a:xfrm>
            <a:off x="6689784" y="5111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DC8E69CD-DBCA-264B-A650-97F76E23F98D}"/>
              </a:ext>
            </a:extLst>
          </p:cNvPr>
          <p:cNvSpPr/>
          <p:nvPr/>
        </p:nvSpPr>
        <p:spPr>
          <a:xfrm>
            <a:off x="7066566" y="5114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10A671E7-032F-EE41-5AD1-D75E43BC803C}"/>
              </a:ext>
            </a:extLst>
          </p:cNvPr>
          <p:cNvSpPr/>
          <p:nvPr/>
        </p:nvSpPr>
        <p:spPr>
          <a:xfrm>
            <a:off x="6904698" y="521679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378FEB98-AB61-9CC5-52FB-E2EC7102806F}"/>
              </a:ext>
            </a:extLst>
          </p:cNvPr>
          <p:cNvSpPr/>
          <p:nvPr/>
        </p:nvSpPr>
        <p:spPr>
          <a:xfrm>
            <a:off x="6692167" y="521340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636714A-7BC5-0441-F102-EBAE35CCD138}"/>
              </a:ext>
            </a:extLst>
          </p:cNvPr>
          <p:cNvSpPr/>
          <p:nvPr/>
        </p:nvSpPr>
        <p:spPr>
          <a:xfrm>
            <a:off x="7068949" y="521679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CCECE180-9233-F937-8131-E15E2063DFDC}"/>
              </a:ext>
            </a:extLst>
          </p:cNvPr>
          <p:cNvSpPr txBox="1"/>
          <p:nvPr/>
        </p:nvSpPr>
        <p:spPr>
          <a:xfrm>
            <a:off x="6819814" y="507477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D1548193-0F3C-001B-CA76-75B687159FE5}"/>
              </a:ext>
            </a:extLst>
          </p:cNvPr>
          <p:cNvSpPr txBox="1"/>
          <p:nvPr/>
        </p:nvSpPr>
        <p:spPr>
          <a:xfrm>
            <a:off x="6997057" y="506814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A28BDF3-F9AC-1B35-90FC-19BADE1342CC}"/>
              </a:ext>
            </a:extLst>
          </p:cNvPr>
          <p:cNvSpPr/>
          <p:nvPr/>
        </p:nvSpPr>
        <p:spPr>
          <a:xfrm>
            <a:off x="6904472" y="531680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17EFE7DC-A157-B830-C453-40221CF2B83F}"/>
              </a:ext>
            </a:extLst>
          </p:cNvPr>
          <p:cNvSpPr/>
          <p:nvPr/>
        </p:nvSpPr>
        <p:spPr>
          <a:xfrm>
            <a:off x="6691941" y="531341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16D85E0-A1DE-EFA1-F5CE-FA96564D3C74}"/>
              </a:ext>
            </a:extLst>
          </p:cNvPr>
          <p:cNvSpPr/>
          <p:nvPr/>
        </p:nvSpPr>
        <p:spPr>
          <a:xfrm>
            <a:off x="7068723" y="531680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77D9616-2DE0-5E6A-60A9-93FEC67AF53A}"/>
              </a:ext>
            </a:extLst>
          </p:cNvPr>
          <p:cNvSpPr/>
          <p:nvPr/>
        </p:nvSpPr>
        <p:spPr>
          <a:xfrm>
            <a:off x="6902906" y="5314951"/>
            <a:ext cx="170227" cy="2046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E0A78409-6BFF-F8E5-71B2-636E7F6B1FBB}"/>
              </a:ext>
            </a:extLst>
          </p:cNvPr>
          <p:cNvSpPr/>
          <p:nvPr/>
        </p:nvSpPr>
        <p:spPr>
          <a:xfrm>
            <a:off x="6690375" y="5318761"/>
            <a:ext cx="212329" cy="1994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7707A015-2C6E-3AD0-0BEF-316E28B13AAE}"/>
              </a:ext>
            </a:extLst>
          </p:cNvPr>
          <p:cNvSpPr/>
          <p:nvPr/>
        </p:nvSpPr>
        <p:spPr>
          <a:xfrm>
            <a:off x="7067157" y="5314950"/>
            <a:ext cx="170227" cy="2046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7F365C0B-7D49-4608-9E97-22D096A97B92}"/>
              </a:ext>
            </a:extLst>
          </p:cNvPr>
          <p:cNvSpPr txBox="1"/>
          <p:nvPr/>
        </p:nvSpPr>
        <p:spPr>
          <a:xfrm>
            <a:off x="6668090" y="5322520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89F0E9F8-54D4-7110-D605-271FBCC8531F}"/>
              </a:ext>
            </a:extLst>
          </p:cNvPr>
          <p:cNvSpPr txBox="1"/>
          <p:nvPr/>
        </p:nvSpPr>
        <p:spPr>
          <a:xfrm>
            <a:off x="6620117" y="5181312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5859E8AC-EF10-FA26-10ED-9115212F88D7}"/>
              </a:ext>
            </a:extLst>
          </p:cNvPr>
          <p:cNvSpPr txBox="1"/>
          <p:nvPr/>
        </p:nvSpPr>
        <p:spPr>
          <a:xfrm>
            <a:off x="68624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12669C1B-36FA-9FF2-74BB-88F61A65C5BC}"/>
              </a:ext>
            </a:extLst>
          </p:cNvPr>
          <p:cNvSpPr txBox="1"/>
          <p:nvPr/>
        </p:nvSpPr>
        <p:spPr>
          <a:xfrm>
            <a:off x="6029583" y="5044725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Valve 3 stuck on open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3A502135-3C64-672C-D411-2A14E0673EA7}"/>
              </a:ext>
            </a:extLst>
          </p:cNvPr>
          <p:cNvSpPr txBox="1"/>
          <p:nvPr/>
        </p:nvSpPr>
        <p:spPr>
          <a:xfrm>
            <a:off x="70275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6993FD66-CDBC-BF98-FEEA-2E1C3A7C1967}"/>
              </a:ext>
            </a:extLst>
          </p:cNvPr>
          <p:cNvSpPr/>
          <p:nvPr/>
        </p:nvSpPr>
        <p:spPr>
          <a:xfrm>
            <a:off x="7277125" y="5393690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07" name="Isosceles Triangle 506">
            <a:extLst>
              <a:ext uri="{FF2B5EF4-FFF2-40B4-BE49-F238E27FC236}">
                <a16:creationId xmlns:a16="http://schemas.microsoft.com/office/drawing/2014/main" id="{D178DBF2-8370-80B7-C1BB-143579FF1409}"/>
              </a:ext>
            </a:extLst>
          </p:cNvPr>
          <p:cNvSpPr/>
          <p:nvPr/>
        </p:nvSpPr>
        <p:spPr>
          <a:xfrm rot="10800000">
            <a:off x="7306979" y="5426431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411000D8-CA03-DA2E-ACB2-3E23B33B8D79}"/>
              </a:ext>
            </a:extLst>
          </p:cNvPr>
          <p:cNvSpPr/>
          <p:nvPr/>
        </p:nvSpPr>
        <p:spPr>
          <a:xfrm>
            <a:off x="7276099" y="4267813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D2824E4B-960E-CA66-63B5-0EFED3177A24}"/>
              </a:ext>
            </a:extLst>
          </p:cNvPr>
          <p:cNvSpPr/>
          <p:nvPr/>
        </p:nvSpPr>
        <p:spPr>
          <a:xfrm>
            <a:off x="7276931" y="4144522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10" name="Isosceles Triangle 509">
            <a:extLst>
              <a:ext uri="{FF2B5EF4-FFF2-40B4-BE49-F238E27FC236}">
                <a16:creationId xmlns:a16="http://schemas.microsoft.com/office/drawing/2014/main" id="{0DC8810E-7BE0-E93A-AE5D-986F4788FCF1}"/>
              </a:ext>
            </a:extLst>
          </p:cNvPr>
          <p:cNvSpPr/>
          <p:nvPr/>
        </p:nvSpPr>
        <p:spPr>
          <a:xfrm>
            <a:off x="7306785" y="4177263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E324B892-6ADE-DC0F-74EE-A02A0A99EDD7}"/>
              </a:ext>
            </a:extLst>
          </p:cNvPr>
          <p:cNvSpPr/>
          <p:nvPr/>
        </p:nvSpPr>
        <p:spPr>
          <a:xfrm>
            <a:off x="7276306" y="4271783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71B7D11-B7B8-6EBA-8BAA-0C4F29F75A87}"/>
              </a:ext>
            </a:extLst>
          </p:cNvPr>
          <p:cNvSpPr/>
          <p:nvPr/>
        </p:nvSpPr>
        <p:spPr>
          <a:xfrm>
            <a:off x="8416447" y="4154344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3FE3DC4-20ED-2164-920A-4D6AB7C9C409}"/>
              </a:ext>
            </a:extLst>
          </p:cNvPr>
          <p:cNvSpPr/>
          <p:nvPr/>
        </p:nvSpPr>
        <p:spPr>
          <a:xfrm>
            <a:off x="8416448" y="4154342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83B2A49-9A0A-58D8-2FC5-B8A93A38BC61}"/>
              </a:ext>
            </a:extLst>
          </p:cNvPr>
          <p:cNvSpPr/>
          <p:nvPr/>
        </p:nvSpPr>
        <p:spPr>
          <a:xfrm>
            <a:off x="9240074" y="41600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722F6C-B048-E2C5-892F-46FA0FB9BA51}"/>
              </a:ext>
            </a:extLst>
          </p:cNvPr>
          <p:cNvSpPr/>
          <p:nvPr/>
        </p:nvSpPr>
        <p:spPr>
          <a:xfrm>
            <a:off x="9027543" y="41566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4D2600-C36C-7D10-C2D7-853E0DB0584D}"/>
              </a:ext>
            </a:extLst>
          </p:cNvPr>
          <p:cNvSpPr/>
          <p:nvPr/>
        </p:nvSpPr>
        <p:spPr>
          <a:xfrm>
            <a:off x="9404325" y="41600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5F9B12-2876-F1CA-E6C6-5A0AC1A483CC}"/>
              </a:ext>
            </a:extLst>
          </p:cNvPr>
          <p:cNvSpPr/>
          <p:nvPr/>
        </p:nvSpPr>
        <p:spPr>
          <a:xfrm>
            <a:off x="9242457" y="4262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9129EB0-C3FC-0F6A-DC1A-B0A327A81754}"/>
              </a:ext>
            </a:extLst>
          </p:cNvPr>
          <p:cNvSpPr/>
          <p:nvPr/>
        </p:nvSpPr>
        <p:spPr>
          <a:xfrm>
            <a:off x="9029926" y="4259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14266E5-77E5-0A12-B2F4-B0AC4482A269}"/>
              </a:ext>
            </a:extLst>
          </p:cNvPr>
          <p:cNvSpPr/>
          <p:nvPr/>
        </p:nvSpPr>
        <p:spPr>
          <a:xfrm>
            <a:off x="9406708" y="4262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F598B2-B37D-7AE8-0028-D477A638BD47}"/>
              </a:ext>
            </a:extLst>
          </p:cNvPr>
          <p:cNvSpPr txBox="1"/>
          <p:nvPr/>
        </p:nvSpPr>
        <p:spPr>
          <a:xfrm>
            <a:off x="9157573" y="4120385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390EDD-9303-B4B0-6144-0CAA90ACAE69}"/>
              </a:ext>
            </a:extLst>
          </p:cNvPr>
          <p:cNvSpPr txBox="1"/>
          <p:nvPr/>
        </p:nvSpPr>
        <p:spPr>
          <a:xfrm>
            <a:off x="9334816" y="4113750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5F7C2BD-CA13-9860-1F73-65E1639B2E90}"/>
              </a:ext>
            </a:extLst>
          </p:cNvPr>
          <p:cNvSpPr/>
          <p:nvPr/>
        </p:nvSpPr>
        <p:spPr>
          <a:xfrm>
            <a:off x="9242231" y="436241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5B6646D-AD70-8C4A-E3C6-30DFDE089E9E}"/>
              </a:ext>
            </a:extLst>
          </p:cNvPr>
          <p:cNvSpPr/>
          <p:nvPr/>
        </p:nvSpPr>
        <p:spPr>
          <a:xfrm>
            <a:off x="9029700" y="435902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BF357F6-B89E-74BF-0121-8A471A6CFBC3}"/>
              </a:ext>
            </a:extLst>
          </p:cNvPr>
          <p:cNvSpPr/>
          <p:nvPr/>
        </p:nvSpPr>
        <p:spPr>
          <a:xfrm>
            <a:off x="9406482" y="436241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B702F84-75A6-CF13-7FE3-5EEF478FADF2}"/>
              </a:ext>
            </a:extLst>
          </p:cNvPr>
          <p:cNvSpPr/>
          <p:nvPr/>
        </p:nvSpPr>
        <p:spPr>
          <a:xfrm>
            <a:off x="9240665" y="4366261"/>
            <a:ext cx="170227" cy="198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C69F5FC-8196-961D-2456-6B3D638CB152}"/>
              </a:ext>
            </a:extLst>
          </p:cNvPr>
          <p:cNvSpPr/>
          <p:nvPr/>
        </p:nvSpPr>
        <p:spPr>
          <a:xfrm>
            <a:off x="9028134" y="4362451"/>
            <a:ext cx="212329" cy="2013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D85B366-DB61-B996-E3D6-1BB07C9D59F8}"/>
              </a:ext>
            </a:extLst>
          </p:cNvPr>
          <p:cNvSpPr/>
          <p:nvPr/>
        </p:nvSpPr>
        <p:spPr>
          <a:xfrm>
            <a:off x="9404916" y="4370070"/>
            <a:ext cx="170227" cy="1950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4DDFC4-E018-A86F-29CC-E501E4A2645D}"/>
              </a:ext>
            </a:extLst>
          </p:cNvPr>
          <p:cNvSpPr txBox="1"/>
          <p:nvPr/>
        </p:nvSpPr>
        <p:spPr>
          <a:xfrm>
            <a:off x="9005051" y="437720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C45C4A-D24B-CE1F-21B4-EC63055A8F89}"/>
              </a:ext>
            </a:extLst>
          </p:cNvPr>
          <p:cNvSpPr txBox="1"/>
          <p:nvPr/>
        </p:nvSpPr>
        <p:spPr>
          <a:xfrm>
            <a:off x="8957876" y="4226920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461197-7E33-2189-A094-B5E5B010EFE6}"/>
              </a:ext>
            </a:extLst>
          </p:cNvPr>
          <p:cNvSpPr txBox="1"/>
          <p:nvPr/>
        </p:nvSpPr>
        <p:spPr>
          <a:xfrm>
            <a:off x="92001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90F439-8DF0-13CF-60FA-F8496E6F1B21}"/>
              </a:ext>
            </a:extLst>
          </p:cNvPr>
          <p:cNvSpPr txBox="1"/>
          <p:nvPr/>
        </p:nvSpPr>
        <p:spPr>
          <a:xfrm>
            <a:off x="93652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473F6321-3B0A-724B-6E1B-FC737D069A20}"/>
              </a:ext>
            </a:extLst>
          </p:cNvPr>
          <p:cNvSpPr/>
          <p:nvPr/>
        </p:nvSpPr>
        <p:spPr>
          <a:xfrm>
            <a:off x="8431418" y="5125593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BBC7627B-60B1-0B6B-24C6-34F6308CA6DA}"/>
              </a:ext>
            </a:extLst>
          </p:cNvPr>
          <p:cNvSpPr/>
          <p:nvPr/>
        </p:nvSpPr>
        <p:spPr>
          <a:xfrm>
            <a:off x="8431419" y="5125591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3E6209F0-42EC-0D73-18E2-1989CF2741A1}"/>
              </a:ext>
            </a:extLst>
          </p:cNvPr>
          <p:cNvSpPr/>
          <p:nvPr/>
        </p:nvSpPr>
        <p:spPr>
          <a:xfrm>
            <a:off x="9255045" y="513126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A14F9837-DE1C-F010-FCD2-CD22A49089C4}"/>
              </a:ext>
            </a:extLst>
          </p:cNvPr>
          <p:cNvSpPr/>
          <p:nvPr/>
        </p:nvSpPr>
        <p:spPr>
          <a:xfrm>
            <a:off x="9042514" y="512787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58D7A117-D70F-0AC0-B346-1014E6F26EE9}"/>
              </a:ext>
            </a:extLst>
          </p:cNvPr>
          <p:cNvSpPr/>
          <p:nvPr/>
        </p:nvSpPr>
        <p:spPr>
          <a:xfrm>
            <a:off x="9419296" y="513125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817EBD2B-14A7-9E78-04A4-1378CCD22F65}"/>
              </a:ext>
            </a:extLst>
          </p:cNvPr>
          <p:cNvSpPr/>
          <p:nvPr/>
        </p:nvSpPr>
        <p:spPr>
          <a:xfrm>
            <a:off x="9257428" y="523365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87C83ADF-5C57-27E1-3452-C3B708D0A132}"/>
              </a:ext>
            </a:extLst>
          </p:cNvPr>
          <p:cNvSpPr/>
          <p:nvPr/>
        </p:nvSpPr>
        <p:spPr>
          <a:xfrm>
            <a:off x="9044897" y="523026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EA2F0819-FD93-3698-3C92-A4A0B6012F1F}"/>
              </a:ext>
            </a:extLst>
          </p:cNvPr>
          <p:cNvSpPr/>
          <p:nvPr/>
        </p:nvSpPr>
        <p:spPr>
          <a:xfrm>
            <a:off x="9421679" y="52336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6" name="TextBox 2375">
            <a:extLst>
              <a:ext uri="{FF2B5EF4-FFF2-40B4-BE49-F238E27FC236}">
                <a16:creationId xmlns:a16="http://schemas.microsoft.com/office/drawing/2014/main" id="{8C625FAF-724F-782F-4337-79DD34FE8BA0}"/>
              </a:ext>
            </a:extLst>
          </p:cNvPr>
          <p:cNvSpPr txBox="1"/>
          <p:nvPr/>
        </p:nvSpPr>
        <p:spPr>
          <a:xfrm>
            <a:off x="9172544" y="5091634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377" name="TextBox 2376">
            <a:extLst>
              <a:ext uri="{FF2B5EF4-FFF2-40B4-BE49-F238E27FC236}">
                <a16:creationId xmlns:a16="http://schemas.microsoft.com/office/drawing/2014/main" id="{2A46D308-FCB8-5F50-D02A-6B19519E4D0F}"/>
              </a:ext>
            </a:extLst>
          </p:cNvPr>
          <p:cNvSpPr txBox="1"/>
          <p:nvPr/>
        </p:nvSpPr>
        <p:spPr>
          <a:xfrm>
            <a:off x="9349787" y="5084999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378" name="Rectangle 2377">
            <a:extLst>
              <a:ext uri="{FF2B5EF4-FFF2-40B4-BE49-F238E27FC236}">
                <a16:creationId xmlns:a16="http://schemas.microsoft.com/office/drawing/2014/main" id="{1F661CC4-FD77-9C59-67E3-6FEEC1966FFD}"/>
              </a:ext>
            </a:extLst>
          </p:cNvPr>
          <p:cNvSpPr/>
          <p:nvPr/>
        </p:nvSpPr>
        <p:spPr>
          <a:xfrm>
            <a:off x="9257202" y="533366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79" name="Rectangle 2378">
            <a:extLst>
              <a:ext uri="{FF2B5EF4-FFF2-40B4-BE49-F238E27FC236}">
                <a16:creationId xmlns:a16="http://schemas.microsoft.com/office/drawing/2014/main" id="{C19EE2E9-6A81-60D5-2B40-8CBA1106B7CF}"/>
              </a:ext>
            </a:extLst>
          </p:cNvPr>
          <p:cNvSpPr/>
          <p:nvPr/>
        </p:nvSpPr>
        <p:spPr>
          <a:xfrm>
            <a:off x="9044671" y="533027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45E3AD5B-5D18-84B6-6581-00B7052189D9}"/>
              </a:ext>
            </a:extLst>
          </p:cNvPr>
          <p:cNvSpPr/>
          <p:nvPr/>
        </p:nvSpPr>
        <p:spPr>
          <a:xfrm>
            <a:off x="9421453" y="533366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A57C356E-A523-95C2-0C4E-72BCDE87D238}"/>
              </a:ext>
            </a:extLst>
          </p:cNvPr>
          <p:cNvSpPr/>
          <p:nvPr/>
        </p:nvSpPr>
        <p:spPr>
          <a:xfrm>
            <a:off x="9255636" y="5341620"/>
            <a:ext cx="170227" cy="1947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5C056866-9A38-A7C3-761B-5AB7DE1E9FC2}"/>
              </a:ext>
            </a:extLst>
          </p:cNvPr>
          <p:cNvSpPr/>
          <p:nvPr/>
        </p:nvSpPr>
        <p:spPr>
          <a:xfrm>
            <a:off x="9043105" y="5337810"/>
            <a:ext cx="212329" cy="1972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D858AD45-4AC1-07BA-544F-7C0DEAC27C32}"/>
              </a:ext>
            </a:extLst>
          </p:cNvPr>
          <p:cNvSpPr/>
          <p:nvPr/>
        </p:nvSpPr>
        <p:spPr>
          <a:xfrm>
            <a:off x="9419887" y="5341621"/>
            <a:ext cx="170227" cy="1947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84" name="TextBox 2383">
            <a:extLst>
              <a:ext uri="{FF2B5EF4-FFF2-40B4-BE49-F238E27FC236}">
                <a16:creationId xmlns:a16="http://schemas.microsoft.com/office/drawing/2014/main" id="{B6C3C9DE-158A-2BA0-957E-3806B7AE231B}"/>
              </a:ext>
            </a:extLst>
          </p:cNvPr>
          <p:cNvSpPr txBox="1"/>
          <p:nvPr/>
        </p:nvSpPr>
        <p:spPr>
          <a:xfrm>
            <a:off x="9022380" y="534429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385" name="TextBox 2384">
            <a:extLst>
              <a:ext uri="{FF2B5EF4-FFF2-40B4-BE49-F238E27FC236}">
                <a16:creationId xmlns:a16="http://schemas.microsoft.com/office/drawing/2014/main" id="{C9B470E1-E4FB-444A-D7E6-29D6C41A4CF2}"/>
              </a:ext>
            </a:extLst>
          </p:cNvPr>
          <p:cNvSpPr txBox="1"/>
          <p:nvPr/>
        </p:nvSpPr>
        <p:spPr>
          <a:xfrm>
            <a:off x="8972847" y="5198169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386" name="TextBox 2385">
            <a:extLst>
              <a:ext uri="{FF2B5EF4-FFF2-40B4-BE49-F238E27FC236}">
                <a16:creationId xmlns:a16="http://schemas.microsoft.com/office/drawing/2014/main" id="{2B139630-01FF-770D-FAAA-4812A06DF877}"/>
              </a:ext>
            </a:extLst>
          </p:cNvPr>
          <p:cNvSpPr txBox="1"/>
          <p:nvPr/>
        </p:nvSpPr>
        <p:spPr>
          <a:xfrm>
            <a:off x="92151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87" name="TextBox 2386">
            <a:extLst>
              <a:ext uri="{FF2B5EF4-FFF2-40B4-BE49-F238E27FC236}">
                <a16:creationId xmlns:a16="http://schemas.microsoft.com/office/drawing/2014/main" id="{894F5B1E-B292-9924-1B80-5BAA59805E37}"/>
              </a:ext>
            </a:extLst>
          </p:cNvPr>
          <p:cNvSpPr txBox="1"/>
          <p:nvPr/>
        </p:nvSpPr>
        <p:spPr>
          <a:xfrm>
            <a:off x="8448988" y="5123495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5</a:t>
            </a:r>
          </a:p>
        </p:txBody>
      </p:sp>
      <p:sp>
        <p:nvSpPr>
          <p:cNvPr id="2388" name="TextBox 2387">
            <a:extLst>
              <a:ext uri="{FF2B5EF4-FFF2-40B4-BE49-F238E27FC236}">
                <a16:creationId xmlns:a16="http://schemas.microsoft.com/office/drawing/2014/main" id="{8E002127-7B69-53D2-8624-3B3A3B050631}"/>
              </a:ext>
            </a:extLst>
          </p:cNvPr>
          <p:cNvSpPr txBox="1"/>
          <p:nvPr/>
        </p:nvSpPr>
        <p:spPr>
          <a:xfrm>
            <a:off x="93802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26076822-9A3E-FA11-EADE-097E08007669}"/>
              </a:ext>
            </a:extLst>
          </p:cNvPr>
          <p:cNvSpPr/>
          <p:nvPr/>
        </p:nvSpPr>
        <p:spPr>
          <a:xfrm>
            <a:off x="9629855" y="541054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0" name="Isosceles Triangle 2389">
            <a:extLst>
              <a:ext uri="{FF2B5EF4-FFF2-40B4-BE49-F238E27FC236}">
                <a16:creationId xmlns:a16="http://schemas.microsoft.com/office/drawing/2014/main" id="{292BA41E-4A56-6388-021F-45438A5DC44C}"/>
              </a:ext>
            </a:extLst>
          </p:cNvPr>
          <p:cNvSpPr/>
          <p:nvPr/>
        </p:nvSpPr>
        <p:spPr>
          <a:xfrm rot="10800000">
            <a:off x="9659709" y="544328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09C67086-7F02-D5CA-5741-67F64401F9D5}"/>
              </a:ext>
            </a:extLst>
          </p:cNvPr>
          <p:cNvSpPr/>
          <p:nvPr/>
        </p:nvSpPr>
        <p:spPr>
          <a:xfrm>
            <a:off x="9628829" y="4284670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CE872AAD-5628-5127-00C6-38047E2F6E3D}"/>
              </a:ext>
            </a:extLst>
          </p:cNvPr>
          <p:cNvSpPr/>
          <p:nvPr/>
        </p:nvSpPr>
        <p:spPr>
          <a:xfrm>
            <a:off x="9629661" y="4161379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3" name="Isosceles Triangle 2392">
            <a:extLst>
              <a:ext uri="{FF2B5EF4-FFF2-40B4-BE49-F238E27FC236}">
                <a16:creationId xmlns:a16="http://schemas.microsoft.com/office/drawing/2014/main" id="{2ED31EC2-E4D1-3C4B-7880-303261612D4F}"/>
              </a:ext>
            </a:extLst>
          </p:cNvPr>
          <p:cNvSpPr/>
          <p:nvPr/>
        </p:nvSpPr>
        <p:spPr>
          <a:xfrm>
            <a:off x="9659515" y="4194120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08E2CC02-FC1F-3D43-7525-938C0C7E8272}"/>
              </a:ext>
            </a:extLst>
          </p:cNvPr>
          <p:cNvSpPr/>
          <p:nvPr/>
        </p:nvSpPr>
        <p:spPr>
          <a:xfrm>
            <a:off x="9629036" y="4288640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29CF565C-8E77-A6D0-1A66-2AF3CE6463D0}"/>
              </a:ext>
            </a:extLst>
          </p:cNvPr>
          <p:cNvSpPr/>
          <p:nvPr/>
        </p:nvSpPr>
        <p:spPr>
          <a:xfrm>
            <a:off x="9817099" y="41537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6" name="Rectangle 2395">
            <a:extLst>
              <a:ext uri="{FF2B5EF4-FFF2-40B4-BE49-F238E27FC236}">
                <a16:creationId xmlns:a16="http://schemas.microsoft.com/office/drawing/2014/main" id="{B88E54D2-402B-54E5-63EE-2E8E14181DE7}"/>
              </a:ext>
            </a:extLst>
          </p:cNvPr>
          <p:cNvSpPr/>
          <p:nvPr/>
        </p:nvSpPr>
        <p:spPr>
          <a:xfrm>
            <a:off x="9817100" y="41537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97" name="Rectangle 2396">
            <a:extLst>
              <a:ext uri="{FF2B5EF4-FFF2-40B4-BE49-F238E27FC236}">
                <a16:creationId xmlns:a16="http://schemas.microsoft.com/office/drawing/2014/main" id="{0DBE1A42-6229-4C8A-085A-632198061305}"/>
              </a:ext>
            </a:extLst>
          </p:cNvPr>
          <p:cNvSpPr/>
          <p:nvPr/>
        </p:nvSpPr>
        <p:spPr>
          <a:xfrm>
            <a:off x="10640726" y="41594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5C80462B-AC40-1AD7-F31D-DD615695E562}"/>
              </a:ext>
            </a:extLst>
          </p:cNvPr>
          <p:cNvSpPr/>
          <p:nvPr/>
        </p:nvSpPr>
        <p:spPr>
          <a:xfrm>
            <a:off x="10428195" y="41560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C255F8C3-3424-190B-8588-8A636A419E6D}"/>
              </a:ext>
            </a:extLst>
          </p:cNvPr>
          <p:cNvSpPr/>
          <p:nvPr/>
        </p:nvSpPr>
        <p:spPr>
          <a:xfrm>
            <a:off x="10804977" y="41594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0" name="Rectangle 2399">
            <a:extLst>
              <a:ext uri="{FF2B5EF4-FFF2-40B4-BE49-F238E27FC236}">
                <a16:creationId xmlns:a16="http://schemas.microsoft.com/office/drawing/2014/main" id="{2960AB64-C1C4-6375-61D6-7B4A2604F68F}"/>
              </a:ext>
            </a:extLst>
          </p:cNvPr>
          <p:cNvSpPr/>
          <p:nvPr/>
        </p:nvSpPr>
        <p:spPr>
          <a:xfrm>
            <a:off x="10643109" y="42618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1" name="Rectangle 2400">
            <a:extLst>
              <a:ext uri="{FF2B5EF4-FFF2-40B4-BE49-F238E27FC236}">
                <a16:creationId xmlns:a16="http://schemas.microsoft.com/office/drawing/2014/main" id="{8E17C57C-90A3-5B68-0AEE-DDA444AC5BF5}"/>
              </a:ext>
            </a:extLst>
          </p:cNvPr>
          <p:cNvSpPr/>
          <p:nvPr/>
        </p:nvSpPr>
        <p:spPr>
          <a:xfrm>
            <a:off x="10430578" y="42584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CFDC6645-0AA8-F7B4-DB6B-A4AFAD7C88EC}"/>
              </a:ext>
            </a:extLst>
          </p:cNvPr>
          <p:cNvSpPr/>
          <p:nvPr/>
        </p:nvSpPr>
        <p:spPr>
          <a:xfrm>
            <a:off x="10807360" y="42618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3" name="TextBox 2402">
            <a:extLst>
              <a:ext uri="{FF2B5EF4-FFF2-40B4-BE49-F238E27FC236}">
                <a16:creationId xmlns:a16="http://schemas.microsoft.com/office/drawing/2014/main" id="{55E1C9EE-AD40-3CD4-3E11-C6706E45FB83}"/>
              </a:ext>
            </a:extLst>
          </p:cNvPr>
          <p:cNvSpPr txBox="1"/>
          <p:nvPr/>
        </p:nvSpPr>
        <p:spPr>
          <a:xfrm>
            <a:off x="10558225" y="41198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04" name="TextBox 2403">
            <a:extLst>
              <a:ext uri="{FF2B5EF4-FFF2-40B4-BE49-F238E27FC236}">
                <a16:creationId xmlns:a16="http://schemas.microsoft.com/office/drawing/2014/main" id="{B491C862-D732-F6CC-A250-A907F60CFF09}"/>
              </a:ext>
            </a:extLst>
          </p:cNvPr>
          <p:cNvSpPr txBox="1"/>
          <p:nvPr/>
        </p:nvSpPr>
        <p:spPr>
          <a:xfrm>
            <a:off x="10735468" y="411318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4C297965-A6AF-8461-177D-A91BFEA3867C}"/>
              </a:ext>
            </a:extLst>
          </p:cNvPr>
          <p:cNvSpPr/>
          <p:nvPr/>
        </p:nvSpPr>
        <p:spPr>
          <a:xfrm>
            <a:off x="10642883" y="43618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C873D6ED-D4F4-FD3C-B90C-3063712C0203}"/>
              </a:ext>
            </a:extLst>
          </p:cNvPr>
          <p:cNvSpPr/>
          <p:nvPr/>
        </p:nvSpPr>
        <p:spPr>
          <a:xfrm>
            <a:off x="10430352" y="43584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7" name="Rectangle 2406">
            <a:extLst>
              <a:ext uri="{FF2B5EF4-FFF2-40B4-BE49-F238E27FC236}">
                <a16:creationId xmlns:a16="http://schemas.microsoft.com/office/drawing/2014/main" id="{CF6A441E-771D-CDE8-AE94-DA1356C7D6FB}"/>
              </a:ext>
            </a:extLst>
          </p:cNvPr>
          <p:cNvSpPr/>
          <p:nvPr/>
        </p:nvSpPr>
        <p:spPr>
          <a:xfrm>
            <a:off x="10807134" y="43618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8" name="Rectangle 2407">
            <a:extLst>
              <a:ext uri="{FF2B5EF4-FFF2-40B4-BE49-F238E27FC236}">
                <a16:creationId xmlns:a16="http://schemas.microsoft.com/office/drawing/2014/main" id="{ED3B6E35-85BC-15A7-E0BD-BC85F9331457}"/>
              </a:ext>
            </a:extLst>
          </p:cNvPr>
          <p:cNvSpPr/>
          <p:nvPr/>
        </p:nvSpPr>
        <p:spPr>
          <a:xfrm>
            <a:off x="10641317" y="4366261"/>
            <a:ext cx="170227" cy="19833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12504C6F-9F1E-475D-96D6-A2DA6BFF75C2}"/>
              </a:ext>
            </a:extLst>
          </p:cNvPr>
          <p:cNvSpPr/>
          <p:nvPr/>
        </p:nvSpPr>
        <p:spPr>
          <a:xfrm>
            <a:off x="10428786" y="4362451"/>
            <a:ext cx="212329" cy="20077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0" name="Rectangle 2409">
            <a:extLst>
              <a:ext uri="{FF2B5EF4-FFF2-40B4-BE49-F238E27FC236}">
                <a16:creationId xmlns:a16="http://schemas.microsoft.com/office/drawing/2014/main" id="{A2EA9C90-53D5-4F74-6FDD-A422FB11F87C}"/>
              </a:ext>
            </a:extLst>
          </p:cNvPr>
          <p:cNvSpPr/>
          <p:nvPr/>
        </p:nvSpPr>
        <p:spPr>
          <a:xfrm>
            <a:off x="10805568" y="4358640"/>
            <a:ext cx="170227" cy="2059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1" name="TextBox 2410">
            <a:extLst>
              <a:ext uri="{FF2B5EF4-FFF2-40B4-BE49-F238E27FC236}">
                <a16:creationId xmlns:a16="http://schemas.microsoft.com/office/drawing/2014/main" id="{7B5343B2-8410-B446-CCC8-580D082B11E2}"/>
              </a:ext>
            </a:extLst>
          </p:cNvPr>
          <p:cNvSpPr txBox="1"/>
          <p:nvPr/>
        </p:nvSpPr>
        <p:spPr>
          <a:xfrm>
            <a:off x="10408591" y="436877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12" name="TextBox 2411">
            <a:extLst>
              <a:ext uri="{FF2B5EF4-FFF2-40B4-BE49-F238E27FC236}">
                <a16:creationId xmlns:a16="http://schemas.microsoft.com/office/drawing/2014/main" id="{65115E43-E444-90B5-4222-51782BC74DA5}"/>
              </a:ext>
            </a:extLst>
          </p:cNvPr>
          <p:cNvSpPr txBox="1"/>
          <p:nvPr/>
        </p:nvSpPr>
        <p:spPr>
          <a:xfrm>
            <a:off x="10358528" y="42263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13" name="TextBox 2412">
            <a:extLst>
              <a:ext uri="{FF2B5EF4-FFF2-40B4-BE49-F238E27FC236}">
                <a16:creationId xmlns:a16="http://schemas.microsoft.com/office/drawing/2014/main" id="{DFCE9F84-54EB-C334-28F1-64D87048C47F}"/>
              </a:ext>
            </a:extLst>
          </p:cNvPr>
          <p:cNvSpPr txBox="1"/>
          <p:nvPr/>
        </p:nvSpPr>
        <p:spPr>
          <a:xfrm>
            <a:off x="106008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14" name="TextBox 2413">
            <a:extLst>
              <a:ext uri="{FF2B5EF4-FFF2-40B4-BE49-F238E27FC236}">
                <a16:creationId xmlns:a16="http://schemas.microsoft.com/office/drawing/2014/main" id="{E99D1063-C302-58D6-FCBF-384412B4DE84}"/>
              </a:ext>
            </a:extLst>
          </p:cNvPr>
          <p:cNvSpPr txBox="1"/>
          <p:nvPr/>
        </p:nvSpPr>
        <p:spPr>
          <a:xfrm>
            <a:off x="107659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ED727F15-21E7-0F87-CCDE-F2AF92A5C7DA}"/>
              </a:ext>
            </a:extLst>
          </p:cNvPr>
          <p:cNvSpPr/>
          <p:nvPr/>
        </p:nvSpPr>
        <p:spPr>
          <a:xfrm>
            <a:off x="9824897" y="4630847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16" name="Rectangle 2415">
            <a:extLst>
              <a:ext uri="{FF2B5EF4-FFF2-40B4-BE49-F238E27FC236}">
                <a16:creationId xmlns:a16="http://schemas.microsoft.com/office/drawing/2014/main" id="{603EADD4-C8B4-B0C7-509B-D7BA3EB3054C}"/>
              </a:ext>
            </a:extLst>
          </p:cNvPr>
          <p:cNvSpPr/>
          <p:nvPr/>
        </p:nvSpPr>
        <p:spPr>
          <a:xfrm>
            <a:off x="9824898" y="4630845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18" name="Rectangle 2417">
            <a:extLst>
              <a:ext uri="{FF2B5EF4-FFF2-40B4-BE49-F238E27FC236}">
                <a16:creationId xmlns:a16="http://schemas.microsoft.com/office/drawing/2014/main" id="{955862B0-C022-B7F8-C1F0-67855DB83C9D}"/>
              </a:ext>
            </a:extLst>
          </p:cNvPr>
          <p:cNvSpPr/>
          <p:nvPr/>
        </p:nvSpPr>
        <p:spPr>
          <a:xfrm>
            <a:off x="10648524" y="463651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0" name="Rectangle 2419">
            <a:extLst>
              <a:ext uri="{FF2B5EF4-FFF2-40B4-BE49-F238E27FC236}">
                <a16:creationId xmlns:a16="http://schemas.microsoft.com/office/drawing/2014/main" id="{14A6703D-8C11-5507-C5B8-BF6775B8329A}"/>
              </a:ext>
            </a:extLst>
          </p:cNvPr>
          <p:cNvSpPr/>
          <p:nvPr/>
        </p:nvSpPr>
        <p:spPr>
          <a:xfrm>
            <a:off x="10435993" y="4633128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1" name="Rectangle 2420">
            <a:extLst>
              <a:ext uri="{FF2B5EF4-FFF2-40B4-BE49-F238E27FC236}">
                <a16:creationId xmlns:a16="http://schemas.microsoft.com/office/drawing/2014/main" id="{C83AEF59-6873-9ABC-D126-C02150A3543E}"/>
              </a:ext>
            </a:extLst>
          </p:cNvPr>
          <p:cNvSpPr/>
          <p:nvPr/>
        </p:nvSpPr>
        <p:spPr>
          <a:xfrm>
            <a:off x="10812775" y="463651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2" name="Rectangle 2421">
            <a:extLst>
              <a:ext uri="{FF2B5EF4-FFF2-40B4-BE49-F238E27FC236}">
                <a16:creationId xmlns:a16="http://schemas.microsoft.com/office/drawing/2014/main" id="{25B318E5-4C5E-7D20-C84C-8E0D1AB29C4D}"/>
              </a:ext>
            </a:extLst>
          </p:cNvPr>
          <p:cNvSpPr/>
          <p:nvPr/>
        </p:nvSpPr>
        <p:spPr>
          <a:xfrm>
            <a:off x="10650907" y="473890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3" name="Rectangle 2422">
            <a:extLst>
              <a:ext uri="{FF2B5EF4-FFF2-40B4-BE49-F238E27FC236}">
                <a16:creationId xmlns:a16="http://schemas.microsoft.com/office/drawing/2014/main" id="{649ECFA0-1226-EE72-E90B-BDDF143E99A1}"/>
              </a:ext>
            </a:extLst>
          </p:cNvPr>
          <p:cNvSpPr/>
          <p:nvPr/>
        </p:nvSpPr>
        <p:spPr>
          <a:xfrm>
            <a:off x="10438376" y="473552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4" name="Rectangle 2423">
            <a:extLst>
              <a:ext uri="{FF2B5EF4-FFF2-40B4-BE49-F238E27FC236}">
                <a16:creationId xmlns:a16="http://schemas.microsoft.com/office/drawing/2014/main" id="{7B0B7583-4DBA-532E-4F9A-76809341D8C4}"/>
              </a:ext>
            </a:extLst>
          </p:cNvPr>
          <p:cNvSpPr/>
          <p:nvPr/>
        </p:nvSpPr>
        <p:spPr>
          <a:xfrm>
            <a:off x="10815158" y="473890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5" name="TextBox 2424">
            <a:extLst>
              <a:ext uri="{FF2B5EF4-FFF2-40B4-BE49-F238E27FC236}">
                <a16:creationId xmlns:a16="http://schemas.microsoft.com/office/drawing/2014/main" id="{6D3503F3-F05F-90F3-E251-41998CE5A768}"/>
              </a:ext>
            </a:extLst>
          </p:cNvPr>
          <p:cNvSpPr txBox="1"/>
          <p:nvPr/>
        </p:nvSpPr>
        <p:spPr>
          <a:xfrm>
            <a:off x="10566023" y="459688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26" name="TextBox 2425">
            <a:extLst>
              <a:ext uri="{FF2B5EF4-FFF2-40B4-BE49-F238E27FC236}">
                <a16:creationId xmlns:a16="http://schemas.microsoft.com/office/drawing/2014/main" id="{0AE8F9F0-35D6-058C-3755-3AED20FDAFDE}"/>
              </a:ext>
            </a:extLst>
          </p:cNvPr>
          <p:cNvSpPr txBox="1"/>
          <p:nvPr/>
        </p:nvSpPr>
        <p:spPr>
          <a:xfrm>
            <a:off x="10743266" y="459025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27" name="Rectangle 2426">
            <a:extLst>
              <a:ext uri="{FF2B5EF4-FFF2-40B4-BE49-F238E27FC236}">
                <a16:creationId xmlns:a16="http://schemas.microsoft.com/office/drawing/2014/main" id="{E5BE1BD5-2D25-798B-F3B1-C8C29735C8B2}"/>
              </a:ext>
            </a:extLst>
          </p:cNvPr>
          <p:cNvSpPr/>
          <p:nvPr/>
        </p:nvSpPr>
        <p:spPr>
          <a:xfrm>
            <a:off x="10650681" y="483891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8" name="Rectangle 2427">
            <a:extLst>
              <a:ext uri="{FF2B5EF4-FFF2-40B4-BE49-F238E27FC236}">
                <a16:creationId xmlns:a16="http://schemas.microsoft.com/office/drawing/2014/main" id="{30AAF7CF-597A-610B-56CD-88466C6AC94B}"/>
              </a:ext>
            </a:extLst>
          </p:cNvPr>
          <p:cNvSpPr/>
          <p:nvPr/>
        </p:nvSpPr>
        <p:spPr>
          <a:xfrm>
            <a:off x="10438150" y="483553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29" name="Rectangle 2428">
            <a:extLst>
              <a:ext uri="{FF2B5EF4-FFF2-40B4-BE49-F238E27FC236}">
                <a16:creationId xmlns:a16="http://schemas.microsoft.com/office/drawing/2014/main" id="{4CC3CA02-4FA4-4B5E-43B1-114CDD8D87E1}"/>
              </a:ext>
            </a:extLst>
          </p:cNvPr>
          <p:cNvSpPr/>
          <p:nvPr/>
        </p:nvSpPr>
        <p:spPr>
          <a:xfrm>
            <a:off x="10814932" y="483891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0" name="Rectangle 2429">
            <a:extLst>
              <a:ext uri="{FF2B5EF4-FFF2-40B4-BE49-F238E27FC236}">
                <a16:creationId xmlns:a16="http://schemas.microsoft.com/office/drawing/2014/main" id="{A5AE947C-477E-8C85-BF02-E6AB79FF1AD8}"/>
              </a:ext>
            </a:extLst>
          </p:cNvPr>
          <p:cNvSpPr/>
          <p:nvPr/>
        </p:nvSpPr>
        <p:spPr>
          <a:xfrm>
            <a:off x="10649115" y="4838700"/>
            <a:ext cx="170227" cy="20296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1" name="Rectangle 2430">
            <a:extLst>
              <a:ext uri="{FF2B5EF4-FFF2-40B4-BE49-F238E27FC236}">
                <a16:creationId xmlns:a16="http://schemas.microsoft.com/office/drawing/2014/main" id="{6F29CC36-3C35-D0AC-59FF-7EFE5049D0C8}"/>
              </a:ext>
            </a:extLst>
          </p:cNvPr>
          <p:cNvSpPr/>
          <p:nvPr/>
        </p:nvSpPr>
        <p:spPr>
          <a:xfrm>
            <a:off x="10436584" y="4834890"/>
            <a:ext cx="212329" cy="20539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65D4F6-14A4-F8B3-E3F3-0A8D377EC76B}"/>
              </a:ext>
            </a:extLst>
          </p:cNvPr>
          <p:cNvSpPr/>
          <p:nvPr/>
        </p:nvSpPr>
        <p:spPr>
          <a:xfrm>
            <a:off x="10813366" y="4842511"/>
            <a:ext cx="170227" cy="19915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BC820A6-E6E4-39E9-1B2E-29FFB34AB78E}"/>
              </a:ext>
            </a:extLst>
          </p:cNvPr>
          <p:cNvSpPr txBox="1"/>
          <p:nvPr/>
        </p:nvSpPr>
        <p:spPr>
          <a:xfrm>
            <a:off x="10423479" y="4851238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6A40B84-6938-B56D-3529-45E42DF90538}"/>
              </a:ext>
            </a:extLst>
          </p:cNvPr>
          <p:cNvSpPr txBox="1"/>
          <p:nvPr/>
        </p:nvSpPr>
        <p:spPr>
          <a:xfrm>
            <a:off x="10366326" y="4703423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5F221C0-529F-D84D-49EF-23917ACA1649}"/>
              </a:ext>
            </a:extLst>
          </p:cNvPr>
          <p:cNvSpPr txBox="1"/>
          <p:nvPr/>
        </p:nvSpPr>
        <p:spPr>
          <a:xfrm>
            <a:off x="10608638" y="470369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309F745-B343-4409-05D1-D6D4E236416E}"/>
              </a:ext>
            </a:extLst>
          </p:cNvPr>
          <p:cNvSpPr txBox="1"/>
          <p:nvPr/>
        </p:nvSpPr>
        <p:spPr>
          <a:xfrm>
            <a:off x="9864384" y="4621283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7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2768E94-DFAC-1A2D-38FA-2C3B394E3963}"/>
              </a:ext>
            </a:extLst>
          </p:cNvPr>
          <p:cNvSpPr txBox="1"/>
          <p:nvPr/>
        </p:nvSpPr>
        <p:spPr>
          <a:xfrm>
            <a:off x="10773738" y="470369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A4AA8254-1F84-C13A-3134-07C876FF3F63}"/>
              </a:ext>
            </a:extLst>
          </p:cNvPr>
          <p:cNvSpPr/>
          <p:nvPr/>
        </p:nvSpPr>
        <p:spPr>
          <a:xfrm>
            <a:off x="9832070" y="5125031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629E5570-2DC4-9BDE-F781-B5C44EECDEB7}"/>
              </a:ext>
            </a:extLst>
          </p:cNvPr>
          <p:cNvSpPr/>
          <p:nvPr/>
        </p:nvSpPr>
        <p:spPr>
          <a:xfrm>
            <a:off x="9832071" y="5125029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114C7F0-55DE-E929-577F-3C9020DE4445}"/>
              </a:ext>
            </a:extLst>
          </p:cNvPr>
          <p:cNvSpPr/>
          <p:nvPr/>
        </p:nvSpPr>
        <p:spPr>
          <a:xfrm>
            <a:off x="10655697" y="513069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AAF8598-F284-5DB6-2ED1-2DA4A04C2B25}"/>
              </a:ext>
            </a:extLst>
          </p:cNvPr>
          <p:cNvSpPr/>
          <p:nvPr/>
        </p:nvSpPr>
        <p:spPr>
          <a:xfrm>
            <a:off x="10443166" y="512731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4D60B97E-1CC3-5865-64EE-D9D3F9B0F226}"/>
              </a:ext>
            </a:extLst>
          </p:cNvPr>
          <p:cNvSpPr/>
          <p:nvPr/>
        </p:nvSpPr>
        <p:spPr>
          <a:xfrm>
            <a:off x="10819948" y="513069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82C88DF3-B3D1-4409-95FD-6E4D59DD3241}"/>
              </a:ext>
            </a:extLst>
          </p:cNvPr>
          <p:cNvSpPr/>
          <p:nvPr/>
        </p:nvSpPr>
        <p:spPr>
          <a:xfrm>
            <a:off x="10658080" y="523309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8C4A716-69A4-466C-DBE4-43446E77DBED}"/>
              </a:ext>
            </a:extLst>
          </p:cNvPr>
          <p:cNvSpPr/>
          <p:nvPr/>
        </p:nvSpPr>
        <p:spPr>
          <a:xfrm>
            <a:off x="10445549" y="522970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89FBB09-AB41-F04F-79A3-AC70BEB70CAD}"/>
              </a:ext>
            </a:extLst>
          </p:cNvPr>
          <p:cNvSpPr/>
          <p:nvPr/>
        </p:nvSpPr>
        <p:spPr>
          <a:xfrm>
            <a:off x="10822331" y="523308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E29DCF2-166A-6559-8880-49A511D878DB}"/>
              </a:ext>
            </a:extLst>
          </p:cNvPr>
          <p:cNvSpPr txBox="1"/>
          <p:nvPr/>
        </p:nvSpPr>
        <p:spPr>
          <a:xfrm>
            <a:off x="10573196" y="509107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F3ABB5F-2424-FCD2-FB68-3C9668BF7B19}"/>
              </a:ext>
            </a:extLst>
          </p:cNvPr>
          <p:cNvSpPr txBox="1"/>
          <p:nvPr/>
        </p:nvSpPr>
        <p:spPr>
          <a:xfrm>
            <a:off x="10750439" y="508443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B5F6311-9103-6D03-3CA6-9578BA4CF531}"/>
              </a:ext>
            </a:extLst>
          </p:cNvPr>
          <p:cNvSpPr/>
          <p:nvPr/>
        </p:nvSpPr>
        <p:spPr>
          <a:xfrm>
            <a:off x="10657854" y="533310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044A27C8-3903-D3B9-8C8B-AFE488E76D9B}"/>
              </a:ext>
            </a:extLst>
          </p:cNvPr>
          <p:cNvSpPr/>
          <p:nvPr/>
        </p:nvSpPr>
        <p:spPr>
          <a:xfrm>
            <a:off x="10445323" y="532971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4D427A66-8DE8-EA98-D232-A9E26AD5FF0E}"/>
              </a:ext>
            </a:extLst>
          </p:cNvPr>
          <p:cNvSpPr/>
          <p:nvPr/>
        </p:nvSpPr>
        <p:spPr>
          <a:xfrm>
            <a:off x="10822105" y="533309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AE32ABB-33D2-9830-F7D5-F30DEF743E06}"/>
              </a:ext>
            </a:extLst>
          </p:cNvPr>
          <p:cNvSpPr/>
          <p:nvPr/>
        </p:nvSpPr>
        <p:spPr>
          <a:xfrm>
            <a:off x="10656288" y="5337810"/>
            <a:ext cx="170227" cy="19803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3D22830-BACB-A513-1191-6DB90C107E8D}"/>
              </a:ext>
            </a:extLst>
          </p:cNvPr>
          <p:cNvSpPr/>
          <p:nvPr/>
        </p:nvSpPr>
        <p:spPr>
          <a:xfrm>
            <a:off x="10443757" y="5341620"/>
            <a:ext cx="212329" cy="1928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7650AEA9-930D-E753-6044-CBE4D4CBBAA4}"/>
              </a:ext>
            </a:extLst>
          </p:cNvPr>
          <p:cNvSpPr/>
          <p:nvPr/>
        </p:nvSpPr>
        <p:spPr>
          <a:xfrm>
            <a:off x="10820539" y="5337811"/>
            <a:ext cx="170227" cy="1980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178FCDE-EE81-EE7A-9F13-B9E8D67E7225}"/>
              </a:ext>
            </a:extLst>
          </p:cNvPr>
          <p:cNvSpPr txBox="1"/>
          <p:nvPr/>
        </p:nvSpPr>
        <p:spPr>
          <a:xfrm>
            <a:off x="10416544" y="535456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EC098D4-3A4D-7E5C-C436-FA0FDC09AA5F}"/>
              </a:ext>
            </a:extLst>
          </p:cNvPr>
          <p:cNvSpPr txBox="1"/>
          <p:nvPr/>
        </p:nvSpPr>
        <p:spPr>
          <a:xfrm>
            <a:off x="10373499" y="5197607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68461F06-E0F1-CB2A-51FA-E4A2E381F685}"/>
              </a:ext>
            </a:extLst>
          </p:cNvPr>
          <p:cNvSpPr txBox="1"/>
          <p:nvPr/>
        </p:nvSpPr>
        <p:spPr>
          <a:xfrm>
            <a:off x="106158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EA82EF4C-1E41-A1F6-D731-67C120A964F7}"/>
              </a:ext>
            </a:extLst>
          </p:cNvPr>
          <p:cNvSpPr txBox="1"/>
          <p:nvPr/>
        </p:nvSpPr>
        <p:spPr>
          <a:xfrm>
            <a:off x="9825932" y="511817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8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CD7B1CA-97AB-F87F-79E5-6873CF656842}"/>
              </a:ext>
            </a:extLst>
          </p:cNvPr>
          <p:cNvSpPr txBox="1"/>
          <p:nvPr/>
        </p:nvSpPr>
        <p:spPr>
          <a:xfrm>
            <a:off x="107809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9AED676-E880-3EF9-B6FD-B7A57E3391F9}"/>
              </a:ext>
            </a:extLst>
          </p:cNvPr>
          <p:cNvSpPr/>
          <p:nvPr/>
        </p:nvSpPr>
        <p:spPr>
          <a:xfrm>
            <a:off x="11030507" y="5409985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8" name="Isosceles Triangle 287">
            <a:extLst>
              <a:ext uri="{FF2B5EF4-FFF2-40B4-BE49-F238E27FC236}">
                <a16:creationId xmlns:a16="http://schemas.microsoft.com/office/drawing/2014/main" id="{FC6E62D2-09EA-AC80-5B0C-04E15DEA059F}"/>
              </a:ext>
            </a:extLst>
          </p:cNvPr>
          <p:cNvSpPr/>
          <p:nvPr/>
        </p:nvSpPr>
        <p:spPr>
          <a:xfrm rot="10800000">
            <a:off x="11060361" y="5442726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B43831B-7457-E6CE-DF14-14E1432427DD}"/>
              </a:ext>
            </a:extLst>
          </p:cNvPr>
          <p:cNvSpPr/>
          <p:nvPr/>
        </p:nvSpPr>
        <p:spPr>
          <a:xfrm>
            <a:off x="11029481" y="4284108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0B59DC8C-3281-79B8-7B87-E52AED8D2F8C}"/>
              </a:ext>
            </a:extLst>
          </p:cNvPr>
          <p:cNvSpPr/>
          <p:nvPr/>
        </p:nvSpPr>
        <p:spPr>
          <a:xfrm>
            <a:off x="11030313" y="416081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E6DD36BE-B4F3-031D-B17A-248627E666F3}"/>
              </a:ext>
            </a:extLst>
          </p:cNvPr>
          <p:cNvSpPr/>
          <p:nvPr/>
        </p:nvSpPr>
        <p:spPr>
          <a:xfrm>
            <a:off x="11060167" y="419355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6E6ECD7B-B58C-87BB-C347-A2629DE7904E}"/>
              </a:ext>
            </a:extLst>
          </p:cNvPr>
          <p:cNvSpPr/>
          <p:nvPr/>
        </p:nvSpPr>
        <p:spPr>
          <a:xfrm>
            <a:off x="11029688" y="4288078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3946C8EE-2552-B3F7-E042-959AFF87CDBE}"/>
              </a:ext>
            </a:extLst>
          </p:cNvPr>
          <p:cNvSpPr/>
          <p:nvPr/>
        </p:nvSpPr>
        <p:spPr>
          <a:xfrm>
            <a:off x="4871914" y="41384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05F311-E063-3EB1-A68D-6AE04A164C47}"/>
              </a:ext>
            </a:extLst>
          </p:cNvPr>
          <p:cNvSpPr/>
          <p:nvPr/>
        </p:nvSpPr>
        <p:spPr>
          <a:xfrm>
            <a:off x="4871915" y="41384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8A195707-4AA7-D523-363D-36FD5A5538F1}"/>
              </a:ext>
            </a:extLst>
          </p:cNvPr>
          <p:cNvSpPr/>
          <p:nvPr/>
        </p:nvSpPr>
        <p:spPr>
          <a:xfrm>
            <a:off x="5695541" y="41441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CCF0929D-49F2-3045-1A3C-F944B9139268}"/>
              </a:ext>
            </a:extLst>
          </p:cNvPr>
          <p:cNvSpPr/>
          <p:nvPr/>
        </p:nvSpPr>
        <p:spPr>
          <a:xfrm>
            <a:off x="5483010" y="41407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8B23FCB5-30ED-BD91-5623-189698D0C11F}"/>
              </a:ext>
            </a:extLst>
          </p:cNvPr>
          <p:cNvSpPr/>
          <p:nvPr/>
        </p:nvSpPr>
        <p:spPr>
          <a:xfrm>
            <a:off x="5859792" y="41441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90BF2C42-9BB7-05AC-1D24-83A868740A79}"/>
              </a:ext>
            </a:extLst>
          </p:cNvPr>
          <p:cNvSpPr/>
          <p:nvPr/>
        </p:nvSpPr>
        <p:spPr>
          <a:xfrm>
            <a:off x="5697924" y="42465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6179B2F3-05EB-2817-4135-FD60CB4A68B6}"/>
              </a:ext>
            </a:extLst>
          </p:cNvPr>
          <p:cNvSpPr/>
          <p:nvPr/>
        </p:nvSpPr>
        <p:spPr>
          <a:xfrm>
            <a:off x="5485393" y="42431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01304FE-E8E9-AE3F-D72F-3BAB73ED9DEB}"/>
              </a:ext>
            </a:extLst>
          </p:cNvPr>
          <p:cNvSpPr/>
          <p:nvPr/>
        </p:nvSpPr>
        <p:spPr>
          <a:xfrm>
            <a:off x="5862175" y="42465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EE32C205-317B-D148-A283-A2609FF93F21}"/>
              </a:ext>
            </a:extLst>
          </p:cNvPr>
          <p:cNvSpPr txBox="1"/>
          <p:nvPr/>
        </p:nvSpPr>
        <p:spPr>
          <a:xfrm>
            <a:off x="5613040" y="41045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9BC54F8-3891-DF7E-4ACF-A5DBC86A3891}"/>
              </a:ext>
            </a:extLst>
          </p:cNvPr>
          <p:cNvSpPr/>
          <p:nvPr/>
        </p:nvSpPr>
        <p:spPr>
          <a:xfrm>
            <a:off x="5697698" y="43465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67D9F209-1199-3F22-B60A-94B8B293C4C6}"/>
              </a:ext>
            </a:extLst>
          </p:cNvPr>
          <p:cNvSpPr/>
          <p:nvPr/>
        </p:nvSpPr>
        <p:spPr>
          <a:xfrm>
            <a:off x="5485167" y="43431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68CE13DD-7435-4897-C8BF-AB23FD8110CA}"/>
              </a:ext>
            </a:extLst>
          </p:cNvPr>
          <p:cNvSpPr/>
          <p:nvPr/>
        </p:nvSpPr>
        <p:spPr>
          <a:xfrm>
            <a:off x="5861949" y="43465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6DC8DAB9-05CA-CFB2-9205-5F8D7C2B48B3}"/>
              </a:ext>
            </a:extLst>
          </p:cNvPr>
          <p:cNvSpPr/>
          <p:nvPr/>
        </p:nvSpPr>
        <p:spPr>
          <a:xfrm>
            <a:off x="5696132" y="4351021"/>
            <a:ext cx="170227" cy="19827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EEB4E36-82AE-0F96-B841-117681D0486D}"/>
              </a:ext>
            </a:extLst>
          </p:cNvPr>
          <p:cNvSpPr/>
          <p:nvPr/>
        </p:nvSpPr>
        <p:spPr>
          <a:xfrm>
            <a:off x="5483601" y="4351021"/>
            <a:ext cx="212329" cy="19690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DF2AFA6-76C4-7B6B-0EC9-A47815D8F082}"/>
              </a:ext>
            </a:extLst>
          </p:cNvPr>
          <p:cNvSpPr/>
          <p:nvPr/>
        </p:nvSpPr>
        <p:spPr>
          <a:xfrm>
            <a:off x="5860383" y="4358640"/>
            <a:ext cx="170227" cy="1906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83F1277-5649-89E1-30A8-676FCE9B995C}"/>
              </a:ext>
            </a:extLst>
          </p:cNvPr>
          <p:cNvSpPr txBox="1"/>
          <p:nvPr/>
        </p:nvSpPr>
        <p:spPr>
          <a:xfrm>
            <a:off x="5462421" y="435708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1598E94-2A64-7FA5-D314-7AFA03F6E8FF}"/>
              </a:ext>
            </a:extLst>
          </p:cNvPr>
          <p:cNvSpPr txBox="1"/>
          <p:nvPr/>
        </p:nvSpPr>
        <p:spPr>
          <a:xfrm>
            <a:off x="5413343" y="42110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8422C53-98F2-1463-7C39-05356056720C}"/>
              </a:ext>
            </a:extLst>
          </p:cNvPr>
          <p:cNvSpPr txBox="1"/>
          <p:nvPr/>
        </p:nvSpPr>
        <p:spPr>
          <a:xfrm>
            <a:off x="56556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70D3C6BF-E885-1923-2E32-C7C32E62E61A}"/>
              </a:ext>
            </a:extLst>
          </p:cNvPr>
          <p:cNvSpPr txBox="1"/>
          <p:nvPr/>
        </p:nvSpPr>
        <p:spPr>
          <a:xfrm>
            <a:off x="4901481" y="4130279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1 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BDA7AAA9-6F4E-1910-EF4E-C47FD29C7AB7}"/>
              </a:ext>
            </a:extLst>
          </p:cNvPr>
          <p:cNvSpPr txBox="1"/>
          <p:nvPr/>
        </p:nvSpPr>
        <p:spPr>
          <a:xfrm>
            <a:off x="58207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341856A8-ECD9-CA20-812C-78917A3A5D46}"/>
              </a:ext>
            </a:extLst>
          </p:cNvPr>
          <p:cNvSpPr/>
          <p:nvPr/>
        </p:nvSpPr>
        <p:spPr>
          <a:xfrm>
            <a:off x="4879087" y="4632666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F167C254-1E42-BE01-7070-39D35336BF39}"/>
              </a:ext>
            </a:extLst>
          </p:cNvPr>
          <p:cNvSpPr/>
          <p:nvPr/>
        </p:nvSpPr>
        <p:spPr>
          <a:xfrm>
            <a:off x="4879088" y="4632664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2D3CEBEE-092F-2CFC-028D-F781B0190456}"/>
              </a:ext>
            </a:extLst>
          </p:cNvPr>
          <p:cNvSpPr/>
          <p:nvPr/>
        </p:nvSpPr>
        <p:spPr>
          <a:xfrm>
            <a:off x="5702714" y="463833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5D5966B2-2E28-58CD-BE70-32D36E061D4D}"/>
              </a:ext>
            </a:extLst>
          </p:cNvPr>
          <p:cNvSpPr/>
          <p:nvPr/>
        </p:nvSpPr>
        <p:spPr>
          <a:xfrm>
            <a:off x="5490183" y="463494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ECAE6DC5-A208-3835-7437-CEDE8E694BC0}"/>
              </a:ext>
            </a:extLst>
          </p:cNvPr>
          <p:cNvSpPr/>
          <p:nvPr/>
        </p:nvSpPr>
        <p:spPr>
          <a:xfrm>
            <a:off x="5866965" y="463833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0017354A-D20E-474F-490C-3D4766DB14BF}"/>
              </a:ext>
            </a:extLst>
          </p:cNvPr>
          <p:cNvSpPr/>
          <p:nvPr/>
        </p:nvSpPr>
        <p:spPr>
          <a:xfrm>
            <a:off x="5705097" y="474072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10FA94AF-8CE9-2120-8315-CCD8581D22D6}"/>
              </a:ext>
            </a:extLst>
          </p:cNvPr>
          <p:cNvSpPr/>
          <p:nvPr/>
        </p:nvSpPr>
        <p:spPr>
          <a:xfrm>
            <a:off x="5492566" y="473733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0" name="Rectangle 1599">
            <a:extLst>
              <a:ext uri="{FF2B5EF4-FFF2-40B4-BE49-F238E27FC236}">
                <a16:creationId xmlns:a16="http://schemas.microsoft.com/office/drawing/2014/main" id="{B5B86202-252C-76B8-C125-2D0491403249}"/>
              </a:ext>
            </a:extLst>
          </p:cNvPr>
          <p:cNvSpPr/>
          <p:nvPr/>
        </p:nvSpPr>
        <p:spPr>
          <a:xfrm>
            <a:off x="5869348" y="474072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8DCCD2AC-6250-96C1-0266-734113FB9165}"/>
              </a:ext>
            </a:extLst>
          </p:cNvPr>
          <p:cNvSpPr txBox="1"/>
          <p:nvPr/>
        </p:nvSpPr>
        <p:spPr>
          <a:xfrm>
            <a:off x="5620213" y="459870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602" name="Rectangle 1601">
            <a:extLst>
              <a:ext uri="{FF2B5EF4-FFF2-40B4-BE49-F238E27FC236}">
                <a16:creationId xmlns:a16="http://schemas.microsoft.com/office/drawing/2014/main" id="{71E38141-0FED-F191-6680-93A453A2E8EC}"/>
              </a:ext>
            </a:extLst>
          </p:cNvPr>
          <p:cNvSpPr/>
          <p:nvPr/>
        </p:nvSpPr>
        <p:spPr>
          <a:xfrm>
            <a:off x="5704871" y="484073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C7B4B3D0-74EB-1609-B010-64437A06DDC9}"/>
              </a:ext>
            </a:extLst>
          </p:cNvPr>
          <p:cNvSpPr/>
          <p:nvPr/>
        </p:nvSpPr>
        <p:spPr>
          <a:xfrm>
            <a:off x="5492340" y="483734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A313A30E-1F1D-8CDD-D32F-699D32531837}"/>
              </a:ext>
            </a:extLst>
          </p:cNvPr>
          <p:cNvSpPr/>
          <p:nvPr/>
        </p:nvSpPr>
        <p:spPr>
          <a:xfrm>
            <a:off x="5869122" y="484073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722EC0B2-8DF4-52A3-1B19-1CDCE0937DEF}"/>
              </a:ext>
            </a:extLst>
          </p:cNvPr>
          <p:cNvSpPr/>
          <p:nvPr/>
        </p:nvSpPr>
        <p:spPr>
          <a:xfrm>
            <a:off x="5703305" y="4838701"/>
            <a:ext cx="170227" cy="20478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F2E1F769-A602-6943-A893-012B1FAE1DD2}"/>
              </a:ext>
            </a:extLst>
          </p:cNvPr>
          <p:cNvSpPr/>
          <p:nvPr/>
        </p:nvSpPr>
        <p:spPr>
          <a:xfrm>
            <a:off x="5490774" y="4842511"/>
            <a:ext cx="212329" cy="19959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D41E8C91-BA7A-2B09-386F-EE33A79AC6E7}"/>
              </a:ext>
            </a:extLst>
          </p:cNvPr>
          <p:cNvSpPr/>
          <p:nvPr/>
        </p:nvSpPr>
        <p:spPr>
          <a:xfrm>
            <a:off x="5867556" y="4834890"/>
            <a:ext cx="170227" cy="20859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5F8B90BB-3B51-382E-3A6A-C977D26E58CB}"/>
              </a:ext>
            </a:extLst>
          </p:cNvPr>
          <p:cNvSpPr txBox="1"/>
          <p:nvPr/>
        </p:nvSpPr>
        <p:spPr>
          <a:xfrm>
            <a:off x="5463466" y="485079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87ACFA3C-FE46-5056-45D5-3A87CB23F5D9}"/>
              </a:ext>
            </a:extLst>
          </p:cNvPr>
          <p:cNvSpPr txBox="1"/>
          <p:nvPr/>
        </p:nvSpPr>
        <p:spPr>
          <a:xfrm>
            <a:off x="5420516" y="4705242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2A76E51E-263A-E5D4-8622-D0F61C338C9A}"/>
              </a:ext>
            </a:extLst>
          </p:cNvPr>
          <p:cNvSpPr txBox="1"/>
          <p:nvPr/>
        </p:nvSpPr>
        <p:spPr>
          <a:xfrm>
            <a:off x="5662828" y="470551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529B1E55-59DC-4679-02F8-7D14237AB8C5}"/>
              </a:ext>
            </a:extLst>
          </p:cNvPr>
          <p:cNvSpPr txBox="1"/>
          <p:nvPr/>
        </p:nvSpPr>
        <p:spPr>
          <a:xfrm>
            <a:off x="4879013" y="4623845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2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18F692A6-E57F-2F93-CB6E-87363AF19B66}"/>
              </a:ext>
            </a:extLst>
          </p:cNvPr>
          <p:cNvSpPr txBox="1"/>
          <p:nvPr/>
        </p:nvSpPr>
        <p:spPr>
          <a:xfrm>
            <a:off x="5827928" y="470551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A77D909-0C8D-F3BB-18DD-BF9D286E985C}"/>
              </a:ext>
            </a:extLst>
          </p:cNvPr>
          <p:cNvSpPr txBox="1"/>
          <p:nvPr/>
        </p:nvSpPr>
        <p:spPr>
          <a:xfrm>
            <a:off x="8460267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3 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B1FDB597-6356-1A11-BF3F-FEFD5DB91272}"/>
              </a:ext>
            </a:extLst>
          </p:cNvPr>
          <p:cNvSpPr txBox="1"/>
          <p:nvPr/>
        </p:nvSpPr>
        <p:spPr>
          <a:xfrm>
            <a:off x="9881301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6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E8C8C0-3B7F-8CAB-6035-BCE6D9B4E623}"/>
              </a:ext>
            </a:extLst>
          </p:cNvPr>
          <p:cNvSpPr/>
          <p:nvPr/>
        </p:nvSpPr>
        <p:spPr>
          <a:xfrm>
            <a:off x="6089911" y="413748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136C11-0618-5C64-B36B-6B5661C1FE12}"/>
              </a:ext>
            </a:extLst>
          </p:cNvPr>
          <p:cNvSpPr/>
          <p:nvPr/>
        </p:nvSpPr>
        <p:spPr>
          <a:xfrm>
            <a:off x="6089912" y="4137485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47852C-F716-8F1D-26E9-136E0E0566F4}"/>
              </a:ext>
            </a:extLst>
          </p:cNvPr>
          <p:cNvSpPr/>
          <p:nvPr/>
        </p:nvSpPr>
        <p:spPr>
          <a:xfrm>
            <a:off x="6913538" y="414315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10945-FD60-C9E6-97DF-F80E579F1365}"/>
              </a:ext>
            </a:extLst>
          </p:cNvPr>
          <p:cNvSpPr/>
          <p:nvPr/>
        </p:nvSpPr>
        <p:spPr>
          <a:xfrm>
            <a:off x="6701007" y="413976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043EB5-6831-053D-DED6-4578522982C4}"/>
              </a:ext>
            </a:extLst>
          </p:cNvPr>
          <p:cNvSpPr/>
          <p:nvPr/>
        </p:nvSpPr>
        <p:spPr>
          <a:xfrm>
            <a:off x="7077789" y="414315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4C71FE-8D1E-868F-53C4-6E178D43760D}"/>
              </a:ext>
            </a:extLst>
          </p:cNvPr>
          <p:cNvSpPr/>
          <p:nvPr/>
        </p:nvSpPr>
        <p:spPr>
          <a:xfrm>
            <a:off x="6915921" y="424554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63D6DB-6625-9BC6-39A9-A303B4FA9396}"/>
              </a:ext>
            </a:extLst>
          </p:cNvPr>
          <p:cNvSpPr/>
          <p:nvPr/>
        </p:nvSpPr>
        <p:spPr>
          <a:xfrm>
            <a:off x="6703390" y="42421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25CD16-D1EE-0026-0A67-7CFDB00B7C78}"/>
              </a:ext>
            </a:extLst>
          </p:cNvPr>
          <p:cNvSpPr/>
          <p:nvPr/>
        </p:nvSpPr>
        <p:spPr>
          <a:xfrm>
            <a:off x="7080172" y="424554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4FB257-5719-EBFC-2BF0-582A2CB9F290}"/>
              </a:ext>
            </a:extLst>
          </p:cNvPr>
          <p:cNvSpPr txBox="1"/>
          <p:nvPr/>
        </p:nvSpPr>
        <p:spPr>
          <a:xfrm>
            <a:off x="6831037" y="410352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88EE1539-A6BF-7264-4167-F4D4AC10F733}"/>
              </a:ext>
            </a:extLst>
          </p:cNvPr>
          <p:cNvSpPr/>
          <p:nvPr/>
        </p:nvSpPr>
        <p:spPr>
          <a:xfrm>
            <a:off x="6915695" y="434555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A38424B3-A634-AE9A-D565-2C23A65D107A}"/>
              </a:ext>
            </a:extLst>
          </p:cNvPr>
          <p:cNvSpPr/>
          <p:nvPr/>
        </p:nvSpPr>
        <p:spPr>
          <a:xfrm>
            <a:off x="6703164" y="434217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5504F328-4C03-DF8B-9BF9-15DF78EC5924}"/>
              </a:ext>
            </a:extLst>
          </p:cNvPr>
          <p:cNvSpPr/>
          <p:nvPr/>
        </p:nvSpPr>
        <p:spPr>
          <a:xfrm>
            <a:off x="7079946" y="434555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75D1EC28-E40C-1218-945A-F15F33672CAF}"/>
              </a:ext>
            </a:extLst>
          </p:cNvPr>
          <p:cNvSpPr/>
          <p:nvPr/>
        </p:nvSpPr>
        <p:spPr>
          <a:xfrm>
            <a:off x="6914129" y="4351020"/>
            <a:ext cx="170227" cy="197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7B9A259-5A98-209E-33C4-416096FCA5EE}"/>
              </a:ext>
            </a:extLst>
          </p:cNvPr>
          <p:cNvSpPr/>
          <p:nvPr/>
        </p:nvSpPr>
        <p:spPr>
          <a:xfrm>
            <a:off x="6701598" y="4343400"/>
            <a:ext cx="212329" cy="203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D5B7051-FAB5-FDE9-F715-D546B85DE2F3}"/>
              </a:ext>
            </a:extLst>
          </p:cNvPr>
          <p:cNvSpPr/>
          <p:nvPr/>
        </p:nvSpPr>
        <p:spPr>
          <a:xfrm>
            <a:off x="7078380" y="4347211"/>
            <a:ext cx="170227" cy="2010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BC15D2A-1056-BBE9-A102-23FBD29E2229}"/>
              </a:ext>
            </a:extLst>
          </p:cNvPr>
          <p:cNvSpPr txBox="1"/>
          <p:nvPr/>
        </p:nvSpPr>
        <p:spPr>
          <a:xfrm>
            <a:off x="6682370" y="4345136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6F59580-C994-0276-6B07-7ABCE8524A34}"/>
              </a:ext>
            </a:extLst>
          </p:cNvPr>
          <p:cNvSpPr txBox="1"/>
          <p:nvPr/>
        </p:nvSpPr>
        <p:spPr>
          <a:xfrm>
            <a:off x="6631340" y="421006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47A79AC-3074-E820-852F-A1274451404E}"/>
              </a:ext>
            </a:extLst>
          </p:cNvPr>
          <p:cNvSpPr txBox="1"/>
          <p:nvPr/>
        </p:nvSpPr>
        <p:spPr>
          <a:xfrm>
            <a:off x="6873652" y="421033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DC0B031-4357-21A5-BFFC-38BC1B05652C}"/>
              </a:ext>
            </a:extLst>
          </p:cNvPr>
          <p:cNvSpPr txBox="1"/>
          <p:nvPr/>
        </p:nvSpPr>
        <p:spPr>
          <a:xfrm>
            <a:off x="6134738" y="4073175"/>
            <a:ext cx="7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CA75F86-C12B-BB19-B403-1406052B99EE}"/>
              </a:ext>
            </a:extLst>
          </p:cNvPr>
          <p:cNvSpPr txBox="1"/>
          <p:nvPr/>
        </p:nvSpPr>
        <p:spPr>
          <a:xfrm>
            <a:off x="7038752" y="421033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615" name="Rectangle 1614">
            <a:extLst>
              <a:ext uri="{FF2B5EF4-FFF2-40B4-BE49-F238E27FC236}">
                <a16:creationId xmlns:a16="http://schemas.microsoft.com/office/drawing/2014/main" id="{132CD145-9FB4-A531-1F8C-5C69C66C0BC8}"/>
              </a:ext>
            </a:extLst>
          </p:cNvPr>
          <p:cNvSpPr/>
          <p:nvPr/>
        </p:nvSpPr>
        <p:spPr>
          <a:xfrm>
            <a:off x="6921500" y="303482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5189E11A-616D-547C-AA8B-E38294BBE9CC}"/>
              </a:ext>
            </a:extLst>
          </p:cNvPr>
          <p:cNvSpPr/>
          <p:nvPr/>
        </p:nvSpPr>
        <p:spPr>
          <a:xfrm>
            <a:off x="7710043" y="3034823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FEB6E484-16B0-161F-C4BD-B56FBAF376A9}"/>
              </a:ext>
            </a:extLst>
          </p:cNvPr>
          <p:cNvSpPr/>
          <p:nvPr/>
        </p:nvSpPr>
        <p:spPr>
          <a:xfrm>
            <a:off x="6921500" y="2914174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Rectangle 1617">
            <a:extLst>
              <a:ext uri="{FF2B5EF4-FFF2-40B4-BE49-F238E27FC236}">
                <a16:creationId xmlns:a16="http://schemas.microsoft.com/office/drawing/2014/main" id="{D3556C89-F43A-ED56-1594-6CC922C0C413}"/>
              </a:ext>
            </a:extLst>
          </p:cNvPr>
          <p:cNvSpPr/>
          <p:nvPr/>
        </p:nvSpPr>
        <p:spPr>
          <a:xfrm>
            <a:off x="6921500" y="340146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9" name="Rectangle 1618">
            <a:extLst>
              <a:ext uri="{FF2B5EF4-FFF2-40B4-BE49-F238E27FC236}">
                <a16:creationId xmlns:a16="http://schemas.microsoft.com/office/drawing/2014/main" id="{61362621-FFE8-241E-C236-6FF5CB8D69E7}"/>
              </a:ext>
            </a:extLst>
          </p:cNvPr>
          <p:cNvSpPr/>
          <p:nvPr/>
        </p:nvSpPr>
        <p:spPr>
          <a:xfrm>
            <a:off x="7710044" y="3037154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0" name="Rectangle 1619">
            <a:extLst>
              <a:ext uri="{FF2B5EF4-FFF2-40B4-BE49-F238E27FC236}">
                <a16:creationId xmlns:a16="http://schemas.microsoft.com/office/drawing/2014/main" id="{DFFEEDBD-AE7A-21EF-91B8-658DFA0D64D2}"/>
              </a:ext>
            </a:extLst>
          </p:cNvPr>
          <p:cNvSpPr/>
          <p:nvPr/>
        </p:nvSpPr>
        <p:spPr>
          <a:xfrm>
            <a:off x="7710043" y="3157833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1" name="Rectangle 1620">
            <a:extLst>
              <a:ext uri="{FF2B5EF4-FFF2-40B4-BE49-F238E27FC236}">
                <a16:creationId xmlns:a16="http://schemas.microsoft.com/office/drawing/2014/main" id="{CBA70629-02C8-328B-1294-A2F76AB7098F}"/>
              </a:ext>
            </a:extLst>
          </p:cNvPr>
          <p:cNvSpPr/>
          <p:nvPr/>
        </p:nvSpPr>
        <p:spPr>
          <a:xfrm>
            <a:off x="7710043" y="3278512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3A8B9C1A-F44D-65B3-8072-35C626129099}"/>
              </a:ext>
            </a:extLst>
          </p:cNvPr>
          <p:cNvSpPr txBox="1"/>
          <p:nvPr/>
        </p:nvSpPr>
        <p:spPr>
          <a:xfrm>
            <a:off x="7246990" y="336215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23" name="Straight Connector 1622">
            <a:extLst>
              <a:ext uri="{FF2B5EF4-FFF2-40B4-BE49-F238E27FC236}">
                <a16:creationId xmlns:a16="http://schemas.microsoft.com/office/drawing/2014/main" id="{531A60AC-C3C6-2892-FFD3-23572BC8A4A8}"/>
              </a:ext>
            </a:extLst>
          </p:cNvPr>
          <p:cNvCxnSpPr>
            <a:cxnSpLocks/>
          </p:cNvCxnSpPr>
          <p:nvPr/>
        </p:nvCxnSpPr>
        <p:spPr>
          <a:xfrm>
            <a:off x="7116028" y="340146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Straight Connector 1623">
            <a:extLst>
              <a:ext uri="{FF2B5EF4-FFF2-40B4-BE49-F238E27FC236}">
                <a16:creationId xmlns:a16="http://schemas.microsoft.com/office/drawing/2014/main" id="{B9CA57DA-8B25-6E45-D77E-7F427D3B636A}"/>
              </a:ext>
            </a:extLst>
          </p:cNvPr>
          <p:cNvCxnSpPr>
            <a:cxnSpLocks/>
          </p:cNvCxnSpPr>
          <p:nvPr/>
        </p:nvCxnSpPr>
        <p:spPr>
          <a:xfrm>
            <a:off x="7297003" y="340147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Straight Connector 1624">
            <a:extLst>
              <a:ext uri="{FF2B5EF4-FFF2-40B4-BE49-F238E27FC236}">
                <a16:creationId xmlns:a16="http://schemas.microsoft.com/office/drawing/2014/main" id="{1D725F4C-F31B-C7E2-DA54-C571A618E2FB}"/>
              </a:ext>
            </a:extLst>
          </p:cNvPr>
          <p:cNvCxnSpPr>
            <a:cxnSpLocks/>
          </p:cNvCxnSpPr>
          <p:nvPr/>
        </p:nvCxnSpPr>
        <p:spPr>
          <a:xfrm>
            <a:off x="7427970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6" name="Straight Connector 1625">
            <a:extLst>
              <a:ext uri="{FF2B5EF4-FFF2-40B4-BE49-F238E27FC236}">
                <a16:creationId xmlns:a16="http://schemas.microsoft.com/office/drawing/2014/main" id="{8C33A9EB-271F-BEFD-5194-DBF088521DE9}"/>
              </a:ext>
            </a:extLst>
          </p:cNvPr>
          <p:cNvCxnSpPr>
            <a:cxnSpLocks/>
          </p:cNvCxnSpPr>
          <p:nvPr/>
        </p:nvCxnSpPr>
        <p:spPr>
          <a:xfrm>
            <a:off x="7556554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7" name="TextBox 1626">
            <a:extLst>
              <a:ext uri="{FF2B5EF4-FFF2-40B4-BE49-F238E27FC236}">
                <a16:creationId xmlns:a16="http://schemas.microsoft.com/office/drawing/2014/main" id="{71FD672F-C9AB-238B-D8D8-935C7688DC35}"/>
              </a:ext>
            </a:extLst>
          </p:cNvPr>
          <p:cNvSpPr txBox="1"/>
          <p:nvPr/>
        </p:nvSpPr>
        <p:spPr>
          <a:xfrm>
            <a:off x="7630261" y="3021688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EA43A0CC-54E1-678C-5F14-7B4C4CB89574}"/>
              </a:ext>
            </a:extLst>
          </p:cNvPr>
          <p:cNvSpPr txBox="1"/>
          <p:nvPr/>
        </p:nvSpPr>
        <p:spPr>
          <a:xfrm>
            <a:off x="7669716" y="3141474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1C18C852-1B95-BCDB-B95B-7609C1E07C01}"/>
              </a:ext>
            </a:extLst>
          </p:cNvPr>
          <p:cNvSpPr txBox="1"/>
          <p:nvPr/>
        </p:nvSpPr>
        <p:spPr>
          <a:xfrm>
            <a:off x="7640048" y="3263728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5BA601F7-0DDB-742B-F7BA-C2FE6DDC92AB}"/>
              </a:ext>
            </a:extLst>
          </p:cNvPr>
          <p:cNvSpPr txBox="1"/>
          <p:nvPr/>
        </p:nvSpPr>
        <p:spPr>
          <a:xfrm>
            <a:off x="7701549" y="3378864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31" name="Rectangle 1630">
            <a:extLst>
              <a:ext uri="{FF2B5EF4-FFF2-40B4-BE49-F238E27FC236}">
                <a16:creationId xmlns:a16="http://schemas.microsoft.com/office/drawing/2014/main" id="{0E2F66A9-D35C-99AD-F275-9D9A1EE1D2F6}"/>
              </a:ext>
            </a:extLst>
          </p:cNvPr>
          <p:cNvSpPr/>
          <p:nvPr/>
        </p:nvSpPr>
        <p:spPr>
          <a:xfrm>
            <a:off x="7710043" y="3404915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1DB701E9-A7DC-678F-33F8-85E1EB4F5627}"/>
              </a:ext>
            </a:extLst>
          </p:cNvPr>
          <p:cNvSpPr/>
          <p:nvPr/>
        </p:nvSpPr>
        <p:spPr>
          <a:xfrm>
            <a:off x="7933694" y="315726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14CB292D-EB33-427F-427B-2B2AD6C38617}"/>
              </a:ext>
            </a:extLst>
          </p:cNvPr>
          <p:cNvSpPr/>
          <p:nvPr/>
        </p:nvSpPr>
        <p:spPr>
          <a:xfrm>
            <a:off x="7933692" y="328109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45CCC4E7-78FA-6B9A-F183-439643003AC3}"/>
              </a:ext>
            </a:extLst>
          </p:cNvPr>
          <p:cNvSpPr txBox="1"/>
          <p:nvPr/>
        </p:nvSpPr>
        <p:spPr>
          <a:xfrm>
            <a:off x="7927734" y="314405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A5AA71EB-B38A-2F8B-7802-343C85189FDD}"/>
              </a:ext>
            </a:extLst>
          </p:cNvPr>
          <p:cNvSpPr/>
          <p:nvPr/>
        </p:nvSpPr>
        <p:spPr>
          <a:xfrm>
            <a:off x="7936866" y="291445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9FEBF318-3B5C-A96D-8219-7AF14633AFF0}"/>
              </a:ext>
            </a:extLst>
          </p:cNvPr>
          <p:cNvSpPr/>
          <p:nvPr/>
        </p:nvSpPr>
        <p:spPr>
          <a:xfrm>
            <a:off x="8069229" y="291394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0" name="Rectangle 1639">
            <a:extLst>
              <a:ext uri="{FF2B5EF4-FFF2-40B4-BE49-F238E27FC236}">
                <a16:creationId xmlns:a16="http://schemas.microsoft.com/office/drawing/2014/main" id="{34B89699-9E9C-D19E-05B6-A8105A81A91B}"/>
              </a:ext>
            </a:extLst>
          </p:cNvPr>
          <p:cNvSpPr/>
          <p:nvPr/>
        </p:nvSpPr>
        <p:spPr>
          <a:xfrm>
            <a:off x="7710016" y="2914157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0A1576C4-C422-9323-A0D4-0BA208606333}"/>
              </a:ext>
            </a:extLst>
          </p:cNvPr>
          <p:cNvSpPr/>
          <p:nvPr/>
        </p:nvSpPr>
        <p:spPr>
          <a:xfrm>
            <a:off x="8069605" y="315820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Rectangle 1643">
            <a:extLst>
              <a:ext uri="{FF2B5EF4-FFF2-40B4-BE49-F238E27FC236}">
                <a16:creationId xmlns:a16="http://schemas.microsoft.com/office/drawing/2014/main" id="{4096A228-4497-4A1B-3137-9E23F16A0832}"/>
              </a:ext>
            </a:extLst>
          </p:cNvPr>
          <p:cNvSpPr/>
          <p:nvPr/>
        </p:nvSpPr>
        <p:spPr>
          <a:xfrm>
            <a:off x="8068598" y="328132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5A358306-5B04-1066-C741-1A59537A4A67}"/>
              </a:ext>
            </a:extLst>
          </p:cNvPr>
          <p:cNvSpPr/>
          <p:nvPr/>
        </p:nvSpPr>
        <p:spPr>
          <a:xfrm>
            <a:off x="7936838" y="3035897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89354A6A-7545-E403-5752-3882DE188647}"/>
              </a:ext>
            </a:extLst>
          </p:cNvPr>
          <p:cNvSpPr txBox="1"/>
          <p:nvPr/>
        </p:nvSpPr>
        <p:spPr>
          <a:xfrm>
            <a:off x="7866110" y="2897849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BAF327FF-21CC-85B8-83A8-82CE0150C50A}"/>
              </a:ext>
            </a:extLst>
          </p:cNvPr>
          <p:cNvSpPr txBox="1"/>
          <p:nvPr/>
        </p:nvSpPr>
        <p:spPr>
          <a:xfrm>
            <a:off x="7938329" y="3019950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68FCCA7B-2A5B-1875-7DC0-667CE683263D}"/>
              </a:ext>
            </a:extLst>
          </p:cNvPr>
          <p:cNvSpPr txBox="1"/>
          <p:nvPr/>
        </p:nvSpPr>
        <p:spPr>
          <a:xfrm>
            <a:off x="8002140" y="2898016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B4DFE06A-0684-A3EF-7FC5-CB265C870390}"/>
              </a:ext>
            </a:extLst>
          </p:cNvPr>
          <p:cNvSpPr txBox="1"/>
          <p:nvPr/>
        </p:nvSpPr>
        <p:spPr>
          <a:xfrm>
            <a:off x="8063148" y="314249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ACD945EF-37E1-D502-A348-AC442074EDEB}"/>
              </a:ext>
            </a:extLst>
          </p:cNvPr>
          <p:cNvSpPr txBox="1"/>
          <p:nvPr/>
        </p:nvSpPr>
        <p:spPr>
          <a:xfrm>
            <a:off x="6858616" y="3000343"/>
            <a:ext cx="872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Yield strength</a:t>
            </a:r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5EDE2813-3FF0-E9D5-112E-A26B36CE1D22}"/>
              </a:ext>
            </a:extLst>
          </p:cNvPr>
          <p:cNvSpPr/>
          <p:nvPr/>
        </p:nvSpPr>
        <p:spPr>
          <a:xfrm>
            <a:off x="8541726" y="303520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2" name="Rectangle 1651">
            <a:extLst>
              <a:ext uri="{FF2B5EF4-FFF2-40B4-BE49-F238E27FC236}">
                <a16:creationId xmlns:a16="http://schemas.microsoft.com/office/drawing/2014/main" id="{A534E528-F633-1A77-C043-9F124F90EF74}"/>
              </a:ext>
            </a:extLst>
          </p:cNvPr>
          <p:cNvSpPr/>
          <p:nvPr/>
        </p:nvSpPr>
        <p:spPr>
          <a:xfrm>
            <a:off x="9330269" y="30352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3" name="Rectangle 1652">
            <a:extLst>
              <a:ext uri="{FF2B5EF4-FFF2-40B4-BE49-F238E27FC236}">
                <a16:creationId xmlns:a16="http://schemas.microsoft.com/office/drawing/2014/main" id="{E23AD3F2-9B3E-C840-7C32-BDCECC9CDE55}"/>
              </a:ext>
            </a:extLst>
          </p:cNvPr>
          <p:cNvSpPr/>
          <p:nvPr/>
        </p:nvSpPr>
        <p:spPr>
          <a:xfrm>
            <a:off x="8541726" y="291455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4" name="Rectangle 1653">
            <a:extLst>
              <a:ext uri="{FF2B5EF4-FFF2-40B4-BE49-F238E27FC236}">
                <a16:creationId xmlns:a16="http://schemas.microsoft.com/office/drawing/2014/main" id="{A212C738-ABFA-D65B-70B7-C7D5E4DA8C04}"/>
              </a:ext>
            </a:extLst>
          </p:cNvPr>
          <p:cNvSpPr/>
          <p:nvPr/>
        </p:nvSpPr>
        <p:spPr>
          <a:xfrm>
            <a:off x="8541726" y="340185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5" name="Rectangle 1654">
            <a:extLst>
              <a:ext uri="{FF2B5EF4-FFF2-40B4-BE49-F238E27FC236}">
                <a16:creationId xmlns:a16="http://schemas.microsoft.com/office/drawing/2014/main" id="{B26F8C76-334F-51C2-5344-06EA096FEBFC}"/>
              </a:ext>
            </a:extLst>
          </p:cNvPr>
          <p:cNvSpPr/>
          <p:nvPr/>
        </p:nvSpPr>
        <p:spPr>
          <a:xfrm>
            <a:off x="9330270" y="30375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CF443CE6-E89A-4DA1-760A-8E2B77221DCA}"/>
              </a:ext>
            </a:extLst>
          </p:cNvPr>
          <p:cNvSpPr/>
          <p:nvPr/>
        </p:nvSpPr>
        <p:spPr>
          <a:xfrm>
            <a:off x="9330269" y="31582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7" name="Rectangle 1656">
            <a:extLst>
              <a:ext uri="{FF2B5EF4-FFF2-40B4-BE49-F238E27FC236}">
                <a16:creationId xmlns:a16="http://schemas.microsoft.com/office/drawing/2014/main" id="{2620311B-0897-8C67-5980-41DDAD9D59FA}"/>
              </a:ext>
            </a:extLst>
          </p:cNvPr>
          <p:cNvSpPr/>
          <p:nvPr/>
        </p:nvSpPr>
        <p:spPr>
          <a:xfrm>
            <a:off x="9330269" y="32788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A9905602-057C-5948-7578-C6CC6AEEA63D}"/>
              </a:ext>
            </a:extLst>
          </p:cNvPr>
          <p:cNvSpPr txBox="1"/>
          <p:nvPr/>
        </p:nvSpPr>
        <p:spPr>
          <a:xfrm>
            <a:off x="8867216" y="33625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59" name="Straight Connector 1658">
            <a:extLst>
              <a:ext uri="{FF2B5EF4-FFF2-40B4-BE49-F238E27FC236}">
                <a16:creationId xmlns:a16="http://schemas.microsoft.com/office/drawing/2014/main" id="{3C691368-9869-2D9D-86B7-CED0F9AF855E}"/>
              </a:ext>
            </a:extLst>
          </p:cNvPr>
          <p:cNvCxnSpPr>
            <a:cxnSpLocks/>
          </p:cNvCxnSpPr>
          <p:nvPr/>
        </p:nvCxnSpPr>
        <p:spPr>
          <a:xfrm>
            <a:off x="8736254" y="340185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Straight Connector 1659">
            <a:extLst>
              <a:ext uri="{FF2B5EF4-FFF2-40B4-BE49-F238E27FC236}">
                <a16:creationId xmlns:a16="http://schemas.microsoft.com/office/drawing/2014/main" id="{7036D7CC-2F01-CC4A-02F5-DB32B33EF4F8}"/>
              </a:ext>
            </a:extLst>
          </p:cNvPr>
          <p:cNvCxnSpPr>
            <a:cxnSpLocks/>
          </p:cNvCxnSpPr>
          <p:nvPr/>
        </p:nvCxnSpPr>
        <p:spPr>
          <a:xfrm>
            <a:off x="8917229" y="34018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Straight Connector 1660">
            <a:extLst>
              <a:ext uri="{FF2B5EF4-FFF2-40B4-BE49-F238E27FC236}">
                <a16:creationId xmlns:a16="http://schemas.microsoft.com/office/drawing/2014/main" id="{DE3FB743-B87C-AE79-D655-4374765FF522}"/>
              </a:ext>
            </a:extLst>
          </p:cNvPr>
          <p:cNvCxnSpPr>
            <a:cxnSpLocks/>
          </p:cNvCxnSpPr>
          <p:nvPr/>
        </p:nvCxnSpPr>
        <p:spPr>
          <a:xfrm>
            <a:off x="9048196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1B6E7F9F-C642-7BB0-5062-58F86EF9306A}"/>
              </a:ext>
            </a:extLst>
          </p:cNvPr>
          <p:cNvCxnSpPr>
            <a:cxnSpLocks/>
          </p:cNvCxnSpPr>
          <p:nvPr/>
        </p:nvCxnSpPr>
        <p:spPr>
          <a:xfrm>
            <a:off x="9176780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TextBox 1662">
            <a:extLst>
              <a:ext uri="{FF2B5EF4-FFF2-40B4-BE49-F238E27FC236}">
                <a16:creationId xmlns:a16="http://schemas.microsoft.com/office/drawing/2014/main" id="{EA25299E-F170-6F5B-76CD-958ACB171065}"/>
              </a:ext>
            </a:extLst>
          </p:cNvPr>
          <p:cNvSpPr txBox="1"/>
          <p:nvPr/>
        </p:nvSpPr>
        <p:spPr>
          <a:xfrm>
            <a:off x="9250487" y="30220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CDE6F2C8-A1B6-1905-420B-99DE945BE7BA}"/>
              </a:ext>
            </a:extLst>
          </p:cNvPr>
          <p:cNvSpPr txBox="1"/>
          <p:nvPr/>
        </p:nvSpPr>
        <p:spPr>
          <a:xfrm>
            <a:off x="9289942" y="31418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F4F4192A-DCB6-C45D-EC15-3D2B6FC5AF78}"/>
              </a:ext>
            </a:extLst>
          </p:cNvPr>
          <p:cNvSpPr txBox="1"/>
          <p:nvPr/>
        </p:nvSpPr>
        <p:spPr>
          <a:xfrm>
            <a:off x="9260274" y="32641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75686BF8-8B0F-188C-1DF0-215ABFEF8A11}"/>
              </a:ext>
            </a:extLst>
          </p:cNvPr>
          <p:cNvSpPr txBox="1"/>
          <p:nvPr/>
        </p:nvSpPr>
        <p:spPr>
          <a:xfrm>
            <a:off x="9321775" y="33792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AB521E64-F734-125D-6C30-C740708DA912}"/>
              </a:ext>
            </a:extLst>
          </p:cNvPr>
          <p:cNvSpPr/>
          <p:nvPr/>
        </p:nvSpPr>
        <p:spPr>
          <a:xfrm>
            <a:off x="9330269" y="34053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7454AD47-A537-523B-C119-8B5813ADD1E3}"/>
              </a:ext>
            </a:extLst>
          </p:cNvPr>
          <p:cNvSpPr/>
          <p:nvPr/>
        </p:nvSpPr>
        <p:spPr>
          <a:xfrm>
            <a:off x="9553920" y="315764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5" name="Rectangle 1734">
            <a:extLst>
              <a:ext uri="{FF2B5EF4-FFF2-40B4-BE49-F238E27FC236}">
                <a16:creationId xmlns:a16="http://schemas.microsoft.com/office/drawing/2014/main" id="{A25541DB-CF60-4DDF-0175-1DC33F321F7A}"/>
              </a:ext>
            </a:extLst>
          </p:cNvPr>
          <p:cNvSpPr/>
          <p:nvPr/>
        </p:nvSpPr>
        <p:spPr>
          <a:xfrm>
            <a:off x="9553918" y="32814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73A37DD7-88A1-9440-8F61-08BB0FB9FFE6}"/>
              </a:ext>
            </a:extLst>
          </p:cNvPr>
          <p:cNvSpPr txBox="1"/>
          <p:nvPr/>
        </p:nvSpPr>
        <p:spPr>
          <a:xfrm>
            <a:off x="9547960" y="31444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4F6B0E0A-6617-4490-3BAA-8E21C6B36FFB}"/>
              </a:ext>
            </a:extLst>
          </p:cNvPr>
          <p:cNvSpPr/>
          <p:nvPr/>
        </p:nvSpPr>
        <p:spPr>
          <a:xfrm>
            <a:off x="9557092" y="29148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8" name="Rectangle 1737">
            <a:extLst>
              <a:ext uri="{FF2B5EF4-FFF2-40B4-BE49-F238E27FC236}">
                <a16:creationId xmlns:a16="http://schemas.microsoft.com/office/drawing/2014/main" id="{6BE58B24-72B9-7EA3-B6EC-5B2714A4243A}"/>
              </a:ext>
            </a:extLst>
          </p:cNvPr>
          <p:cNvSpPr/>
          <p:nvPr/>
        </p:nvSpPr>
        <p:spPr>
          <a:xfrm>
            <a:off x="9689455" y="29143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9" name="Rectangle 1738">
            <a:extLst>
              <a:ext uri="{FF2B5EF4-FFF2-40B4-BE49-F238E27FC236}">
                <a16:creationId xmlns:a16="http://schemas.microsoft.com/office/drawing/2014/main" id="{E16CD1CC-ABD5-0BEE-6944-5CCE07FAEEF1}"/>
              </a:ext>
            </a:extLst>
          </p:cNvPr>
          <p:cNvSpPr/>
          <p:nvPr/>
        </p:nvSpPr>
        <p:spPr>
          <a:xfrm>
            <a:off x="9330242" y="29145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B531C9F2-E8BB-C927-829A-EF44C4B88C7D}"/>
              </a:ext>
            </a:extLst>
          </p:cNvPr>
          <p:cNvSpPr/>
          <p:nvPr/>
        </p:nvSpPr>
        <p:spPr>
          <a:xfrm>
            <a:off x="9689831" y="31585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E921AE76-6C6C-9316-2862-4DE66B20B53F}"/>
              </a:ext>
            </a:extLst>
          </p:cNvPr>
          <p:cNvSpPr/>
          <p:nvPr/>
        </p:nvSpPr>
        <p:spPr>
          <a:xfrm>
            <a:off x="9688824" y="32817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23460734-3B6F-F20E-0CBC-F429F12E53CF}"/>
              </a:ext>
            </a:extLst>
          </p:cNvPr>
          <p:cNvSpPr/>
          <p:nvPr/>
        </p:nvSpPr>
        <p:spPr>
          <a:xfrm>
            <a:off x="9557064" y="30362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BC3157EE-AAD3-6EC2-BFB7-C8C79E7DBCFB}"/>
              </a:ext>
            </a:extLst>
          </p:cNvPr>
          <p:cNvSpPr txBox="1"/>
          <p:nvPr/>
        </p:nvSpPr>
        <p:spPr>
          <a:xfrm>
            <a:off x="9486336" y="28982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744" name="TextBox 1743">
            <a:extLst>
              <a:ext uri="{FF2B5EF4-FFF2-40B4-BE49-F238E27FC236}">
                <a16:creationId xmlns:a16="http://schemas.microsoft.com/office/drawing/2014/main" id="{2D78B1C2-9D61-BFF5-C140-654A9F135E5D}"/>
              </a:ext>
            </a:extLst>
          </p:cNvPr>
          <p:cNvSpPr txBox="1"/>
          <p:nvPr/>
        </p:nvSpPr>
        <p:spPr>
          <a:xfrm>
            <a:off x="9558555" y="30203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38A332B2-D7FF-6147-E318-71EEAA1946A2}"/>
              </a:ext>
            </a:extLst>
          </p:cNvPr>
          <p:cNvSpPr txBox="1"/>
          <p:nvPr/>
        </p:nvSpPr>
        <p:spPr>
          <a:xfrm>
            <a:off x="9622366" y="289840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1678B2C3-39B3-B095-1725-60BA5D57B86A}"/>
              </a:ext>
            </a:extLst>
          </p:cNvPr>
          <p:cNvSpPr txBox="1"/>
          <p:nvPr/>
        </p:nvSpPr>
        <p:spPr>
          <a:xfrm>
            <a:off x="9683374" y="31428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0EC76519-307F-F0F5-5199-40F14F5092E7}"/>
              </a:ext>
            </a:extLst>
          </p:cNvPr>
          <p:cNvSpPr txBox="1"/>
          <p:nvPr/>
        </p:nvSpPr>
        <p:spPr>
          <a:xfrm>
            <a:off x="8419564" y="2934052"/>
            <a:ext cx="1055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Ultimate  tensile strength</a:t>
            </a:r>
          </a:p>
        </p:txBody>
      </p:sp>
      <p:sp>
        <p:nvSpPr>
          <p:cNvPr id="267" name="Arrow: Right 266">
            <a:extLst>
              <a:ext uri="{FF2B5EF4-FFF2-40B4-BE49-F238E27FC236}">
                <a16:creationId xmlns:a16="http://schemas.microsoft.com/office/drawing/2014/main" id="{2FFD01D4-530A-C5C8-E93C-73B6191B3003}"/>
              </a:ext>
            </a:extLst>
          </p:cNvPr>
          <p:cNvSpPr/>
          <p:nvPr/>
        </p:nvSpPr>
        <p:spPr>
          <a:xfrm rot="13586053">
            <a:off x="5766839" y="3122321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4112DC83-9E76-518A-2020-F818A22CBDA3}"/>
              </a:ext>
            </a:extLst>
          </p:cNvPr>
          <p:cNvSpPr/>
          <p:nvPr/>
        </p:nvSpPr>
        <p:spPr>
          <a:xfrm>
            <a:off x="8423378" y="463927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E3CB5CA7-9CEB-9644-16B6-1F5C6CEEAA91}"/>
              </a:ext>
            </a:extLst>
          </p:cNvPr>
          <p:cNvSpPr/>
          <p:nvPr/>
        </p:nvSpPr>
        <p:spPr>
          <a:xfrm>
            <a:off x="8423379" y="4639275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CDD7AC0B-FB01-22B2-580C-3E4EB3485145}"/>
              </a:ext>
            </a:extLst>
          </p:cNvPr>
          <p:cNvSpPr/>
          <p:nvPr/>
        </p:nvSpPr>
        <p:spPr>
          <a:xfrm>
            <a:off x="9247005" y="464494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1871B146-9817-C82C-FA86-AE12ED643FE6}"/>
              </a:ext>
            </a:extLst>
          </p:cNvPr>
          <p:cNvSpPr/>
          <p:nvPr/>
        </p:nvSpPr>
        <p:spPr>
          <a:xfrm>
            <a:off x="9034474" y="464155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B547C5E6-B52F-7B1A-0527-BC65369421CC}"/>
              </a:ext>
            </a:extLst>
          </p:cNvPr>
          <p:cNvSpPr/>
          <p:nvPr/>
        </p:nvSpPr>
        <p:spPr>
          <a:xfrm>
            <a:off x="9411256" y="464494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A6A8D32-6EE1-5E3B-4A5C-08CF5BF71AD8}"/>
              </a:ext>
            </a:extLst>
          </p:cNvPr>
          <p:cNvSpPr/>
          <p:nvPr/>
        </p:nvSpPr>
        <p:spPr>
          <a:xfrm>
            <a:off x="9249388" y="474733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588B4316-3464-9A5E-58FC-1F7B2B92A4FB}"/>
              </a:ext>
            </a:extLst>
          </p:cNvPr>
          <p:cNvSpPr/>
          <p:nvPr/>
        </p:nvSpPr>
        <p:spPr>
          <a:xfrm>
            <a:off x="9036857" y="474395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B32098ED-4CA8-D30B-A16F-203440D017A7}"/>
              </a:ext>
            </a:extLst>
          </p:cNvPr>
          <p:cNvSpPr/>
          <p:nvPr/>
        </p:nvSpPr>
        <p:spPr>
          <a:xfrm>
            <a:off x="9413639" y="474733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E873FB62-BBB3-EC9A-FF08-4D46A24E2B12}"/>
              </a:ext>
            </a:extLst>
          </p:cNvPr>
          <p:cNvSpPr txBox="1"/>
          <p:nvPr/>
        </p:nvSpPr>
        <p:spPr>
          <a:xfrm>
            <a:off x="9164504" y="460531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CEF6E9BA-BE89-3212-5330-3BA8F63DBC6E}"/>
              </a:ext>
            </a:extLst>
          </p:cNvPr>
          <p:cNvSpPr/>
          <p:nvPr/>
        </p:nvSpPr>
        <p:spPr>
          <a:xfrm>
            <a:off x="9249162" y="484734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FD646C1F-A5AE-43A6-8F0E-D0A89441B629}"/>
              </a:ext>
            </a:extLst>
          </p:cNvPr>
          <p:cNvSpPr/>
          <p:nvPr/>
        </p:nvSpPr>
        <p:spPr>
          <a:xfrm>
            <a:off x="9036631" y="484396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5E926582-09A3-FFB0-3380-87784A922018}"/>
              </a:ext>
            </a:extLst>
          </p:cNvPr>
          <p:cNvSpPr/>
          <p:nvPr/>
        </p:nvSpPr>
        <p:spPr>
          <a:xfrm>
            <a:off x="9413413" y="484734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B9D94098-3186-4C87-638B-45949179BC6D}"/>
              </a:ext>
            </a:extLst>
          </p:cNvPr>
          <p:cNvSpPr/>
          <p:nvPr/>
        </p:nvSpPr>
        <p:spPr>
          <a:xfrm>
            <a:off x="9247596" y="4850378"/>
            <a:ext cx="170227" cy="199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8" name="Rectangle 1747">
            <a:extLst>
              <a:ext uri="{FF2B5EF4-FFF2-40B4-BE49-F238E27FC236}">
                <a16:creationId xmlns:a16="http://schemas.microsoft.com/office/drawing/2014/main" id="{C4E7FE3C-4B82-9599-82E0-DBE4AAE5C64F}"/>
              </a:ext>
            </a:extLst>
          </p:cNvPr>
          <p:cNvSpPr/>
          <p:nvPr/>
        </p:nvSpPr>
        <p:spPr>
          <a:xfrm>
            <a:off x="9035065" y="4846568"/>
            <a:ext cx="212329" cy="202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9" name="Rectangle 1748">
            <a:extLst>
              <a:ext uri="{FF2B5EF4-FFF2-40B4-BE49-F238E27FC236}">
                <a16:creationId xmlns:a16="http://schemas.microsoft.com/office/drawing/2014/main" id="{E66B114E-00B6-8AB0-6356-E46FD53CAB32}"/>
              </a:ext>
            </a:extLst>
          </p:cNvPr>
          <p:cNvSpPr/>
          <p:nvPr/>
        </p:nvSpPr>
        <p:spPr>
          <a:xfrm>
            <a:off x="9411847" y="4854189"/>
            <a:ext cx="170227" cy="195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13E01FF3-44A6-C398-E157-35894900D563}"/>
              </a:ext>
            </a:extLst>
          </p:cNvPr>
          <p:cNvSpPr txBox="1"/>
          <p:nvPr/>
        </p:nvSpPr>
        <p:spPr>
          <a:xfrm>
            <a:off x="9011958" y="4852305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51" name="TextBox 1750">
            <a:extLst>
              <a:ext uri="{FF2B5EF4-FFF2-40B4-BE49-F238E27FC236}">
                <a16:creationId xmlns:a16="http://schemas.microsoft.com/office/drawing/2014/main" id="{E70A4EEF-37B1-5FAC-0697-7B528246C8B0}"/>
              </a:ext>
            </a:extLst>
          </p:cNvPr>
          <p:cNvSpPr txBox="1"/>
          <p:nvPr/>
        </p:nvSpPr>
        <p:spPr>
          <a:xfrm>
            <a:off x="8964807" y="471185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77D247E1-6F23-2D55-F77C-525B7C581CFC}"/>
              </a:ext>
            </a:extLst>
          </p:cNvPr>
          <p:cNvSpPr txBox="1"/>
          <p:nvPr/>
        </p:nvSpPr>
        <p:spPr>
          <a:xfrm>
            <a:off x="9207119" y="471212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7D23D1B0-286A-21E4-4691-09E505A49616}"/>
              </a:ext>
            </a:extLst>
          </p:cNvPr>
          <p:cNvSpPr txBox="1"/>
          <p:nvPr/>
        </p:nvSpPr>
        <p:spPr>
          <a:xfrm>
            <a:off x="8470695" y="4632866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4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475FF530-53D0-FD6B-7A1D-C92426518BF8}"/>
              </a:ext>
            </a:extLst>
          </p:cNvPr>
          <p:cNvSpPr txBox="1"/>
          <p:nvPr/>
        </p:nvSpPr>
        <p:spPr>
          <a:xfrm>
            <a:off x="9372219" y="471212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779" name="Rectangle 1778">
            <a:extLst>
              <a:ext uri="{FF2B5EF4-FFF2-40B4-BE49-F238E27FC236}">
                <a16:creationId xmlns:a16="http://schemas.microsoft.com/office/drawing/2014/main" id="{A0CD2904-8D2B-D128-8EED-513E9F1CE67A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CAF166A0-D2D0-9C48-45B5-C1C4ED88D79C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452" name="Rektangel 451">
            <a:extLst>
              <a:ext uri="{FF2B5EF4-FFF2-40B4-BE49-F238E27FC236}">
                <a16:creationId xmlns:a16="http://schemas.microsoft.com/office/drawing/2014/main" id="{CD901683-1C94-A841-B3DC-EA5A09BA4F3D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664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04C1-EE29-EC7C-BCCB-FA8E4B63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2526F3-88C0-36D1-05C8-8533437A63BB}"/>
              </a:ext>
            </a:extLst>
          </p:cNvPr>
          <p:cNvSpPr/>
          <p:nvPr/>
        </p:nvSpPr>
        <p:spPr>
          <a:xfrm>
            <a:off x="11770520" y="5825146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B1F556-4286-18CF-DC54-77FE626DA27B}"/>
              </a:ext>
            </a:extLst>
          </p:cNvPr>
          <p:cNvSpPr/>
          <p:nvPr/>
        </p:nvSpPr>
        <p:spPr>
          <a:xfrm>
            <a:off x="7028003" y="5825147"/>
            <a:ext cx="4741876" cy="929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6E9CB-5AE4-DD9C-215B-5C05984F3B8E}"/>
              </a:ext>
            </a:extLst>
          </p:cNvPr>
          <p:cNvSpPr txBox="1"/>
          <p:nvPr/>
        </p:nvSpPr>
        <p:spPr>
          <a:xfrm>
            <a:off x="10500672" y="5831016"/>
            <a:ext cx="863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Step 3 of x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4F563B4-DA33-7815-7532-E3B22CE1A98D}"/>
              </a:ext>
            </a:extLst>
          </p:cNvPr>
          <p:cNvSpPr/>
          <p:nvPr/>
        </p:nvSpPr>
        <p:spPr>
          <a:xfrm rot="5400000">
            <a:off x="11008260" y="6482954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3A107F-C24B-F64A-1369-1B18C09C3EB4}"/>
              </a:ext>
            </a:extLst>
          </p:cNvPr>
          <p:cNvSpPr/>
          <p:nvPr/>
        </p:nvSpPr>
        <p:spPr>
          <a:xfrm>
            <a:off x="7161268" y="5943600"/>
            <a:ext cx="2860999" cy="766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2EDB9B6-B5FD-630C-E89A-2D71AB80D5C2}"/>
              </a:ext>
            </a:extLst>
          </p:cNvPr>
          <p:cNvSpPr/>
          <p:nvPr/>
        </p:nvSpPr>
        <p:spPr>
          <a:xfrm rot="16200000">
            <a:off x="10624947" y="6485615"/>
            <a:ext cx="237177" cy="17906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0893C-E6ED-0EED-1827-60F84290970B}"/>
              </a:ext>
            </a:extLst>
          </p:cNvPr>
          <p:cNvSpPr/>
          <p:nvPr/>
        </p:nvSpPr>
        <p:spPr>
          <a:xfrm>
            <a:off x="10515446" y="6224217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1A4F0-9846-2750-DD85-697BC5607FB8}"/>
              </a:ext>
            </a:extLst>
          </p:cNvPr>
          <p:cNvSpPr txBox="1"/>
          <p:nvPr/>
        </p:nvSpPr>
        <p:spPr>
          <a:xfrm>
            <a:off x="10122951" y="6141361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39DDF7-08A5-0D72-2E0F-F8122F8C1966}"/>
              </a:ext>
            </a:extLst>
          </p:cNvPr>
          <p:cNvSpPr txBox="1"/>
          <p:nvPr/>
        </p:nvSpPr>
        <p:spPr>
          <a:xfrm>
            <a:off x="11765783" y="5858065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47A14-40E7-B48D-FDF9-565C4A128323}"/>
              </a:ext>
            </a:extLst>
          </p:cNvPr>
          <p:cNvSpPr/>
          <p:nvPr/>
        </p:nvSpPr>
        <p:spPr>
          <a:xfrm>
            <a:off x="10995242" y="622932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8CC9FA-D1CD-0A35-FE88-79E5CEB1D9AC}"/>
              </a:ext>
            </a:extLst>
          </p:cNvPr>
          <p:cNvSpPr txBox="1"/>
          <p:nvPr/>
        </p:nvSpPr>
        <p:spPr>
          <a:xfrm>
            <a:off x="10602747" y="614646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B2E3B4-1236-C6B0-78D7-819380F7CEAA}"/>
              </a:ext>
            </a:extLst>
          </p:cNvPr>
          <p:cNvSpPr/>
          <p:nvPr/>
        </p:nvSpPr>
        <p:spPr>
          <a:xfrm>
            <a:off x="11496892" y="6235673"/>
            <a:ext cx="87301" cy="78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8BB3B-5D27-94FD-0226-2350B5845B5C}"/>
              </a:ext>
            </a:extLst>
          </p:cNvPr>
          <p:cNvSpPr txBox="1"/>
          <p:nvPr/>
        </p:nvSpPr>
        <p:spPr>
          <a:xfrm>
            <a:off x="11104397" y="6152817"/>
            <a:ext cx="435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AC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1F50AE-3062-273E-186C-E37DD5D0CC49}"/>
              </a:ext>
            </a:extLst>
          </p:cNvPr>
          <p:cNvSpPr/>
          <p:nvPr/>
        </p:nvSpPr>
        <p:spPr>
          <a:xfrm>
            <a:off x="11770518" y="6136589"/>
            <a:ext cx="257651" cy="31144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9F2141-0DDA-5648-92E4-91FD31F4C292}"/>
              </a:ext>
            </a:extLst>
          </p:cNvPr>
          <p:cNvSpPr txBox="1"/>
          <p:nvPr/>
        </p:nvSpPr>
        <p:spPr>
          <a:xfrm>
            <a:off x="11771737" y="6159281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2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EA8F70B-CD80-E6B6-162D-4B37468110A6}"/>
              </a:ext>
            </a:extLst>
          </p:cNvPr>
          <p:cNvSpPr txBox="1"/>
          <p:nvPr/>
        </p:nvSpPr>
        <p:spPr>
          <a:xfrm>
            <a:off x="7126832" y="5921671"/>
            <a:ext cx="261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Add standard causes and preventive actions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94EB1716-C582-C5BB-A503-2860D6EA2E5A}"/>
              </a:ext>
            </a:extLst>
          </p:cNvPr>
          <p:cNvSpPr txBox="1"/>
          <p:nvPr/>
        </p:nvSpPr>
        <p:spPr>
          <a:xfrm>
            <a:off x="7126831" y="6066534"/>
            <a:ext cx="291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Set up the known causes for failures to the standard characteristics in the 5M overview + for the productivity characteristics. Also make all nesissary connections between the causes and the characteristics.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C47DD7-6EFF-E7F5-F29F-1D22682CD6C0}"/>
              </a:ext>
            </a:extLst>
          </p:cNvPr>
          <p:cNvCxnSpPr/>
          <p:nvPr/>
        </p:nvCxnSpPr>
        <p:spPr>
          <a:xfrm>
            <a:off x="379033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AB9E89F-1B13-3C5F-F987-2CA0769FBED0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A1A9A0-82AA-071A-0783-66BFD1D83F99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3013B37-9D7D-A8F4-C689-BD3F221913A9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BC3C953-9CEB-E8C4-040E-CA20888009AF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17AE4C8-F008-C665-D414-C029829D91B6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2D0091B-0F50-7198-57FB-88CEC5FE3142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C8B1B78-77EB-B7CA-491E-D8A5C1FBA9BF}"/>
              </a:ext>
            </a:extLst>
          </p:cNvPr>
          <p:cNvSpPr txBox="1"/>
          <p:nvPr/>
        </p:nvSpPr>
        <p:spPr>
          <a:xfrm rot="16200000">
            <a:off x="3989263" y="2624562"/>
            <a:ext cx="113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4F0672E-F056-F766-FEE4-BCF37859FB68}"/>
              </a:ext>
            </a:extLst>
          </p:cNvPr>
          <p:cNvSpPr txBox="1"/>
          <p:nvPr/>
        </p:nvSpPr>
        <p:spPr>
          <a:xfrm rot="16200000">
            <a:off x="3909495" y="3701340"/>
            <a:ext cx="128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Machining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763184-C1C1-CEE4-EE17-52AE42AB4542}"/>
              </a:ext>
            </a:extLst>
          </p:cNvPr>
          <p:cNvSpPr/>
          <p:nvPr/>
        </p:nvSpPr>
        <p:spPr>
          <a:xfrm>
            <a:off x="4320108" y="2243136"/>
            <a:ext cx="474209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C77C3-2DAC-68D1-7B90-266B3FBACA40}"/>
              </a:ext>
            </a:extLst>
          </p:cNvPr>
          <p:cNvSpPr txBox="1"/>
          <p:nvPr/>
        </p:nvSpPr>
        <p:spPr>
          <a:xfrm rot="16200000">
            <a:off x="3984661" y="3749637"/>
            <a:ext cx="11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Extrusion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681ADC8-DA27-4DD2-A4A3-3E1A8C22FBB6}"/>
              </a:ext>
            </a:extLst>
          </p:cNvPr>
          <p:cNvSpPr txBox="1"/>
          <p:nvPr/>
        </p:nvSpPr>
        <p:spPr>
          <a:xfrm rot="16200000">
            <a:off x="4046589" y="2664234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Forming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06E9344-31CC-D760-780C-BA5C2C5FA9DA}"/>
              </a:ext>
            </a:extLst>
          </p:cNvPr>
          <p:cNvSpPr txBox="1"/>
          <p:nvPr/>
        </p:nvSpPr>
        <p:spPr>
          <a:xfrm rot="16200000">
            <a:off x="4032033" y="4815569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AA020AA-1485-6319-EA4F-BCB9CAA79154}"/>
              </a:ext>
            </a:extLst>
          </p:cNvPr>
          <p:cNvSpPr/>
          <p:nvPr/>
        </p:nvSpPr>
        <p:spPr>
          <a:xfrm>
            <a:off x="4015258" y="2243136"/>
            <a:ext cx="872634" cy="3425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480B7F9-563F-5393-D22F-5C93D554704B}"/>
              </a:ext>
            </a:extLst>
          </p:cNvPr>
          <p:cNvSpPr txBox="1"/>
          <p:nvPr/>
        </p:nvSpPr>
        <p:spPr>
          <a:xfrm rot="16200000">
            <a:off x="3924358" y="3919263"/>
            <a:ext cx="102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ACC1059-6FC8-223E-41AC-6DDBE84452AC}"/>
              </a:ext>
            </a:extLst>
          </p:cNvPr>
          <p:cNvSpPr txBox="1"/>
          <p:nvPr/>
        </p:nvSpPr>
        <p:spPr>
          <a:xfrm>
            <a:off x="4224911" y="2242313"/>
            <a:ext cx="83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>
                <a:solidFill>
                  <a:srgbClr val="0070C0"/>
                </a:solidFill>
              </a:rPr>
              <a:t>Assembly</a:t>
            </a:r>
            <a:endParaRPr lang="nb-NO" sz="12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E167518-2E6F-DEB5-D694-BE39A290DAFC}"/>
              </a:ext>
            </a:extLst>
          </p:cNvPr>
          <p:cNvSpPr txBox="1"/>
          <p:nvPr/>
        </p:nvSpPr>
        <p:spPr>
          <a:xfrm>
            <a:off x="4199343" y="2484673"/>
            <a:ext cx="95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b="1" dirty="0">
                <a:solidFill>
                  <a:srgbClr val="0070C0"/>
                </a:solidFill>
              </a:rPr>
              <a:t>Machining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07D31F8-66C5-9813-A04F-BAED98C17B99}"/>
              </a:ext>
            </a:extLst>
          </p:cNvPr>
          <p:cNvCxnSpPr>
            <a:cxnSpLocks/>
          </p:cNvCxnSpPr>
          <p:nvPr/>
        </p:nvCxnSpPr>
        <p:spPr>
          <a:xfrm>
            <a:off x="4270263" y="2241279"/>
            <a:ext cx="0" cy="34256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1B306AB-D91C-8D39-7BD3-CCE843708153}"/>
              </a:ext>
            </a:extLst>
          </p:cNvPr>
          <p:cNvSpPr txBox="1"/>
          <p:nvPr/>
        </p:nvSpPr>
        <p:spPr>
          <a:xfrm rot="16200000">
            <a:off x="3802205" y="3677093"/>
            <a:ext cx="67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0070C0"/>
                </a:solidFill>
              </a:rPr>
              <a:t>B62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F1D8F734-1387-6702-F83F-FDCBD551B4B4}"/>
              </a:ext>
            </a:extLst>
          </p:cNvPr>
          <p:cNvSpPr/>
          <p:nvPr/>
        </p:nvSpPr>
        <p:spPr>
          <a:xfrm>
            <a:off x="6551290" y="6021058"/>
            <a:ext cx="90512" cy="77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30FC1A78-B00E-7FF0-F497-A461784B4AD6}"/>
              </a:ext>
            </a:extLst>
          </p:cNvPr>
          <p:cNvSpPr/>
          <p:nvPr/>
        </p:nvSpPr>
        <p:spPr>
          <a:xfrm>
            <a:off x="4887892" y="3674267"/>
            <a:ext cx="6299218" cy="1994542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F4B36C63-C386-69F6-67CC-F857A8BC338B}"/>
              </a:ext>
            </a:extLst>
          </p:cNvPr>
          <p:cNvSpPr txBox="1"/>
          <p:nvPr/>
        </p:nvSpPr>
        <p:spPr>
          <a:xfrm>
            <a:off x="5289431" y="3825066"/>
            <a:ext cx="564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Man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0BEA5387-58B9-AACE-7353-0F98BD7C65A7}"/>
              </a:ext>
            </a:extLst>
          </p:cNvPr>
          <p:cNvSpPr txBox="1"/>
          <p:nvPr/>
        </p:nvSpPr>
        <p:spPr>
          <a:xfrm>
            <a:off x="6447974" y="3834606"/>
            <a:ext cx="66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Machine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4E7F786C-43E8-3C3B-41CB-72919BA6779F}"/>
              </a:ext>
            </a:extLst>
          </p:cNvPr>
          <p:cNvSpPr txBox="1"/>
          <p:nvPr/>
        </p:nvSpPr>
        <p:spPr>
          <a:xfrm>
            <a:off x="10166376" y="3864373"/>
            <a:ext cx="771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Material</a:t>
            </a: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7189B2A4-1873-C309-4776-165FBD1D19AF}"/>
              </a:ext>
            </a:extLst>
          </p:cNvPr>
          <p:cNvSpPr txBox="1"/>
          <p:nvPr/>
        </p:nvSpPr>
        <p:spPr>
          <a:xfrm>
            <a:off x="8913765" y="3856275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Milue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80DFFD8-3672-FD42-8E9D-295BB83355AF}"/>
              </a:ext>
            </a:extLst>
          </p:cNvPr>
          <p:cNvCxnSpPr>
            <a:cxnSpLocks/>
          </p:cNvCxnSpPr>
          <p:nvPr/>
        </p:nvCxnSpPr>
        <p:spPr>
          <a:xfrm>
            <a:off x="4270375" y="2470150"/>
            <a:ext cx="6916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1388">
            <a:extLst>
              <a:ext uri="{FF2B5EF4-FFF2-40B4-BE49-F238E27FC236}">
                <a16:creationId xmlns:a16="http://schemas.microsoft.com/office/drawing/2014/main" id="{602301C4-4AC2-F4A2-53CD-1C3A69730840}"/>
              </a:ext>
            </a:extLst>
          </p:cNvPr>
          <p:cNvCxnSpPr>
            <a:cxnSpLocks/>
          </p:cNvCxnSpPr>
          <p:nvPr/>
        </p:nvCxnSpPr>
        <p:spPr>
          <a:xfrm>
            <a:off x="4264025" y="2743200"/>
            <a:ext cx="69230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>
            <a:extLst>
              <a:ext uri="{FF2B5EF4-FFF2-40B4-BE49-F238E27FC236}">
                <a16:creationId xmlns:a16="http://schemas.microsoft.com/office/drawing/2014/main" id="{F4621FDB-189A-546D-DCD2-3AE112172E08}"/>
              </a:ext>
            </a:extLst>
          </p:cNvPr>
          <p:cNvSpPr/>
          <p:nvPr/>
        </p:nvSpPr>
        <p:spPr>
          <a:xfrm>
            <a:off x="6388332" y="3924735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FC96F4F1-E1CF-6CCA-0DB1-64F5A1EC1E51}"/>
              </a:ext>
            </a:extLst>
          </p:cNvPr>
          <p:cNvSpPr/>
          <p:nvPr/>
        </p:nvSpPr>
        <p:spPr>
          <a:xfrm>
            <a:off x="5238078" y="3917470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790A2EE1-42A8-3BB8-39A8-8EB2FB598BF7}"/>
              </a:ext>
            </a:extLst>
          </p:cNvPr>
          <p:cNvSpPr/>
          <p:nvPr/>
        </p:nvSpPr>
        <p:spPr>
          <a:xfrm>
            <a:off x="10141305" y="3955972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BD88D11A-1200-255B-5872-32BE5F9F2934}"/>
              </a:ext>
            </a:extLst>
          </p:cNvPr>
          <p:cNvSpPr/>
          <p:nvPr/>
        </p:nvSpPr>
        <p:spPr>
          <a:xfrm>
            <a:off x="7032162" y="5668223"/>
            <a:ext cx="474209" cy="24138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E05512-DA2A-8D6B-9EE5-0F24A52B49C6}"/>
              </a:ext>
            </a:extLst>
          </p:cNvPr>
          <p:cNvSpPr txBox="1"/>
          <p:nvPr/>
        </p:nvSpPr>
        <p:spPr>
          <a:xfrm>
            <a:off x="7077508" y="5623698"/>
            <a:ext cx="370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50" b="1" dirty="0"/>
              <a:t>5M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072B7CEC-A231-EF44-2CA2-A1D99D24ADFB}"/>
              </a:ext>
            </a:extLst>
          </p:cNvPr>
          <p:cNvSpPr/>
          <p:nvPr/>
        </p:nvSpPr>
        <p:spPr>
          <a:xfrm>
            <a:off x="4641998" y="3795510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6" name="Cross 475">
            <a:extLst>
              <a:ext uri="{FF2B5EF4-FFF2-40B4-BE49-F238E27FC236}">
                <a16:creationId xmlns:a16="http://schemas.microsoft.com/office/drawing/2014/main" id="{3726F6BE-04AA-11AB-4234-B64BB202A5B3}"/>
              </a:ext>
            </a:extLst>
          </p:cNvPr>
          <p:cNvSpPr/>
          <p:nvPr/>
        </p:nvSpPr>
        <p:spPr>
          <a:xfrm>
            <a:off x="4669597" y="4593133"/>
            <a:ext cx="115841" cy="118524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EDA6AB5A-8A06-6964-AB50-D6B55704D65C}"/>
              </a:ext>
            </a:extLst>
          </p:cNvPr>
          <p:cNvSpPr txBox="1"/>
          <p:nvPr/>
        </p:nvSpPr>
        <p:spPr>
          <a:xfrm flipH="1">
            <a:off x="4567507" y="3770303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E1.1</a:t>
            </a:r>
            <a:endParaRPr lang="nb-NO" sz="800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9F433048-B0BA-74B2-0D44-5904BC7C4AB0}"/>
              </a:ext>
            </a:extLst>
          </p:cNvPr>
          <p:cNvSpPr/>
          <p:nvPr/>
        </p:nvSpPr>
        <p:spPr>
          <a:xfrm>
            <a:off x="4639080" y="3992368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23C7A34A-1E46-9CF1-CCD8-3108D3BF3EA3}"/>
              </a:ext>
            </a:extLst>
          </p:cNvPr>
          <p:cNvSpPr/>
          <p:nvPr/>
        </p:nvSpPr>
        <p:spPr>
          <a:xfrm>
            <a:off x="4636162" y="4189226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42783DDB-7B60-65AA-88EB-13DD34ED226B}"/>
              </a:ext>
            </a:extLst>
          </p:cNvPr>
          <p:cNvSpPr txBox="1"/>
          <p:nvPr/>
        </p:nvSpPr>
        <p:spPr>
          <a:xfrm flipH="1">
            <a:off x="4561671" y="4164019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E1.3</a:t>
            </a:r>
            <a:endParaRPr lang="nb-NO" sz="8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BFA2F3F7-F063-B74B-4456-292872ECBB2C}"/>
              </a:ext>
            </a:extLst>
          </p:cNvPr>
          <p:cNvSpPr/>
          <p:nvPr/>
        </p:nvSpPr>
        <p:spPr>
          <a:xfrm>
            <a:off x="4636162" y="4389281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1BBBCF93-49FC-EBD0-C732-CDF390BF833F}"/>
              </a:ext>
            </a:extLst>
          </p:cNvPr>
          <p:cNvSpPr txBox="1"/>
          <p:nvPr/>
        </p:nvSpPr>
        <p:spPr>
          <a:xfrm flipH="1">
            <a:off x="4561671" y="4364074"/>
            <a:ext cx="5894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E1.4</a:t>
            </a:r>
            <a:endParaRPr lang="nb-NO" sz="800" dirty="0"/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A68947C7-9335-F8D7-4B78-5748A0AC0BE1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1733" name="Straight Connector 1732">
            <a:extLst>
              <a:ext uri="{FF2B5EF4-FFF2-40B4-BE49-F238E27FC236}">
                <a16:creationId xmlns:a16="http://schemas.microsoft.com/office/drawing/2014/main" id="{33164597-A776-EC7B-8C81-5F35E7B40DFC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7" name="TextBox 2416">
            <a:extLst>
              <a:ext uri="{FF2B5EF4-FFF2-40B4-BE49-F238E27FC236}">
                <a16:creationId xmlns:a16="http://schemas.microsoft.com/office/drawing/2014/main" id="{CFCC6E85-C960-B1AB-435C-A4EF83B2E704}"/>
              </a:ext>
            </a:extLst>
          </p:cNvPr>
          <p:cNvSpPr txBox="1"/>
          <p:nvPr/>
        </p:nvSpPr>
        <p:spPr>
          <a:xfrm>
            <a:off x="-249887" y="2941102"/>
            <a:ext cx="2820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0</a:t>
            </a:r>
            <a:endParaRPr lang="nb-NO" sz="800" dirty="0"/>
          </a:p>
        </p:txBody>
      </p: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5EF3FAB9-56F4-E564-F44C-C674640713A8}"/>
              </a:ext>
            </a:extLst>
          </p:cNvPr>
          <p:cNvCxnSpPr>
            <a:cxnSpLocks/>
          </p:cNvCxnSpPr>
          <p:nvPr/>
        </p:nvCxnSpPr>
        <p:spPr>
          <a:xfrm>
            <a:off x="-153128" y="30900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ross 2">
            <a:extLst>
              <a:ext uri="{FF2B5EF4-FFF2-40B4-BE49-F238E27FC236}">
                <a16:creationId xmlns:a16="http://schemas.microsoft.com/office/drawing/2014/main" id="{78AE6A44-08F9-4C2C-D5D3-961A5CC9E21E}"/>
              </a:ext>
            </a:extLst>
          </p:cNvPr>
          <p:cNvSpPr/>
          <p:nvPr/>
        </p:nvSpPr>
        <p:spPr>
          <a:xfrm>
            <a:off x="7632851" y="3932889"/>
            <a:ext cx="65485" cy="70013"/>
          </a:xfrm>
          <a:prstGeom prst="plus">
            <a:avLst>
              <a:gd name="adj" fmla="val 3721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DB48E58-3AEF-2BF4-2C83-F3BAE3447B5B}"/>
              </a:ext>
            </a:extLst>
          </p:cNvPr>
          <p:cNvSpPr/>
          <p:nvPr/>
        </p:nvSpPr>
        <p:spPr>
          <a:xfrm>
            <a:off x="6792056" y="2835393"/>
            <a:ext cx="1512858" cy="1020882"/>
          </a:xfrm>
          <a:prstGeom prst="round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50A61E1E-A65C-E6BB-9CDC-79AA72C47F2B}"/>
              </a:ext>
            </a:extLst>
          </p:cNvPr>
          <p:cNvSpPr/>
          <p:nvPr/>
        </p:nvSpPr>
        <p:spPr>
          <a:xfrm>
            <a:off x="6732424" y="3695519"/>
            <a:ext cx="1736538" cy="184288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E6E581FB-756A-0BB5-2BEA-7FC8BC049204}"/>
              </a:ext>
            </a:extLst>
          </p:cNvPr>
          <p:cNvSpPr/>
          <p:nvPr/>
        </p:nvSpPr>
        <p:spPr>
          <a:xfrm>
            <a:off x="4580893" y="3975233"/>
            <a:ext cx="344326" cy="194684"/>
          </a:xfrm>
          <a:prstGeom prst="rect">
            <a:avLst/>
          </a:prstGeom>
          <a:solidFill>
            <a:srgbClr val="FF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7BD70D4E-A896-30EB-ABF8-51D32DBDEE6E}"/>
              </a:ext>
            </a:extLst>
          </p:cNvPr>
          <p:cNvSpPr/>
          <p:nvPr/>
        </p:nvSpPr>
        <p:spPr>
          <a:xfrm>
            <a:off x="4900418" y="3937638"/>
            <a:ext cx="142952" cy="272903"/>
          </a:xfrm>
          <a:prstGeom prst="rect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D4A22-733A-2A5B-59B0-948952526548}"/>
              </a:ext>
            </a:extLst>
          </p:cNvPr>
          <p:cNvSpPr/>
          <p:nvPr/>
        </p:nvSpPr>
        <p:spPr>
          <a:xfrm>
            <a:off x="4637081" y="3992212"/>
            <a:ext cx="173558" cy="155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CB865-8513-1408-D146-382C1912796E}"/>
              </a:ext>
            </a:extLst>
          </p:cNvPr>
          <p:cNvSpPr txBox="1"/>
          <p:nvPr/>
        </p:nvSpPr>
        <p:spPr>
          <a:xfrm flipH="1">
            <a:off x="4558652" y="3968770"/>
            <a:ext cx="362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00" dirty="0"/>
              <a:t>E1.2</a:t>
            </a:r>
            <a:endParaRPr lang="nb-NO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2D598-FD12-EF41-A179-6A7785F4E998}"/>
              </a:ext>
            </a:extLst>
          </p:cNvPr>
          <p:cNvSpPr txBox="1"/>
          <p:nvPr/>
        </p:nvSpPr>
        <p:spPr>
          <a:xfrm>
            <a:off x="7678523" y="3847203"/>
            <a:ext cx="697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b="1" dirty="0"/>
              <a:t>Measure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9A6CC6-352C-BDCC-8464-699058A84514}"/>
              </a:ext>
            </a:extLst>
          </p:cNvPr>
          <p:cNvCxnSpPr>
            <a:cxnSpLocks/>
          </p:cNvCxnSpPr>
          <p:nvPr/>
        </p:nvCxnSpPr>
        <p:spPr>
          <a:xfrm>
            <a:off x="4794797" y="5612851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B21F810-73EC-9FD0-2D1E-598549303432}"/>
              </a:ext>
            </a:extLst>
          </p:cNvPr>
          <p:cNvSpPr/>
          <p:nvPr/>
        </p:nvSpPr>
        <p:spPr>
          <a:xfrm>
            <a:off x="4256426" y="5586846"/>
            <a:ext cx="667542" cy="364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1F74FA-CEC0-8450-EA96-61053DB1715F}"/>
              </a:ext>
            </a:extLst>
          </p:cNvPr>
          <p:cNvSpPr/>
          <p:nvPr/>
        </p:nvSpPr>
        <p:spPr>
          <a:xfrm>
            <a:off x="4253732" y="5587494"/>
            <a:ext cx="383611" cy="2447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5B1BE8-9B6A-55FC-9BD0-93B2C9770015}"/>
              </a:ext>
            </a:extLst>
          </p:cNvPr>
          <p:cNvSpPr/>
          <p:nvPr/>
        </p:nvSpPr>
        <p:spPr>
          <a:xfrm>
            <a:off x="4255557" y="5835851"/>
            <a:ext cx="382580" cy="1203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DD97A-F2B0-877E-9B6F-EFDDAD83A71A}"/>
              </a:ext>
            </a:extLst>
          </p:cNvPr>
          <p:cNvSpPr/>
          <p:nvPr/>
        </p:nvSpPr>
        <p:spPr>
          <a:xfrm>
            <a:off x="4638519" y="5707201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FAB56A-2D20-174C-E9C2-9BDC8D3CAA31}"/>
              </a:ext>
            </a:extLst>
          </p:cNvPr>
          <p:cNvSpPr/>
          <p:nvPr/>
        </p:nvSpPr>
        <p:spPr>
          <a:xfrm>
            <a:off x="4638519" y="5832643"/>
            <a:ext cx="104393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311CB5-694D-0F93-1C34-586A161EC104}"/>
              </a:ext>
            </a:extLst>
          </p:cNvPr>
          <p:cNvSpPr txBox="1"/>
          <p:nvPr/>
        </p:nvSpPr>
        <p:spPr>
          <a:xfrm>
            <a:off x="4561129" y="5696960"/>
            <a:ext cx="40170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Feas.</a:t>
            </a:r>
            <a:endParaRPr lang="nb-NO" sz="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44EA2D-B6BA-BDFC-DEB0-604D577F1D01}"/>
              </a:ext>
            </a:extLst>
          </p:cNvPr>
          <p:cNvSpPr txBox="1"/>
          <p:nvPr/>
        </p:nvSpPr>
        <p:spPr>
          <a:xfrm>
            <a:off x="4552965" y="5824340"/>
            <a:ext cx="31907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FMEA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832D85-A086-20BC-FFD5-8879A71B57CA}"/>
              </a:ext>
            </a:extLst>
          </p:cNvPr>
          <p:cNvSpPr/>
          <p:nvPr/>
        </p:nvSpPr>
        <p:spPr>
          <a:xfrm>
            <a:off x="4740726" y="5832074"/>
            <a:ext cx="99818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90B65F7-9F18-CEB4-2B6D-344C6753F0C6}"/>
              </a:ext>
            </a:extLst>
          </p:cNvPr>
          <p:cNvSpPr/>
          <p:nvPr/>
        </p:nvSpPr>
        <p:spPr>
          <a:xfrm>
            <a:off x="4746280" y="5589262"/>
            <a:ext cx="101408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A221C2-C768-20DA-EF0E-4AF1C1AC1E26}"/>
              </a:ext>
            </a:extLst>
          </p:cNvPr>
          <p:cNvSpPr/>
          <p:nvPr/>
        </p:nvSpPr>
        <p:spPr>
          <a:xfrm>
            <a:off x="4847686" y="5588750"/>
            <a:ext cx="80964" cy="122956"/>
          </a:xfrm>
          <a:prstGeom prst="rect">
            <a:avLst/>
          </a:prstGeom>
          <a:noFill/>
          <a:ln w="12700"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AE8C85-DD5D-3077-EB42-5376B0C06CD2}"/>
              </a:ext>
            </a:extLst>
          </p:cNvPr>
          <p:cNvSpPr/>
          <p:nvPr/>
        </p:nvSpPr>
        <p:spPr>
          <a:xfrm>
            <a:off x="4640139" y="5588301"/>
            <a:ext cx="109917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477856-8B1C-62D4-01B4-CD423B33F79A}"/>
              </a:ext>
            </a:extLst>
          </p:cNvPr>
          <p:cNvSpPr/>
          <p:nvPr/>
        </p:nvSpPr>
        <p:spPr>
          <a:xfrm>
            <a:off x="4840918" y="5833015"/>
            <a:ext cx="87731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2210D4-CAAE-145E-8E62-6928C955B811}"/>
              </a:ext>
            </a:extLst>
          </p:cNvPr>
          <p:cNvSpPr/>
          <p:nvPr/>
        </p:nvSpPr>
        <p:spPr>
          <a:xfrm>
            <a:off x="4746252" y="5708325"/>
            <a:ext cx="182398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651567-1FBE-141A-7F3D-0D0DB4A51E8F}"/>
              </a:ext>
            </a:extLst>
          </p:cNvPr>
          <p:cNvSpPr txBox="1"/>
          <p:nvPr/>
        </p:nvSpPr>
        <p:spPr>
          <a:xfrm>
            <a:off x="4668449" y="5568877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Curr</a:t>
            </a:r>
            <a:r>
              <a:rPr lang="nb-NO" sz="400" dirty="0"/>
              <a:t>.</a:t>
            </a:r>
            <a:endParaRPr lang="nb-NO" sz="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97BB8A-580E-96CB-96A4-A0366834D47C}"/>
              </a:ext>
            </a:extLst>
          </p:cNvPr>
          <p:cNvSpPr txBox="1"/>
          <p:nvPr/>
        </p:nvSpPr>
        <p:spPr>
          <a:xfrm>
            <a:off x="4710824" y="5701669"/>
            <a:ext cx="28661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N/E</a:t>
            </a:r>
            <a:endParaRPr lang="nb-NO" sz="1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A2C1128A-3C6A-A95F-DA69-B286D24D7476}"/>
              </a:ext>
            </a:extLst>
          </p:cNvPr>
          <p:cNvSpPr txBox="1"/>
          <p:nvPr/>
        </p:nvSpPr>
        <p:spPr>
          <a:xfrm>
            <a:off x="4766203" y="5584179"/>
            <a:ext cx="29228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" dirty="0"/>
              <a:t>Plan</a:t>
            </a:r>
            <a:endParaRPr lang="nb-NO" sz="200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DA62BCFA-06E6-86FF-160F-E2D7C34742C9}"/>
              </a:ext>
            </a:extLst>
          </p:cNvPr>
          <p:cNvSpPr txBox="1"/>
          <p:nvPr/>
        </p:nvSpPr>
        <p:spPr>
          <a:xfrm>
            <a:off x="4723008" y="582171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E6106E97-67D8-3ADD-93F1-8FD68B4365D8}"/>
              </a:ext>
            </a:extLst>
          </p:cNvPr>
          <p:cNvSpPr txBox="1"/>
          <p:nvPr/>
        </p:nvSpPr>
        <p:spPr>
          <a:xfrm>
            <a:off x="4238433" y="5607260"/>
            <a:ext cx="4977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b="1" dirty="0"/>
              <a:t>Productivity – Casting </a:t>
            </a:r>
            <a:endParaRPr lang="nb-NO" sz="200" b="1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F30C225-9A77-CE70-0923-9B1C7602BEEC}"/>
              </a:ext>
            </a:extLst>
          </p:cNvPr>
          <p:cNvSpPr txBox="1"/>
          <p:nvPr/>
        </p:nvSpPr>
        <p:spPr>
          <a:xfrm>
            <a:off x="4818765" y="581856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B0364A7A-2EC1-DD95-680C-90D9EF179114}"/>
              </a:ext>
            </a:extLst>
          </p:cNvPr>
          <p:cNvSpPr txBox="1"/>
          <p:nvPr/>
        </p:nvSpPr>
        <p:spPr>
          <a:xfrm>
            <a:off x="5646479" y="336441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73831EAD-D6E9-9E5D-BA5F-BC9039D8E3A6}"/>
              </a:ext>
            </a:extLst>
          </p:cNvPr>
          <p:cNvSpPr txBox="1"/>
          <p:nvPr/>
        </p:nvSpPr>
        <p:spPr>
          <a:xfrm>
            <a:off x="6101038" y="338111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19009FF0-9BF3-C213-3216-B217C4FD8347}"/>
              </a:ext>
            </a:extLst>
          </p:cNvPr>
          <p:cNvSpPr/>
          <p:nvPr/>
        </p:nvSpPr>
        <p:spPr>
          <a:xfrm>
            <a:off x="6927762" y="2929379"/>
            <a:ext cx="1273696" cy="587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0CC1F38E-C4D0-CA8B-2AFB-181D894FB043}"/>
              </a:ext>
            </a:extLst>
          </p:cNvPr>
          <p:cNvSpPr/>
          <p:nvPr/>
        </p:nvSpPr>
        <p:spPr>
          <a:xfrm>
            <a:off x="5320989" y="303707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1" name="Rectangle 1370">
            <a:extLst>
              <a:ext uri="{FF2B5EF4-FFF2-40B4-BE49-F238E27FC236}">
                <a16:creationId xmlns:a16="http://schemas.microsoft.com/office/drawing/2014/main" id="{40864608-C807-454E-20BC-0D5CB2D2A81B}"/>
              </a:ext>
            </a:extLst>
          </p:cNvPr>
          <p:cNvSpPr/>
          <p:nvPr/>
        </p:nvSpPr>
        <p:spPr>
          <a:xfrm>
            <a:off x="6109532" y="303707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2" name="Rectangle 1371">
            <a:extLst>
              <a:ext uri="{FF2B5EF4-FFF2-40B4-BE49-F238E27FC236}">
                <a16:creationId xmlns:a16="http://schemas.microsoft.com/office/drawing/2014/main" id="{51D5C3AA-A1A1-C7A8-1B67-81322A2B2FBC}"/>
              </a:ext>
            </a:extLst>
          </p:cNvPr>
          <p:cNvSpPr/>
          <p:nvPr/>
        </p:nvSpPr>
        <p:spPr>
          <a:xfrm>
            <a:off x="5320989" y="2916429"/>
            <a:ext cx="788544" cy="3667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3" name="Rectangle 1372">
            <a:extLst>
              <a:ext uri="{FF2B5EF4-FFF2-40B4-BE49-F238E27FC236}">
                <a16:creationId xmlns:a16="http://schemas.microsoft.com/office/drawing/2014/main" id="{6237A844-DF5F-1F8D-8139-FD03575A822A}"/>
              </a:ext>
            </a:extLst>
          </p:cNvPr>
          <p:cNvSpPr/>
          <p:nvPr/>
        </p:nvSpPr>
        <p:spPr>
          <a:xfrm>
            <a:off x="5320989" y="340372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4" name="Rectangle 1373">
            <a:extLst>
              <a:ext uri="{FF2B5EF4-FFF2-40B4-BE49-F238E27FC236}">
                <a16:creationId xmlns:a16="http://schemas.microsoft.com/office/drawing/2014/main" id="{D28D3048-6D97-7C04-2F33-9C8E9BAC3189}"/>
              </a:ext>
            </a:extLst>
          </p:cNvPr>
          <p:cNvSpPr/>
          <p:nvPr/>
        </p:nvSpPr>
        <p:spPr>
          <a:xfrm>
            <a:off x="6109533" y="303940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5" name="Rectangle 1374">
            <a:extLst>
              <a:ext uri="{FF2B5EF4-FFF2-40B4-BE49-F238E27FC236}">
                <a16:creationId xmlns:a16="http://schemas.microsoft.com/office/drawing/2014/main" id="{1C2B54F1-4DB0-1AA2-0161-E0C9D4012922}"/>
              </a:ext>
            </a:extLst>
          </p:cNvPr>
          <p:cNvSpPr/>
          <p:nvPr/>
        </p:nvSpPr>
        <p:spPr>
          <a:xfrm>
            <a:off x="6109532" y="316008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CACDD6FD-DF95-E987-ADF9-EAB0B79A2462}"/>
              </a:ext>
            </a:extLst>
          </p:cNvPr>
          <p:cNvSpPr/>
          <p:nvPr/>
        </p:nvSpPr>
        <p:spPr>
          <a:xfrm>
            <a:off x="6109532" y="328076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E1B2B16E-D19E-B577-28D9-8E137B467223}"/>
              </a:ext>
            </a:extLst>
          </p:cNvPr>
          <p:cNvCxnSpPr>
            <a:cxnSpLocks/>
          </p:cNvCxnSpPr>
          <p:nvPr/>
        </p:nvCxnSpPr>
        <p:spPr>
          <a:xfrm>
            <a:off x="5515517" y="340372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1378">
            <a:extLst>
              <a:ext uri="{FF2B5EF4-FFF2-40B4-BE49-F238E27FC236}">
                <a16:creationId xmlns:a16="http://schemas.microsoft.com/office/drawing/2014/main" id="{F9960CBC-9BC6-E6DB-513C-CBE770486E4E}"/>
              </a:ext>
            </a:extLst>
          </p:cNvPr>
          <p:cNvCxnSpPr>
            <a:cxnSpLocks/>
          </p:cNvCxnSpPr>
          <p:nvPr/>
        </p:nvCxnSpPr>
        <p:spPr>
          <a:xfrm>
            <a:off x="5696492" y="340372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1379">
            <a:extLst>
              <a:ext uri="{FF2B5EF4-FFF2-40B4-BE49-F238E27FC236}">
                <a16:creationId xmlns:a16="http://schemas.microsoft.com/office/drawing/2014/main" id="{358E7287-50C0-329C-B995-0AF1CABB9E49}"/>
              </a:ext>
            </a:extLst>
          </p:cNvPr>
          <p:cNvCxnSpPr>
            <a:cxnSpLocks/>
          </p:cNvCxnSpPr>
          <p:nvPr/>
        </p:nvCxnSpPr>
        <p:spPr>
          <a:xfrm>
            <a:off x="5827459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1380">
            <a:extLst>
              <a:ext uri="{FF2B5EF4-FFF2-40B4-BE49-F238E27FC236}">
                <a16:creationId xmlns:a16="http://schemas.microsoft.com/office/drawing/2014/main" id="{F1D0E4BD-4993-022A-C4D9-497331DF43EF}"/>
              </a:ext>
            </a:extLst>
          </p:cNvPr>
          <p:cNvCxnSpPr>
            <a:cxnSpLocks/>
          </p:cNvCxnSpPr>
          <p:nvPr/>
        </p:nvCxnSpPr>
        <p:spPr>
          <a:xfrm>
            <a:off x="5956043" y="340372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" name="TextBox 1381">
            <a:extLst>
              <a:ext uri="{FF2B5EF4-FFF2-40B4-BE49-F238E27FC236}">
                <a16:creationId xmlns:a16="http://schemas.microsoft.com/office/drawing/2014/main" id="{EC33279A-59E9-C76C-9C7B-4051171B793D}"/>
              </a:ext>
            </a:extLst>
          </p:cNvPr>
          <p:cNvSpPr txBox="1"/>
          <p:nvPr/>
        </p:nvSpPr>
        <p:spPr>
          <a:xfrm>
            <a:off x="6029750" y="302394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95BDC8CF-CF49-FC8A-8B7F-D2EE1354E596}"/>
              </a:ext>
            </a:extLst>
          </p:cNvPr>
          <p:cNvSpPr txBox="1"/>
          <p:nvPr/>
        </p:nvSpPr>
        <p:spPr>
          <a:xfrm>
            <a:off x="6069205" y="314372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77080175-4782-EE8A-52B4-0591F4EF8B84}"/>
              </a:ext>
            </a:extLst>
          </p:cNvPr>
          <p:cNvSpPr txBox="1"/>
          <p:nvPr/>
        </p:nvSpPr>
        <p:spPr>
          <a:xfrm>
            <a:off x="6039537" y="326598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8BF81600-4836-6C8F-1FFD-BAA5F4985846}"/>
              </a:ext>
            </a:extLst>
          </p:cNvPr>
          <p:cNvSpPr/>
          <p:nvPr/>
        </p:nvSpPr>
        <p:spPr>
          <a:xfrm>
            <a:off x="6109532" y="340717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7" name="Rectangle 1386">
            <a:extLst>
              <a:ext uri="{FF2B5EF4-FFF2-40B4-BE49-F238E27FC236}">
                <a16:creationId xmlns:a16="http://schemas.microsoft.com/office/drawing/2014/main" id="{0AB42C46-90CA-899E-C9D9-52EDF73F8E4E}"/>
              </a:ext>
            </a:extLst>
          </p:cNvPr>
          <p:cNvSpPr/>
          <p:nvPr/>
        </p:nvSpPr>
        <p:spPr>
          <a:xfrm>
            <a:off x="6333183" y="3159519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58691E9E-ABB3-9A3B-D381-D739F973BED7}"/>
              </a:ext>
            </a:extLst>
          </p:cNvPr>
          <p:cNvSpPr/>
          <p:nvPr/>
        </p:nvSpPr>
        <p:spPr>
          <a:xfrm>
            <a:off x="6333181" y="328334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0" name="Rectangle 1389">
            <a:extLst>
              <a:ext uri="{FF2B5EF4-FFF2-40B4-BE49-F238E27FC236}">
                <a16:creationId xmlns:a16="http://schemas.microsoft.com/office/drawing/2014/main" id="{16B208AC-6E99-1C0F-D3B2-8C9F1B8167B0}"/>
              </a:ext>
            </a:extLst>
          </p:cNvPr>
          <p:cNvSpPr/>
          <p:nvPr/>
        </p:nvSpPr>
        <p:spPr>
          <a:xfrm>
            <a:off x="6336355" y="291670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1" name="Rectangle 1390">
            <a:extLst>
              <a:ext uri="{FF2B5EF4-FFF2-40B4-BE49-F238E27FC236}">
                <a16:creationId xmlns:a16="http://schemas.microsoft.com/office/drawing/2014/main" id="{82FBCFD6-9AD5-DAC8-3DA5-DB69179B38AA}"/>
              </a:ext>
            </a:extLst>
          </p:cNvPr>
          <p:cNvSpPr/>
          <p:nvPr/>
        </p:nvSpPr>
        <p:spPr>
          <a:xfrm>
            <a:off x="6468718" y="291619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2" name="Rectangle 1391">
            <a:extLst>
              <a:ext uri="{FF2B5EF4-FFF2-40B4-BE49-F238E27FC236}">
                <a16:creationId xmlns:a16="http://schemas.microsoft.com/office/drawing/2014/main" id="{5B5606FF-B5AB-BD0D-1CE5-BB241F584266}"/>
              </a:ext>
            </a:extLst>
          </p:cNvPr>
          <p:cNvSpPr/>
          <p:nvPr/>
        </p:nvSpPr>
        <p:spPr>
          <a:xfrm>
            <a:off x="6109505" y="291641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3" name="Rectangle 1392">
            <a:extLst>
              <a:ext uri="{FF2B5EF4-FFF2-40B4-BE49-F238E27FC236}">
                <a16:creationId xmlns:a16="http://schemas.microsoft.com/office/drawing/2014/main" id="{1D70C745-8DEE-3337-E8BB-A129DC792F75}"/>
              </a:ext>
            </a:extLst>
          </p:cNvPr>
          <p:cNvSpPr/>
          <p:nvPr/>
        </p:nvSpPr>
        <p:spPr>
          <a:xfrm>
            <a:off x="6469094" y="3160460"/>
            <a:ext cx="131193" cy="1229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3FC2A753-8367-D232-AE66-2C269D7A7641}"/>
              </a:ext>
            </a:extLst>
          </p:cNvPr>
          <p:cNvSpPr/>
          <p:nvPr/>
        </p:nvSpPr>
        <p:spPr>
          <a:xfrm>
            <a:off x="6468087" y="328358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8C116CEB-6E03-0BFA-3E33-F51FE3F44534}"/>
              </a:ext>
            </a:extLst>
          </p:cNvPr>
          <p:cNvSpPr/>
          <p:nvPr/>
        </p:nvSpPr>
        <p:spPr>
          <a:xfrm>
            <a:off x="6336327" y="303815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DCDC4CE6-B238-BA4F-FCA4-9C80E23235F5}"/>
              </a:ext>
            </a:extLst>
          </p:cNvPr>
          <p:cNvSpPr txBox="1"/>
          <p:nvPr/>
        </p:nvSpPr>
        <p:spPr>
          <a:xfrm>
            <a:off x="6265599" y="290010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4F2732F0-22CC-31B3-3C58-ADC183B99E34}"/>
              </a:ext>
            </a:extLst>
          </p:cNvPr>
          <p:cNvSpPr txBox="1"/>
          <p:nvPr/>
        </p:nvSpPr>
        <p:spPr>
          <a:xfrm>
            <a:off x="6337818" y="302220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F4B12210-5084-925D-1A57-43AB45399FA6}"/>
              </a:ext>
            </a:extLst>
          </p:cNvPr>
          <p:cNvSpPr txBox="1"/>
          <p:nvPr/>
        </p:nvSpPr>
        <p:spPr>
          <a:xfrm>
            <a:off x="6401629" y="290027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61AF8E90-D994-7CDF-642F-BF447829E5B9}"/>
              </a:ext>
            </a:extLst>
          </p:cNvPr>
          <p:cNvSpPr txBox="1"/>
          <p:nvPr/>
        </p:nvSpPr>
        <p:spPr>
          <a:xfrm>
            <a:off x="6326215" y="314462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585C4DA0-E2EA-87D6-E565-09C8962B1DAF}"/>
              </a:ext>
            </a:extLst>
          </p:cNvPr>
          <p:cNvSpPr txBox="1"/>
          <p:nvPr/>
        </p:nvSpPr>
        <p:spPr>
          <a:xfrm>
            <a:off x="5193812" y="2941003"/>
            <a:ext cx="1074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Chemical composition</a:t>
            </a:r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5689A485-948E-26AE-FBC1-0FAE6A136894}"/>
              </a:ext>
            </a:extLst>
          </p:cNvPr>
          <p:cNvSpPr txBox="1"/>
          <p:nvPr/>
        </p:nvSpPr>
        <p:spPr>
          <a:xfrm>
            <a:off x="6459626" y="3142250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M</a:t>
            </a:r>
            <a:endParaRPr lang="nb-NO" sz="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CBF01-614C-68CD-E609-F7F79629B405}"/>
              </a:ext>
            </a:extLst>
          </p:cNvPr>
          <p:cNvSpPr/>
          <p:nvPr/>
        </p:nvSpPr>
        <p:spPr>
          <a:xfrm>
            <a:off x="10981427" y="108937"/>
            <a:ext cx="1127663" cy="6152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58E0F-8B3F-108A-60C7-B26D92610536}"/>
              </a:ext>
            </a:extLst>
          </p:cNvPr>
          <p:cNvSpPr/>
          <p:nvPr/>
        </p:nvSpPr>
        <p:spPr>
          <a:xfrm>
            <a:off x="11029201" y="398325"/>
            <a:ext cx="110100" cy="649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F2973-C0A8-2C62-4528-324256CF7F70}"/>
              </a:ext>
            </a:extLst>
          </p:cNvPr>
          <p:cNvSpPr txBox="1"/>
          <p:nvPr/>
        </p:nvSpPr>
        <p:spPr>
          <a:xfrm>
            <a:off x="11139301" y="79586"/>
            <a:ext cx="894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Status template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281F0-416F-942E-9C22-F10EEA029E7E}"/>
              </a:ext>
            </a:extLst>
          </p:cNvPr>
          <p:cNvSpPr/>
          <p:nvPr/>
        </p:nvSpPr>
        <p:spPr>
          <a:xfrm>
            <a:off x="11029201" y="280306"/>
            <a:ext cx="110100" cy="649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65B9F-3B40-1F13-7EE5-74B36A77C8C9}"/>
              </a:ext>
            </a:extLst>
          </p:cNvPr>
          <p:cNvSpPr/>
          <p:nvPr/>
        </p:nvSpPr>
        <p:spPr>
          <a:xfrm>
            <a:off x="11029201" y="514831"/>
            <a:ext cx="110100" cy="649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AC018-237B-AF33-CAEB-61E4D4FA6AB8}"/>
              </a:ext>
            </a:extLst>
          </p:cNvPr>
          <p:cNvSpPr txBox="1"/>
          <p:nvPr/>
        </p:nvSpPr>
        <p:spPr>
          <a:xfrm>
            <a:off x="11074622" y="207739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Not started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1BF91-FFBB-0533-142D-494C318787EA}"/>
              </a:ext>
            </a:extLst>
          </p:cNvPr>
          <p:cNvSpPr txBox="1"/>
          <p:nvPr/>
        </p:nvSpPr>
        <p:spPr>
          <a:xfrm>
            <a:off x="11074626" y="326907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In 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AB8D7-4282-2602-4953-8304A50F1AA6}"/>
              </a:ext>
            </a:extLst>
          </p:cNvPr>
          <p:cNvSpPr txBox="1"/>
          <p:nvPr/>
        </p:nvSpPr>
        <p:spPr>
          <a:xfrm>
            <a:off x="11073040" y="439391"/>
            <a:ext cx="686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Completed</a:t>
            </a:r>
          </a:p>
        </p:txBody>
      </p:sp>
      <p:pic>
        <p:nvPicPr>
          <p:cNvPr id="453" name="Picture 452">
            <a:extLst>
              <a:ext uri="{FF2B5EF4-FFF2-40B4-BE49-F238E27FC236}">
                <a16:creationId xmlns:a16="http://schemas.microsoft.com/office/drawing/2014/main" id="{7DA5CE24-C661-019F-9341-657AA10A6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3" y="35411"/>
            <a:ext cx="1705213" cy="342948"/>
          </a:xfrm>
          <a:prstGeom prst="rect">
            <a:avLst/>
          </a:prstGeom>
        </p:spPr>
      </p:pic>
      <p:sp>
        <p:nvSpPr>
          <p:cNvPr id="454" name="Rectangle 453">
            <a:extLst>
              <a:ext uri="{FF2B5EF4-FFF2-40B4-BE49-F238E27FC236}">
                <a16:creationId xmlns:a16="http://schemas.microsoft.com/office/drawing/2014/main" id="{AA7A759B-55DC-0522-68D7-53F3B080532D}"/>
              </a:ext>
            </a:extLst>
          </p:cNvPr>
          <p:cNvSpPr/>
          <p:nvPr/>
        </p:nvSpPr>
        <p:spPr>
          <a:xfrm>
            <a:off x="41631" y="53707"/>
            <a:ext cx="894254" cy="29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Main menu</a:t>
            </a:r>
          </a:p>
        </p:txBody>
      </p:sp>
      <p:sp>
        <p:nvSpPr>
          <p:cNvPr id="1615" name="Rectangle 1614">
            <a:extLst>
              <a:ext uri="{FF2B5EF4-FFF2-40B4-BE49-F238E27FC236}">
                <a16:creationId xmlns:a16="http://schemas.microsoft.com/office/drawing/2014/main" id="{BFE630BE-44CE-94ED-E511-8C726F56267C}"/>
              </a:ext>
            </a:extLst>
          </p:cNvPr>
          <p:cNvSpPr/>
          <p:nvPr/>
        </p:nvSpPr>
        <p:spPr>
          <a:xfrm>
            <a:off x="6921500" y="3034824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6ECC5A08-D316-1EE0-F112-A3B95D644D90}"/>
              </a:ext>
            </a:extLst>
          </p:cNvPr>
          <p:cNvSpPr/>
          <p:nvPr/>
        </p:nvSpPr>
        <p:spPr>
          <a:xfrm>
            <a:off x="7710043" y="3034823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1EEBC4DB-F744-B9A8-DD4A-944BFBDCAEA9}"/>
              </a:ext>
            </a:extLst>
          </p:cNvPr>
          <p:cNvSpPr/>
          <p:nvPr/>
        </p:nvSpPr>
        <p:spPr>
          <a:xfrm>
            <a:off x="6921500" y="2914174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8" name="Rectangle 1617">
            <a:extLst>
              <a:ext uri="{FF2B5EF4-FFF2-40B4-BE49-F238E27FC236}">
                <a16:creationId xmlns:a16="http://schemas.microsoft.com/office/drawing/2014/main" id="{0D11119F-5CBE-4D20-7592-80DDB6C9ADE2}"/>
              </a:ext>
            </a:extLst>
          </p:cNvPr>
          <p:cNvSpPr/>
          <p:nvPr/>
        </p:nvSpPr>
        <p:spPr>
          <a:xfrm>
            <a:off x="6921500" y="3401468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19" name="Rectangle 1618">
            <a:extLst>
              <a:ext uri="{FF2B5EF4-FFF2-40B4-BE49-F238E27FC236}">
                <a16:creationId xmlns:a16="http://schemas.microsoft.com/office/drawing/2014/main" id="{5111EEE9-B342-ECBC-D3E4-F15A119E9910}"/>
              </a:ext>
            </a:extLst>
          </p:cNvPr>
          <p:cNvSpPr/>
          <p:nvPr/>
        </p:nvSpPr>
        <p:spPr>
          <a:xfrm>
            <a:off x="7710044" y="3037154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0" name="Rectangle 1619">
            <a:extLst>
              <a:ext uri="{FF2B5EF4-FFF2-40B4-BE49-F238E27FC236}">
                <a16:creationId xmlns:a16="http://schemas.microsoft.com/office/drawing/2014/main" id="{4415576E-5421-D5A7-FB07-3F6823751910}"/>
              </a:ext>
            </a:extLst>
          </p:cNvPr>
          <p:cNvSpPr/>
          <p:nvPr/>
        </p:nvSpPr>
        <p:spPr>
          <a:xfrm>
            <a:off x="7710043" y="3157833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1" name="Rectangle 1620">
            <a:extLst>
              <a:ext uri="{FF2B5EF4-FFF2-40B4-BE49-F238E27FC236}">
                <a16:creationId xmlns:a16="http://schemas.microsoft.com/office/drawing/2014/main" id="{ED3F3037-2D31-E3BA-06F9-C12ABDE3734F}"/>
              </a:ext>
            </a:extLst>
          </p:cNvPr>
          <p:cNvSpPr/>
          <p:nvPr/>
        </p:nvSpPr>
        <p:spPr>
          <a:xfrm>
            <a:off x="7710043" y="3278512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BEABB2AF-CE89-8FF0-2609-747612641FA0}"/>
              </a:ext>
            </a:extLst>
          </p:cNvPr>
          <p:cNvSpPr txBox="1"/>
          <p:nvPr/>
        </p:nvSpPr>
        <p:spPr>
          <a:xfrm>
            <a:off x="7246990" y="3362155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23" name="Straight Connector 1622">
            <a:extLst>
              <a:ext uri="{FF2B5EF4-FFF2-40B4-BE49-F238E27FC236}">
                <a16:creationId xmlns:a16="http://schemas.microsoft.com/office/drawing/2014/main" id="{0E5192E8-6EF3-4133-5D0B-AA161939EB5D}"/>
              </a:ext>
            </a:extLst>
          </p:cNvPr>
          <p:cNvCxnSpPr>
            <a:cxnSpLocks/>
          </p:cNvCxnSpPr>
          <p:nvPr/>
        </p:nvCxnSpPr>
        <p:spPr>
          <a:xfrm>
            <a:off x="7116028" y="3401468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Straight Connector 1623">
            <a:extLst>
              <a:ext uri="{FF2B5EF4-FFF2-40B4-BE49-F238E27FC236}">
                <a16:creationId xmlns:a16="http://schemas.microsoft.com/office/drawing/2014/main" id="{B4797822-682E-E18F-16FD-0393847AA426}"/>
              </a:ext>
            </a:extLst>
          </p:cNvPr>
          <p:cNvCxnSpPr>
            <a:cxnSpLocks/>
          </p:cNvCxnSpPr>
          <p:nvPr/>
        </p:nvCxnSpPr>
        <p:spPr>
          <a:xfrm>
            <a:off x="7297003" y="3401472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Straight Connector 1624">
            <a:extLst>
              <a:ext uri="{FF2B5EF4-FFF2-40B4-BE49-F238E27FC236}">
                <a16:creationId xmlns:a16="http://schemas.microsoft.com/office/drawing/2014/main" id="{D1DC58C0-C0F8-B5D2-3C72-4E85AA367ED6}"/>
              </a:ext>
            </a:extLst>
          </p:cNvPr>
          <p:cNvCxnSpPr>
            <a:cxnSpLocks/>
          </p:cNvCxnSpPr>
          <p:nvPr/>
        </p:nvCxnSpPr>
        <p:spPr>
          <a:xfrm>
            <a:off x="7427970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6" name="Straight Connector 1625">
            <a:extLst>
              <a:ext uri="{FF2B5EF4-FFF2-40B4-BE49-F238E27FC236}">
                <a16:creationId xmlns:a16="http://schemas.microsoft.com/office/drawing/2014/main" id="{CBE970FD-2F1C-1616-72D5-09FA0C92610B}"/>
              </a:ext>
            </a:extLst>
          </p:cNvPr>
          <p:cNvCxnSpPr>
            <a:cxnSpLocks/>
          </p:cNvCxnSpPr>
          <p:nvPr/>
        </p:nvCxnSpPr>
        <p:spPr>
          <a:xfrm>
            <a:off x="7556554" y="3401470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7" name="TextBox 1626">
            <a:extLst>
              <a:ext uri="{FF2B5EF4-FFF2-40B4-BE49-F238E27FC236}">
                <a16:creationId xmlns:a16="http://schemas.microsoft.com/office/drawing/2014/main" id="{FF0B5687-794C-9911-C382-F96515E30423}"/>
              </a:ext>
            </a:extLst>
          </p:cNvPr>
          <p:cNvSpPr txBox="1"/>
          <p:nvPr/>
        </p:nvSpPr>
        <p:spPr>
          <a:xfrm>
            <a:off x="7630261" y="3021688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6918E2AD-862D-00EB-C895-6D5476161A43}"/>
              </a:ext>
            </a:extLst>
          </p:cNvPr>
          <p:cNvSpPr txBox="1"/>
          <p:nvPr/>
        </p:nvSpPr>
        <p:spPr>
          <a:xfrm>
            <a:off x="7669716" y="3141474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38CA731E-99E4-FE35-5EC9-2CC8B38DCD03}"/>
              </a:ext>
            </a:extLst>
          </p:cNvPr>
          <p:cNvSpPr txBox="1"/>
          <p:nvPr/>
        </p:nvSpPr>
        <p:spPr>
          <a:xfrm>
            <a:off x="7640048" y="3263728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3EA3CFA2-5E5F-8AB2-D8F4-106BD0A015B6}"/>
              </a:ext>
            </a:extLst>
          </p:cNvPr>
          <p:cNvSpPr txBox="1"/>
          <p:nvPr/>
        </p:nvSpPr>
        <p:spPr>
          <a:xfrm>
            <a:off x="7701549" y="3378864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631" name="Rectangle 1630">
            <a:extLst>
              <a:ext uri="{FF2B5EF4-FFF2-40B4-BE49-F238E27FC236}">
                <a16:creationId xmlns:a16="http://schemas.microsoft.com/office/drawing/2014/main" id="{A3F25E89-DDD6-4D22-8649-A90940AB7826}"/>
              </a:ext>
            </a:extLst>
          </p:cNvPr>
          <p:cNvSpPr/>
          <p:nvPr/>
        </p:nvSpPr>
        <p:spPr>
          <a:xfrm>
            <a:off x="7710043" y="3404915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0A311963-11CA-5A98-7C9C-3F8D98CC4E1B}"/>
              </a:ext>
            </a:extLst>
          </p:cNvPr>
          <p:cNvSpPr/>
          <p:nvPr/>
        </p:nvSpPr>
        <p:spPr>
          <a:xfrm>
            <a:off x="7933694" y="3157264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5A78073-A988-1033-4A24-53599A01C2FB}"/>
              </a:ext>
            </a:extLst>
          </p:cNvPr>
          <p:cNvSpPr/>
          <p:nvPr/>
        </p:nvSpPr>
        <p:spPr>
          <a:xfrm>
            <a:off x="7933692" y="328109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914748F-A9AE-1085-8B86-55BC0A945B37}"/>
              </a:ext>
            </a:extLst>
          </p:cNvPr>
          <p:cNvSpPr txBox="1"/>
          <p:nvPr/>
        </p:nvSpPr>
        <p:spPr>
          <a:xfrm>
            <a:off x="7927734" y="3144058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BF513BAE-CEF1-9592-5A4A-E840906A8262}"/>
              </a:ext>
            </a:extLst>
          </p:cNvPr>
          <p:cNvSpPr/>
          <p:nvPr/>
        </p:nvSpPr>
        <p:spPr>
          <a:xfrm>
            <a:off x="7936866" y="2914452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A5E6981D-923C-5896-0430-8C4F3C0961FE}"/>
              </a:ext>
            </a:extLst>
          </p:cNvPr>
          <p:cNvSpPr/>
          <p:nvPr/>
        </p:nvSpPr>
        <p:spPr>
          <a:xfrm>
            <a:off x="8069229" y="2913941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0" name="Rectangle 1639">
            <a:extLst>
              <a:ext uri="{FF2B5EF4-FFF2-40B4-BE49-F238E27FC236}">
                <a16:creationId xmlns:a16="http://schemas.microsoft.com/office/drawing/2014/main" id="{719E1CB7-81DC-79C7-73F9-0C43A7134665}"/>
              </a:ext>
            </a:extLst>
          </p:cNvPr>
          <p:cNvSpPr/>
          <p:nvPr/>
        </p:nvSpPr>
        <p:spPr>
          <a:xfrm>
            <a:off x="7710016" y="2914157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B59E6689-73BD-47C4-2463-AABB5938D1FB}"/>
              </a:ext>
            </a:extLst>
          </p:cNvPr>
          <p:cNvSpPr/>
          <p:nvPr/>
        </p:nvSpPr>
        <p:spPr>
          <a:xfrm>
            <a:off x="8069605" y="3158205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4" name="Rectangle 1643">
            <a:extLst>
              <a:ext uri="{FF2B5EF4-FFF2-40B4-BE49-F238E27FC236}">
                <a16:creationId xmlns:a16="http://schemas.microsoft.com/office/drawing/2014/main" id="{082E553C-D2BE-CFE1-6D92-EC8A0AE0391D}"/>
              </a:ext>
            </a:extLst>
          </p:cNvPr>
          <p:cNvSpPr/>
          <p:nvPr/>
        </p:nvSpPr>
        <p:spPr>
          <a:xfrm>
            <a:off x="8068598" y="3281328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A9819B48-4150-1225-AAD1-5DACADD885E3}"/>
              </a:ext>
            </a:extLst>
          </p:cNvPr>
          <p:cNvSpPr/>
          <p:nvPr/>
        </p:nvSpPr>
        <p:spPr>
          <a:xfrm>
            <a:off x="7936838" y="3035897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A564DA12-FCA4-422D-74BE-C59C7B93EFE6}"/>
              </a:ext>
            </a:extLst>
          </p:cNvPr>
          <p:cNvSpPr txBox="1"/>
          <p:nvPr/>
        </p:nvSpPr>
        <p:spPr>
          <a:xfrm>
            <a:off x="7866110" y="2897849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D3C45D2E-6999-0D5F-3B9B-BBD40CBBE2B9}"/>
              </a:ext>
            </a:extLst>
          </p:cNvPr>
          <p:cNvSpPr txBox="1"/>
          <p:nvPr/>
        </p:nvSpPr>
        <p:spPr>
          <a:xfrm>
            <a:off x="7938329" y="3019950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61518072-FFDA-47CD-5397-BECEF6169D1C}"/>
              </a:ext>
            </a:extLst>
          </p:cNvPr>
          <p:cNvSpPr txBox="1"/>
          <p:nvPr/>
        </p:nvSpPr>
        <p:spPr>
          <a:xfrm>
            <a:off x="8002140" y="2898016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3D35B828-A262-4A79-6EF5-2CB351BDF314}"/>
              </a:ext>
            </a:extLst>
          </p:cNvPr>
          <p:cNvSpPr txBox="1"/>
          <p:nvPr/>
        </p:nvSpPr>
        <p:spPr>
          <a:xfrm>
            <a:off x="8063148" y="3142494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EDCDDE85-0D75-1AD7-8289-05DD12AF6B91}"/>
              </a:ext>
            </a:extLst>
          </p:cNvPr>
          <p:cNvSpPr txBox="1"/>
          <p:nvPr/>
        </p:nvSpPr>
        <p:spPr>
          <a:xfrm>
            <a:off x="6858616" y="3000343"/>
            <a:ext cx="872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Yield strength</a:t>
            </a:r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D104C263-ADE6-7252-34A0-E2B3AF6F388C}"/>
              </a:ext>
            </a:extLst>
          </p:cNvPr>
          <p:cNvSpPr/>
          <p:nvPr/>
        </p:nvSpPr>
        <p:spPr>
          <a:xfrm>
            <a:off x="8541726" y="3035209"/>
            <a:ext cx="78854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2" name="Rectangle 1651">
            <a:extLst>
              <a:ext uri="{FF2B5EF4-FFF2-40B4-BE49-F238E27FC236}">
                <a16:creationId xmlns:a16="http://schemas.microsoft.com/office/drawing/2014/main" id="{CE0A64DD-AC4E-B21A-EDE1-0B7839E00125}"/>
              </a:ext>
            </a:extLst>
          </p:cNvPr>
          <p:cNvSpPr/>
          <p:nvPr/>
        </p:nvSpPr>
        <p:spPr>
          <a:xfrm>
            <a:off x="9330269" y="3035208"/>
            <a:ext cx="492784" cy="476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3" name="Rectangle 1652">
            <a:extLst>
              <a:ext uri="{FF2B5EF4-FFF2-40B4-BE49-F238E27FC236}">
                <a16:creationId xmlns:a16="http://schemas.microsoft.com/office/drawing/2014/main" id="{D42CB32C-F8F4-F23F-0995-A291A67FA2CC}"/>
              </a:ext>
            </a:extLst>
          </p:cNvPr>
          <p:cNvSpPr/>
          <p:nvPr/>
        </p:nvSpPr>
        <p:spPr>
          <a:xfrm>
            <a:off x="8541726" y="2914559"/>
            <a:ext cx="788544" cy="3667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4" name="Rectangle 1653">
            <a:extLst>
              <a:ext uri="{FF2B5EF4-FFF2-40B4-BE49-F238E27FC236}">
                <a16:creationId xmlns:a16="http://schemas.microsoft.com/office/drawing/2014/main" id="{3E2E9B9D-BC5D-21AE-F7F4-42F14ED35AC4}"/>
              </a:ext>
            </a:extLst>
          </p:cNvPr>
          <p:cNvSpPr/>
          <p:nvPr/>
        </p:nvSpPr>
        <p:spPr>
          <a:xfrm>
            <a:off x="8541726" y="3401853"/>
            <a:ext cx="788544" cy="109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5" name="Rectangle 1654">
            <a:extLst>
              <a:ext uri="{FF2B5EF4-FFF2-40B4-BE49-F238E27FC236}">
                <a16:creationId xmlns:a16="http://schemas.microsoft.com/office/drawing/2014/main" id="{459DF668-9FDA-B3B6-C0DA-6E9F103A2F33}"/>
              </a:ext>
            </a:extLst>
          </p:cNvPr>
          <p:cNvSpPr/>
          <p:nvPr/>
        </p:nvSpPr>
        <p:spPr>
          <a:xfrm>
            <a:off x="9330270" y="3037539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AE35F2AF-B53E-5160-DADF-F5850D62E784}"/>
              </a:ext>
            </a:extLst>
          </p:cNvPr>
          <p:cNvSpPr/>
          <p:nvPr/>
        </p:nvSpPr>
        <p:spPr>
          <a:xfrm>
            <a:off x="9330269" y="3158218"/>
            <a:ext cx="223677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7" name="Rectangle 1656">
            <a:extLst>
              <a:ext uri="{FF2B5EF4-FFF2-40B4-BE49-F238E27FC236}">
                <a16:creationId xmlns:a16="http://schemas.microsoft.com/office/drawing/2014/main" id="{5E234CD0-26E6-2BF6-AC7A-9A0687429B4C}"/>
              </a:ext>
            </a:extLst>
          </p:cNvPr>
          <p:cNvSpPr/>
          <p:nvPr/>
        </p:nvSpPr>
        <p:spPr>
          <a:xfrm>
            <a:off x="9330269" y="3278897"/>
            <a:ext cx="223676" cy="122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76372D0B-6C14-C7EC-8D89-D8624A521D80}"/>
              </a:ext>
            </a:extLst>
          </p:cNvPr>
          <p:cNvSpPr txBox="1"/>
          <p:nvPr/>
        </p:nvSpPr>
        <p:spPr>
          <a:xfrm>
            <a:off x="8867216" y="3362540"/>
            <a:ext cx="7541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          </a:t>
            </a:r>
          </a:p>
        </p:txBody>
      </p:sp>
      <p:cxnSp>
        <p:nvCxnSpPr>
          <p:cNvPr id="1659" name="Straight Connector 1658">
            <a:extLst>
              <a:ext uri="{FF2B5EF4-FFF2-40B4-BE49-F238E27FC236}">
                <a16:creationId xmlns:a16="http://schemas.microsoft.com/office/drawing/2014/main" id="{4D3A3EA8-C335-0E2B-50B0-193C2C925A39}"/>
              </a:ext>
            </a:extLst>
          </p:cNvPr>
          <p:cNvCxnSpPr>
            <a:cxnSpLocks/>
          </p:cNvCxnSpPr>
          <p:nvPr/>
        </p:nvCxnSpPr>
        <p:spPr>
          <a:xfrm>
            <a:off x="8736254" y="3401853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Straight Connector 1659">
            <a:extLst>
              <a:ext uri="{FF2B5EF4-FFF2-40B4-BE49-F238E27FC236}">
                <a16:creationId xmlns:a16="http://schemas.microsoft.com/office/drawing/2014/main" id="{A00E9BD9-E87C-4038-9173-FFF15E7669D7}"/>
              </a:ext>
            </a:extLst>
          </p:cNvPr>
          <p:cNvCxnSpPr>
            <a:cxnSpLocks/>
          </p:cNvCxnSpPr>
          <p:nvPr/>
        </p:nvCxnSpPr>
        <p:spPr>
          <a:xfrm>
            <a:off x="8917229" y="3401857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Straight Connector 1660">
            <a:extLst>
              <a:ext uri="{FF2B5EF4-FFF2-40B4-BE49-F238E27FC236}">
                <a16:creationId xmlns:a16="http://schemas.microsoft.com/office/drawing/2014/main" id="{F655EDA1-CCDC-2B23-085B-C7E78BB6A6A9}"/>
              </a:ext>
            </a:extLst>
          </p:cNvPr>
          <p:cNvCxnSpPr>
            <a:cxnSpLocks/>
          </p:cNvCxnSpPr>
          <p:nvPr/>
        </p:nvCxnSpPr>
        <p:spPr>
          <a:xfrm>
            <a:off x="9048196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50CB617D-383A-E52A-AE7B-F517F6B91A22}"/>
              </a:ext>
            </a:extLst>
          </p:cNvPr>
          <p:cNvCxnSpPr>
            <a:cxnSpLocks/>
          </p:cNvCxnSpPr>
          <p:nvPr/>
        </p:nvCxnSpPr>
        <p:spPr>
          <a:xfrm>
            <a:off x="9176780" y="3401855"/>
            <a:ext cx="0" cy="11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TextBox 1662">
            <a:extLst>
              <a:ext uri="{FF2B5EF4-FFF2-40B4-BE49-F238E27FC236}">
                <a16:creationId xmlns:a16="http://schemas.microsoft.com/office/drawing/2014/main" id="{02AC3F9F-E6B7-DB84-701F-4D7D19B3E83E}"/>
              </a:ext>
            </a:extLst>
          </p:cNvPr>
          <p:cNvSpPr txBox="1"/>
          <p:nvPr/>
        </p:nvSpPr>
        <p:spPr>
          <a:xfrm>
            <a:off x="9250487" y="3022073"/>
            <a:ext cx="40170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Feasibility</a:t>
            </a:r>
            <a:endParaRPr lang="nb-NO" sz="200" dirty="0"/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869556E7-83C0-877E-4DF7-89BFA36EA22F}"/>
              </a:ext>
            </a:extLst>
          </p:cNvPr>
          <p:cNvSpPr txBox="1"/>
          <p:nvPr/>
        </p:nvSpPr>
        <p:spPr>
          <a:xfrm>
            <a:off x="9289942" y="3141859"/>
            <a:ext cx="3190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FMEA</a:t>
            </a:r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E36E5490-80A8-CBB2-0094-4B536996AAC0}"/>
              </a:ext>
            </a:extLst>
          </p:cNvPr>
          <p:cNvSpPr txBox="1"/>
          <p:nvPr/>
        </p:nvSpPr>
        <p:spPr>
          <a:xfrm>
            <a:off x="9260274" y="3264113"/>
            <a:ext cx="3919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Inspetion</a:t>
            </a:r>
            <a:endParaRPr lang="nb-NO" sz="200" dirty="0"/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CA80B506-A6E5-3C4B-C7D8-F31B3CF38CA5}"/>
              </a:ext>
            </a:extLst>
          </p:cNvPr>
          <p:cNvSpPr txBox="1"/>
          <p:nvPr/>
        </p:nvSpPr>
        <p:spPr>
          <a:xfrm>
            <a:off x="9321775" y="3379249"/>
            <a:ext cx="28837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SC</a:t>
            </a:r>
            <a:endParaRPr lang="nb-NO" sz="200" dirty="0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FF4ED567-753F-37EB-FAB3-69C289C3D88C}"/>
              </a:ext>
            </a:extLst>
          </p:cNvPr>
          <p:cNvSpPr/>
          <p:nvPr/>
        </p:nvSpPr>
        <p:spPr>
          <a:xfrm>
            <a:off x="9330269" y="3405300"/>
            <a:ext cx="223676" cy="106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FD1FF7CE-A8DF-51A8-B214-A1918B23DCEF}"/>
              </a:ext>
            </a:extLst>
          </p:cNvPr>
          <p:cNvSpPr/>
          <p:nvPr/>
        </p:nvSpPr>
        <p:spPr>
          <a:xfrm>
            <a:off x="9553920" y="3157649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5" name="Rectangle 1734">
            <a:extLst>
              <a:ext uri="{FF2B5EF4-FFF2-40B4-BE49-F238E27FC236}">
                <a16:creationId xmlns:a16="http://schemas.microsoft.com/office/drawing/2014/main" id="{1B1ADAAF-DA62-422E-43B7-17D7202C54C8}"/>
              </a:ext>
            </a:extLst>
          </p:cNvPr>
          <p:cNvSpPr/>
          <p:nvPr/>
        </p:nvSpPr>
        <p:spPr>
          <a:xfrm>
            <a:off x="9553918" y="328147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577E7387-3443-5A37-CABD-3B1D36C425C3}"/>
              </a:ext>
            </a:extLst>
          </p:cNvPr>
          <p:cNvSpPr txBox="1"/>
          <p:nvPr/>
        </p:nvSpPr>
        <p:spPr>
          <a:xfrm>
            <a:off x="9547960" y="3144443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611BCB11-AD34-1A46-81B8-49FAA451FAC3}"/>
              </a:ext>
            </a:extLst>
          </p:cNvPr>
          <p:cNvSpPr/>
          <p:nvPr/>
        </p:nvSpPr>
        <p:spPr>
          <a:xfrm>
            <a:off x="9557092" y="2914837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8" name="Rectangle 1737">
            <a:extLst>
              <a:ext uri="{FF2B5EF4-FFF2-40B4-BE49-F238E27FC236}">
                <a16:creationId xmlns:a16="http://schemas.microsoft.com/office/drawing/2014/main" id="{A02A96AA-8377-9FF5-0777-416BBE57266D}"/>
              </a:ext>
            </a:extLst>
          </p:cNvPr>
          <p:cNvSpPr/>
          <p:nvPr/>
        </p:nvSpPr>
        <p:spPr>
          <a:xfrm>
            <a:off x="9689455" y="2914326"/>
            <a:ext cx="131193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39" name="Rectangle 1738">
            <a:extLst>
              <a:ext uri="{FF2B5EF4-FFF2-40B4-BE49-F238E27FC236}">
                <a16:creationId xmlns:a16="http://schemas.microsoft.com/office/drawing/2014/main" id="{AD0D1F39-5CCB-EE51-0B9B-749BDB472508}"/>
              </a:ext>
            </a:extLst>
          </p:cNvPr>
          <p:cNvSpPr/>
          <p:nvPr/>
        </p:nvSpPr>
        <p:spPr>
          <a:xfrm>
            <a:off x="9330242" y="2914542"/>
            <a:ext cx="223676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BC163687-870E-7E06-C0B1-5B7903D27BD1}"/>
              </a:ext>
            </a:extLst>
          </p:cNvPr>
          <p:cNvSpPr/>
          <p:nvPr/>
        </p:nvSpPr>
        <p:spPr>
          <a:xfrm>
            <a:off x="9689831" y="3158590"/>
            <a:ext cx="131193" cy="122956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08481881-AB15-9773-5395-1DF03ABEA618}"/>
              </a:ext>
            </a:extLst>
          </p:cNvPr>
          <p:cNvSpPr/>
          <p:nvPr/>
        </p:nvSpPr>
        <p:spPr>
          <a:xfrm>
            <a:off x="9688824" y="3281713"/>
            <a:ext cx="134229" cy="1229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D3EE6D24-A4F9-4784-2CC4-959273EB4A0C}"/>
              </a:ext>
            </a:extLst>
          </p:cNvPr>
          <p:cNvSpPr/>
          <p:nvPr/>
        </p:nvSpPr>
        <p:spPr>
          <a:xfrm>
            <a:off x="9557064" y="3036282"/>
            <a:ext cx="264573" cy="1229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5FEBFFA6-7CBE-EDE6-73FD-A91BBE63D65E}"/>
              </a:ext>
            </a:extLst>
          </p:cNvPr>
          <p:cNvSpPr txBox="1"/>
          <p:nvPr/>
        </p:nvSpPr>
        <p:spPr>
          <a:xfrm>
            <a:off x="9486336" y="2898234"/>
            <a:ext cx="30268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Curr.</a:t>
            </a:r>
            <a:endParaRPr lang="nb-NO" sz="200" dirty="0"/>
          </a:p>
        </p:txBody>
      </p:sp>
      <p:sp>
        <p:nvSpPr>
          <p:cNvPr id="1744" name="TextBox 1743">
            <a:extLst>
              <a:ext uri="{FF2B5EF4-FFF2-40B4-BE49-F238E27FC236}">
                <a16:creationId xmlns:a16="http://schemas.microsoft.com/office/drawing/2014/main" id="{444DCF77-4A5E-C617-4E18-16FEB7740E9B}"/>
              </a:ext>
            </a:extLst>
          </p:cNvPr>
          <p:cNvSpPr txBox="1"/>
          <p:nvPr/>
        </p:nvSpPr>
        <p:spPr>
          <a:xfrm>
            <a:off x="9558555" y="3020335"/>
            <a:ext cx="2866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N/E</a:t>
            </a:r>
            <a:endParaRPr lang="nb-NO" sz="200" dirty="0"/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0D0B3FF4-4809-F17F-D407-3D09BDAAC178}"/>
              </a:ext>
            </a:extLst>
          </p:cNvPr>
          <p:cNvSpPr txBox="1"/>
          <p:nvPr/>
        </p:nvSpPr>
        <p:spPr>
          <a:xfrm>
            <a:off x="9622366" y="2898401"/>
            <a:ext cx="2805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Plan</a:t>
            </a:r>
            <a:endParaRPr lang="nb-NO" sz="200" dirty="0"/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BA47657F-A19F-43E3-66D6-4FAF019E4B2D}"/>
              </a:ext>
            </a:extLst>
          </p:cNvPr>
          <p:cNvSpPr txBox="1"/>
          <p:nvPr/>
        </p:nvSpPr>
        <p:spPr>
          <a:xfrm>
            <a:off x="9683374" y="3142879"/>
            <a:ext cx="1123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" dirty="0"/>
              <a:t>H</a:t>
            </a:r>
            <a:endParaRPr lang="nb-NO" sz="200" dirty="0"/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BB0DC044-B839-94A8-A47F-F9605F93E4A3}"/>
              </a:ext>
            </a:extLst>
          </p:cNvPr>
          <p:cNvSpPr txBox="1"/>
          <p:nvPr/>
        </p:nvSpPr>
        <p:spPr>
          <a:xfrm>
            <a:off x="8419564" y="2934052"/>
            <a:ext cx="1055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800" b="1" dirty="0"/>
              <a:t>Ultimate  tensile strength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BA81F2A-AE36-D22F-2F2A-19A4FEE6D9A9}"/>
              </a:ext>
            </a:extLst>
          </p:cNvPr>
          <p:cNvSpPr/>
          <p:nvPr/>
        </p:nvSpPr>
        <p:spPr>
          <a:xfrm>
            <a:off x="6063717" y="4137487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E6E1965E-28EF-59D6-580F-0D15A3805D99}"/>
              </a:ext>
            </a:extLst>
          </p:cNvPr>
          <p:cNvSpPr/>
          <p:nvPr/>
        </p:nvSpPr>
        <p:spPr>
          <a:xfrm>
            <a:off x="6063718" y="4137485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E92CC85-85D1-D185-4619-11292192DDF5}"/>
              </a:ext>
            </a:extLst>
          </p:cNvPr>
          <p:cNvSpPr/>
          <p:nvPr/>
        </p:nvSpPr>
        <p:spPr>
          <a:xfrm>
            <a:off x="6887344" y="414315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B571280-D56C-42BC-69A1-635D9AB6C693}"/>
              </a:ext>
            </a:extLst>
          </p:cNvPr>
          <p:cNvSpPr/>
          <p:nvPr/>
        </p:nvSpPr>
        <p:spPr>
          <a:xfrm>
            <a:off x="6674813" y="4139768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DC72A69-0661-C06B-8D74-9399FFBD8723}"/>
              </a:ext>
            </a:extLst>
          </p:cNvPr>
          <p:cNvSpPr/>
          <p:nvPr/>
        </p:nvSpPr>
        <p:spPr>
          <a:xfrm>
            <a:off x="7051595" y="414315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E108667-2E44-A612-D66E-0625330144A0}"/>
              </a:ext>
            </a:extLst>
          </p:cNvPr>
          <p:cNvSpPr/>
          <p:nvPr/>
        </p:nvSpPr>
        <p:spPr>
          <a:xfrm>
            <a:off x="6889727" y="424554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4EC1A9E-9C69-F3AA-62E5-A923635C16D6}"/>
              </a:ext>
            </a:extLst>
          </p:cNvPr>
          <p:cNvSpPr/>
          <p:nvPr/>
        </p:nvSpPr>
        <p:spPr>
          <a:xfrm>
            <a:off x="6677196" y="424216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529987A-BE5C-E13D-A283-45305DC40294}"/>
              </a:ext>
            </a:extLst>
          </p:cNvPr>
          <p:cNvSpPr/>
          <p:nvPr/>
        </p:nvSpPr>
        <p:spPr>
          <a:xfrm>
            <a:off x="7053978" y="424554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F46AF7-F367-4180-4647-D6EC1E0EE27D}"/>
              </a:ext>
            </a:extLst>
          </p:cNvPr>
          <p:cNvSpPr txBox="1"/>
          <p:nvPr/>
        </p:nvSpPr>
        <p:spPr>
          <a:xfrm>
            <a:off x="6804843" y="410352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059582-0511-BCC2-F7F6-D23124DBC6D9}"/>
              </a:ext>
            </a:extLst>
          </p:cNvPr>
          <p:cNvSpPr txBox="1"/>
          <p:nvPr/>
        </p:nvSpPr>
        <p:spPr>
          <a:xfrm>
            <a:off x="6982086" y="409689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FF5DB89-51C3-FDDA-0D77-258B5604C3B6}"/>
              </a:ext>
            </a:extLst>
          </p:cNvPr>
          <p:cNvSpPr/>
          <p:nvPr/>
        </p:nvSpPr>
        <p:spPr>
          <a:xfrm>
            <a:off x="6889501" y="434555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E722249-66CE-5F38-9617-4F46D2DFF39D}"/>
              </a:ext>
            </a:extLst>
          </p:cNvPr>
          <p:cNvSpPr/>
          <p:nvPr/>
        </p:nvSpPr>
        <p:spPr>
          <a:xfrm>
            <a:off x="6676970" y="434217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D7C2E47-9D9A-1085-14ED-992C95139689}"/>
              </a:ext>
            </a:extLst>
          </p:cNvPr>
          <p:cNvSpPr/>
          <p:nvPr/>
        </p:nvSpPr>
        <p:spPr>
          <a:xfrm>
            <a:off x="7053752" y="434555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7389A10-2C6F-E864-99FD-9BBBA9940F93}"/>
              </a:ext>
            </a:extLst>
          </p:cNvPr>
          <p:cNvSpPr/>
          <p:nvPr/>
        </p:nvSpPr>
        <p:spPr>
          <a:xfrm>
            <a:off x="6887935" y="4351020"/>
            <a:ext cx="170227" cy="19728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B234DDE-C3E0-476C-5AD8-1D7AA95C4193}"/>
              </a:ext>
            </a:extLst>
          </p:cNvPr>
          <p:cNvSpPr/>
          <p:nvPr/>
        </p:nvSpPr>
        <p:spPr>
          <a:xfrm>
            <a:off x="6675404" y="4343400"/>
            <a:ext cx="212329" cy="20352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8CFF1A0-DADC-0131-11FB-886079D52079}"/>
              </a:ext>
            </a:extLst>
          </p:cNvPr>
          <p:cNvSpPr/>
          <p:nvPr/>
        </p:nvSpPr>
        <p:spPr>
          <a:xfrm>
            <a:off x="7052186" y="4347211"/>
            <a:ext cx="170227" cy="20109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0295846-AE5E-F9DB-9F6D-3A2B3767A8D1}"/>
              </a:ext>
            </a:extLst>
          </p:cNvPr>
          <p:cNvSpPr txBox="1"/>
          <p:nvPr/>
        </p:nvSpPr>
        <p:spPr>
          <a:xfrm>
            <a:off x="6656176" y="4345136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B2F94F8-B582-B333-4B87-5DA13C20574C}"/>
              </a:ext>
            </a:extLst>
          </p:cNvPr>
          <p:cNvSpPr txBox="1"/>
          <p:nvPr/>
        </p:nvSpPr>
        <p:spPr>
          <a:xfrm>
            <a:off x="6605146" y="4210063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CACC285-FAAE-8606-869B-6661CBF92BC3}"/>
              </a:ext>
            </a:extLst>
          </p:cNvPr>
          <p:cNvSpPr txBox="1"/>
          <p:nvPr/>
        </p:nvSpPr>
        <p:spPr>
          <a:xfrm>
            <a:off x="6847458" y="421033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93102F7-49BB-059B-5AEB-065E52304B0B}"/>
              </a:ext>
            </a:extLst>
          </p:cNvPr>
          <p:cNvSpPr/>
          <p:nvPr/>
        </p:nvSpPr>
        <p:spPr>
          <a:xfrm>
            <a:off x="5083443" y="4200722"/>
            <a:ext cx="142952" cy="27290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8D634A-43AD-E294-C2B4-6E5F60673C6C}"/>
              </a:ext>
            </a:extLst>
          </p:cNvPr>
          <p:cNvSpPr txBox="1"/>
          <p:nvPr/>
        </p:nvSpPr>
        <p:spPr>
          <a:xfrm>
            <a:off x="6097957" y="4071888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Bushing 1 </a:t>
            </a:r>
          </a:p>
          <a:p>
            <a:r>
              <a:rPr lang="nb-NO" sz="800" dirty="0"/>
              <a:t>cracked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AC7D4DA-84E4-51C5-8ED6-FF5F1075736C}"/>
              </a:ext>
            </a:extLst>
          </p:cNvPr>
          <p:cNvSpPr txBox="1"/>
          <p:nvPr/>
        </p:nvSpPr>
        <p:spPr>
          <a:xfrm>
            <a:off x="7012558" y="4210337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CAB71B0-DE58-FE97-C962-F94872524F88}"/>
              </a:ext>
            </a:extLst>
          </p:cNvPr>
          <p:cNvSpPr/>
          <p:nvPr/>
        </p:nvSpPr>
        <p:spPr>
          <a:xfrm>
            <a:off x="6071515" y="461455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5" name="Rectangle 1754">
            <a:extLst>
              <a:ext uri="{FF2B5EF4-FFF2-40B4-BE49-F238E27FC236}">
                <a16:creationId xmlns:a16="http://schemas.microsoft.com/office/drawing/2014/main" id="{C8BC160B-261A-B5CE-F5E9-8D1E36EB070D}"/>
              </a:ext>
            </a:extLst>
          </p:cNvPr>
          <p:cNvSpPr/>
          <p:nvPr/>
        </p:nvSpPr>
        <p:spPr>
          <a:xfrm>
            <a:off x="6071516" y="461455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56" name="Rectangle 1755">
            <a:extLst>
              <a:ext uri="{FF2B5EF4-FFF2-40B4-BE49-F238E27FC236}">
                <a16:creationId xmlns:a16="http://schemas.microsoft.com/office/drawing/2014/main" id="{04EEA1BF-0D09-E29D-A0E9-EB762769BAF5}"/>
              </a:ext>
            </a:extLst>
          </p:cNvPr>
          <p:cNvSpPr/>
          <p:nvPr/>
        </p:nvSpPr>
        <p:spPr>
          <a:xfrm>
            <a:off x="6895142" y="462021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7" name="Rectangle 1756">
            <a:extLst>
              <a:ext uri="{FF2B5EF4-FFF2-40B4-BE49-F238E27FC236}">
                <a16:creationId xmlns:a16="http://schemas.microsoft.com/office/drawing/2014/main" id="{1A4A31F7-5EBD-5D11-351B-AEAB8D18A223}"/>
              </a:ext>
            </a:extLst>
          </p:cNvPr>
          <p:cNvSpPr/>
          <p:nvPr/>
        </p:nvSpPr>
        <p:spPr>
          <a:xfrm>
            <a:off x="6682611" y="461683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8" name="Rectangle 1757">
            <a:extLst>
              <a:ext uri="{FF2B5EF4-FFF2-40B4-BE49-F238E27FC236}">
                <a16:creationId xmlns:a16="http://schemas.microsoft.com/office/drawing/2014/main" id="{1B57EF32-87BF-1C42-F371-4CAD10C8CEA9}"/>
              </a:ext>
            </a:extLst>
          </p:cNvPr>
          <p:cNvSpPr/>
          <p:nvPr/>
        </p:nvSpPr>
        <p:spPr>
          <a:xfrm>
            <a:off x="7059393" y="462021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59" name="Rectangle 1758">
            <a:extLst>
              <a:ext uri="{FF2B5EF4-FFF2-40B4-BE49-F238E27FC236}">
                <a16:creationId xmlns:a16="http://schemas.microsoft.com/office/drawing/2014/main" id="{CB85DD7E-573D-496C-2CC6-CD01B92ABD72}"/>
              </a:ext>
            </a:extLst>
          </p:cNvPr>
          <p:cNvSpPr/>
          <p:nvPr/>
        </p:nvSpPr>
        <p:spPr>
          <a:xfrm>
            <a:off x="6897525" y="47226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0" name="Rectangle 1759">
            <a:extLst>
              <a:ext uri="{FF2B5EF4-FFF2-40B4-BE49-F238E27FC236}">
                <a16:creationId xmlns:a16="http://schemas.microsoft.com/office/drawing/2014/main" id="{3A6ADA01-4925-50BF-182E-5B0245BC346C}"/>
              </a:ext>
            </a:extLst>
          </p:cNvPr>
          <p:cNvSpPr/>
          <p:nvPr/>
        </p:nvSpPr>
        <p:spPr>
          <a:xfrm>
            <a:off x="6684994" y="47192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1" name="Rectangle 1760">
            <a:extLst>
              <a:ext uri="{FF2B5EF4-FFF2-40B4-BE49-F238E27FC236}">
                <a16:creationId xmlns:a16="http://schemas.microsoft.com/office/drawing/2014/main" id="{8C9EFEF8-D240-417E-CEE2-C4CBEED3C8CD}"/>
              </a:ext>
            </a:extLst>
          </p:cNvPr>
          <p:cNvSpPr/>
          <p:nvPr/>
        </p:nvSpPr>
        <p:spPr>
          <a:xfrm>
            <a:off x="7061776" y="47226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2" name="TextBox 1761">
            <a:extLst>
              <a:ext uri="{FF2B5EF4-FFF2-40B4-BE49-F238E27FC236}">
                <a16:creationId xmlns:a16="http://schemas.microsoft.com/office/drawing/2014/main" id="{D41C696E-28D9-12F6-9FA1-290A61FE2496}"/>
              </a:ext>
            </a:extLst>
          </p:cNvPr>
          <p:cNvSpPr txBox="1"/>
          <p:nvPr/>
        </p:nvSpPr>
        <p:spPr>
          <a:xfrm>
            <a:off x="6812641" y="458059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763" name="TextBox 1762">
            <a:extLst>
              <a:ext uri="{FF2B5EF4-FFF2-40B4-BE49-F238E27FC236}">
                <a16:creationId xmlns:a16="http://schemas.microsoft.com/office/drawing/2014/main" id="{504B65CC-9536-6967-3109-4713AF034BA9}"/>
              </a:ext>
            </a:extLst>
          </p:cNvPr>
          <p:cNvSpPr txBox="1"/>
          <p:nvPr/>
        </p:nvSpPr>
        <p:spPr>
          <a:xfrm>
            <a:off x="6989884" y="457395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764" name="Rectangle 1763">
            <a:extLst>
              <a:ext uri="{FF2B5EF4-FFF2-40B4-BE49-F238E27FC236}">
                <a16:creationId xmlns:a16="http://schemas.microsoft.com/office/drawing/2014/main" id="{2AC02363-81F0-50FB-4D3D-152EC7C3CA50}"/>
              </a:ext>
            </a:extLst>
          </p:cNvPr>
          <p:cNvSpPr/>
          <p:nvPr/>
        </p:nvSpPr>
        <p:spPr>
          <a:xfrm>
            <a:off x="6897299" y="482262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F2D05A03-0102-6759-B36E-C1F496CC7F07}"/>
              </a:ext>
            </a:extLst>
          </p:cNvPr>
          <p:cNvSpPr/>
          <p:nvPr/>
        </p:nvSpPr>
        <p:spPr>
          <a:xfrm>
            <a:off x="6684768" y="481923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6" name="Rectangle 1765">
            <a:extLst>
              <a:ext uri="{FF2B5EF4-FFF2-40B4-BE49-F238E27FC236}">
                <a16:creationId xmlns:a16="http://schemas.microsoft.com/office/drawing/2014/main" id="{F855FD5F-3AA7-353F-ECCD-441A5C47747C}"/>
              </a:ext>
            </a:extLst>
          </p:cNvPr>
          <p:cNvSpPr/>
          <p:nvPr/>
        </p:nvSpPr>
        <p:spPr>
          <a:xfrm>
            <a:off x="7061550" y="482262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99A805E4-8825-DD21-5054-0DFAEBF0189B}"/>
              </a:ext>
            </a:extLst>
          </p:cNvPr>
          <p:cNvSpPr/>
          <p:nvPr/>
        </p:nvSpPr>
        <p:spPr>
          <a:xfrm>
            <a:off x="6895733" y="4819651"/>
            <a:ext cx="170227" cy="2057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8" name="Rectangle 1767">
            <a:extLst>
              <a:ext uri="{FF2B5EF4-FFF2-40B4-BE49-F238E27FC236}">
                <a16:creationId xmlns:a16="http://schemas.microsoft.com/office/drawing/2014/main" id="{BE93CE0A-4FA3-EA5A-C146-27757927CDD7}"/>
              </a:ext>
            </a:extLst>
          </p:cNvPr>
          <p:cNvSpPr/>
          <p:nvPr/>
        </p:nvSpPr>
        <p:spPr>
          <a:xfrm>
            <a:off x="6683202" y="4823461"/>
            <a:ext cx="212329" cy="20053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69" name="Rectangle 1768">
            <a:extLst>
              <a:ext uri="{FF2B5EF4-FFF2-40B4-BE49-F238E27FC236}">
                <a16:creationId xmlns:a16="http://schemas.microsoft.com/office/drawing/2014/main" id="{C4965892-ADE9-090E-3D7B-5ACB72088D55}"/>
              </a:ext>
            </a:extLst>
          </p:cNvPr>
          <p:cNvSpPr/>
          <p:nvPr/>
        </p:nvSpPr>
        <p:spPr>
          <a:xfrm>
            <a:off x="7059984" y="4815840"/>
            <a:ext cx="170227" cy="20952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EE033521-7ADC-AE81-79DF-594AA21508FF}"/>
              </a:ext>
            </a:extLst>
          </p:cNvPr>
          <p:cNvSpPr txBox="1"/>
          <p:nvPr/>
        </p:nvSpPr>
        <p:spPr>
          <a:xfrm>
            <a:off x="6658435" y="4829675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64142A4D-C4ED-ABEA-900C-745131FBBDDF}"/>
              </a:ext>
            </a:extLst>
          </p:cNvPr>
          <p:cNvSpPr txBox="1"/>
          <p:nvPr/>
        </p:nvSpPr>
        <p:spPr>
          <a:xfrm>
            <a:off x="6612944" y="468712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BD25C638-7050-5A89-D250-4F6165657376}"/>
              </a:ext>
            </a:extLst>
          </p:cNvPr>
          <p:cNvSpPr txBox="1"/>
          <p:nvPr/>
        </p:nvSpPr>
        <p:spPr>
          <a:xfrm>
            <a:off x="68552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773" name="TextBox 1772">
            <a:extLst>
              <a:ext uri="{FF2B5EF4-FFF2-40B4-BE49-F238E27FC236}">
                <a16:creationId xmlns:a16="http://schemas.microsoft.com/office/drawing/2014/main" id="{BDC6404B-E0F8-E081-0AF4-6C4982C3A392}"/>
              </a:ext>
            </a:extLst>
          </p:cNvPr>
          <p:cNvSpPr txBox="1"/>
          <p:nvPr/>
        </p:nvSpPr>
        <p:spPr>
          <a:xfrm>
            <a:off x="6105755" y="4548953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Loose belt convoier 1 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FF2CA216-38AF-9DC1-9DBF-0C80A5518EC2}"/>
              </a:ext>
            </a:extLst>
          </p:cNvPr>
          <p:cNvSpPr txBox="1"/>
          <p:nvPr/>
        </p:nvSpPr>
        <p:spPr>
          <a:xfrm>
            <a:off x="7020356" y="468740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775" name="Rectangle 1774">
            <a:extLst>
              <a:ext uri="{FF2B5EF4-FFF2-40B4-BE49-F238E27FC236}">
                <a16:creationId xmlns:a16="http://schemas.microsoft.com/office/drawing/2014/main" id="{9BCCD7B2-25F7-F5CD-6AA1-AA5471E37B4C}"/>
              </a:ext>
            </a:extLst>
          </p:cNvPr>
          <p:cNvSpPr/>
          <p:nvPr/>
        </p:nvSpPr>
        <p:spPr>
          <a:xfrm>
            <a:off x="6078688" y="5108736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6" name="Rectangle 1775">
            <a:extLst>
              <a:ext uri="{FF2B5EF4-FFF2-40B4-BE49-F238E27FC236}">
                <a16:creationId xmlns:a16="http://schemas.microsoft.com/office/drawing/2014/main" id="{7E8CCACC-AF1C-53EF-65F7-0E2CF06D1F98}"/>
              </a:ext>
            </a:extLst>
          </p:cNvPr>
          <p:cNvSpPr/>
          <p:nvPr/>
        </p:nvSpPr>
        <p:spPr>
          <a:xfrm>
            <a:off x="6078689" y="5108734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777" name="Rectangle 1776">
            <a:extLst>
              <a:ext uri="{FF2B5EF4-FFF2-40B4-BE49-F238E27FC236}">
                <a16:creationId xmlns:a16="http://schemas.microsoft.com/office/drawing/2014/main" id="{97871DDB-C5A6-A991-E27D-58F54F9F28E8}"/>
              </a:ext>
            </a:extLst>
          </p:cNvPr>
          <p:cNvSpPr/>
          <p:nvPr/>
        </p:nvSpPr>
        <p:spPr>
          <a:xfrm>
            <a:off x="6902315" y="5114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8" name="Rectangle 1777">
            <a:extLst>
              <a:ext uri="{FF2B5EF4-FFF2-40B4-BE49-F238E27FC236}">
                <a16:creationId xmlns:a16="http://schemas.microsoft.com/office/drawing/2014/main" id="{557AD79C-B9A4-F32F-F142-C6794AD93C5D}"/>
              </a:ext>
            </a:extLst>
          </p:cNvPr>
          <p:cNvSpPr/>
          <p:nvPr/>
        </p:nvSpPr>
        <p:spPr>
          <a:xfrm>
            <a:off x="6689784" y="5111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79" name="Rectangle 1778">
            <a:extLst>
              <a:ext uri="{FF2B5EF4-FFF2-40B4-BE49-F238E27FC236}">
                <a16:creationId xmlns:a16="http://schemas.microsoft.com/office/drawing/2014/main" id="{8B9E6F93-80FC-703F-D565-852C47E69E82}"/>
              </a:ext>
            </a:extLst>
          </p:cNvPr>
          <p:cNvSpPr/>
          <p:nvPr/>
        </p:nvSpPr>
        <p:spPr>
          <a:xfrm>
            <a:off x="7066566" y="5114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0" name="Rectangle 1779">
            <a:extLst>
              <a:ext uri="{FF2B5EF4-FFF2-40B4-BE49-F238E27FC236}">
                <a16:creationId xmlns:a16="http://schemas.microsoft.com/office/drawing/2014/main" id="{ABA31D13-22BB-D830-C36B-5E8EA640018A}"/>
              </a:ext>
            </a:extLst>
          </p:cNvPr>
          <p:cNvSpPr/>
          <p:nvPr/>
        </p:nvSpPr>
        <p:spPr>
          <a:xfrm>
            <a:off x="6904698" y="521679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1" name="Rectangle 1780">
            <a:extLst>
              <a:ext uri="{FF2B5EF4-FFF2-40B4-BE49-F238E27FC236}">
                <a16:creationId xmlns:a16="http://schemas.microsoft.com/office/drawing/2014/main" id="{5842A6A0-14AD-0A48-43BF-4B887F81A4E9}"/>
              </a:ext>
            </a:extLst>
          </p:cNvPr>
          <p:cNvSpPr/>
          <p:nvPr/>
        </p:nvSpPr>
        <p:spPr>
          <a:xfrm>
            <a:off x="6692167" y="521340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2" name="Rectangle 1781">
            <a:extLst>
              <a:ext uri="{FF2B5EF4-FFF2-40B4-BE49-F238E27FC236}">
                <a16:creationId xmlns:a16="http://schemas.microsoft.com/office/drawing/2014/main" id="{5480EB2B-8F81-5EAE-B239-BC3D14572903}"/>
              </a:ext>
            </a:extLst>
          </p:cNvPr>
          <p:cNvSpPr/>
          <p:nvPr/>
        </p:nvSpPr>
        <p:spPr>
          <a:xfrm>
            <a:off x="7068949" y="521679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3" name="TextBox 1782">
            <a:extLst>
              <a:ext uri="{FF2B5EF4-FFF2-40B4-BE49-F238E27FC236}">
                <a16:creationId xmlns:a16="http://schemas.microsoft.com/office/drawing/2014/main" id="{E486B192-A05E-CC42-BFB8-7372B80C5A5A}"/>
              </a:ext>
            </a:extLst>
          </p:cNvPr>
          <p:cNvSpPr txBox="1"/>
          <p:nvPr/>
        </p:nvSpPr>
        <p:spPr>
          <a:xfrm>
            <a:off x="6819814" y="507477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784" name="TextBox 1783">
            <a:extLst>
              <a:ext uri="{FF2B5EF4-FFF2-40B4-BE49-F238E27FC236}">
                <a16:creationId xmlns:a16="http://schemas.microsoft.com/office/drawing/2014/main" id="{250BEFAC-A459-5859-D4D1-A88CC4A2B0C2}"/>
              </a:ext>
            </a:extLst>
          </p:cNvPr>
          <p:cNvSpPr txBox="1"/>
          <p:nvPr/>
        </p:nvSpPr>
        <p:spPr>
          <a:xfrm>
            <a:off x="6997057" y="506814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C3F9F275-412D-FFF6-36DD-23C82252EC3C}"/>
              </a:ext>
            </a:extLst>
          </p:cNvPr>
          <p:cNvSpPr/>
          <p:nvPr/>
        </p:nvSpPr>
        <p:spPr>
          <a:xfrm>
            <a:off x="6904472" y="531680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029936F9-6F19-F99C-844D-D46DA9B8F17B}"/>
              </a:ext>
            </a:extLst>
          </p:cNvPr>
          <p:cNvSpPr/>
          <p:nvPr/>
        </p:nvSpPr>
        <p:spPr>
          <a:xfrm>
            <a:off x="6691941" y="5313419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7" name="Rectangle 1786">
            <a:extLst>
              <a:ext uri="{FF2B5EF4-FFF2-40B4-BE49-F238E27FC236}">
                <a16:creationId xmlns:a16="http://schemas.microsoft.com/office/drawing/2014/main" id="{83E1299A-955A-A0CE-0E3B-48EF54B521DF}"/>
              </a:ext>
            </a:extLst>
          </p:cNvPr>
          <p:cNvSpPr/>
          <p:nvPr/>
        </p:nvSpPr>
        <p:spPr>
          <a:xfrm>
            <a:off x="7068723" y="5316804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8" name="Rectangle 1787">
            <a:extLst>
              <a:ext uri="{FF2B5EF4-FFF2-40B4-BE49-F238E27FC236}">
                <a16:creationId xmlns:a16="http://schemas.microsoft.com/office/drawing/2014/main" id="{D20F7E61-79ED-CE32-33F4-727F581DB29C}"/>
              </a:ext>
            </a:extLst>
          </p:cNvPr>
          <p:cNvSpPr/>
          <p:nvPr/>
        </p:nvSpPr>
        <p:spPr>
          <a:xfrm>
            <a:off x="6902906" y="5314951"/>
            <a:ext cx="170227" cy="20460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89" name="Rectangle 1788">
            <a:extLst>
              <a:ext uri="{FF2B5EF4-FFF2-40B4-BE49-F238E27FC236}">
                <a16:creationId xmlns:a16="http://schemas.microsoft.com/office/drawing/2014/main" id="{82438114-2DFF-4131-E767-3EF4FCF8D098}"/>
              </a:ext>
            </a:extLst>
          </p:cNvPr>
          <p:cNvSpPr/>
          <p:nvPr/>
        </p:nvSpPr>
        <p:spPr>
          <a:xfrm>
            <a:off x="6690375" y="5318761"/>
            <a:ext cx="212329" cy="19941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0" name="Rectangle 1789">
            <a:extLst>
              <a:ext uri="{FF2B5EF4-FFF2-40B4-BE49-F238E27FC236}">
                <a16:creationId xmlns:a16="http://schemas.microsoft.com/office/drawing/2014/main" id="{2E5C62EC-1A28-FC50-DC71-0628FD1AF489}"/>
              </a:ext>
            </a:extLst>
          </p:cNvPr>
          <p:cNvSpPr/>
          <p:nvPr/>
        </p:nvSpPr>
        <p:spPr>
          <a:xfrm>
            <a:off x="7067157" y="5314950"/>
            <a:ext cx="170227" cy="2046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F1A472D0-0E4E-95F3-FCCE-6B3D3F4936FD}"/>
              </a:ext>
            </a:extLst>
          </p:cNvPr>
          <p:cNvSpPr txBox="1"/>
          <p:nvPr/>
        </p:nvSpPr>
        <p:spPr>
          <a:xfrm>
            <a:off x="6668090" y="5322520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32" name="TextBox 2431">
            <a:extLst>
              <a:ext uri="{FF2B5EF4-FFF2-40B4-BE49-F238E27FC236}">
                <a16:creationId xmlns:a16="http://schemas.microsoft.com/office/drawing/2014/main" id="{8CCE5CD8-9D45-CDB4-47B0-81641B6E09EE}"/>
              </a:ext>
            </a:extLst>
          </p:cNvPr>
          <p:cNvSpPr txBox="1"/>
          <p:nvPr/>
        </p:nvSpPr>
        <p:spPr>
          <a:xfrm>
            <a:off x="6620117" y="5181312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33" name="TextBox 2432">
            <a:extLst>
              <a:ext uri="{FF2B5EF4-FFF2-40B4-BE49-F238E27FC236}">
                <a16:creationId xmlns:a16="http://schemas.microsoft.com/office/drawing/2014/main" id="{CABD4017-D40B-8D21-EE3E-CEE3A940BF2A}"/>
              </a:ext>
            </a:extLst>
          </p:cNvPr>
          <p:cNvSpPr txBox="1"/>
          <p:nvPr/>
        </p:nvSpPr>
        <p:spPr>
          <a:xfrm>
            <a:off x="68624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34" name="TextBox 2433">
            <a:extLst>
              <a:ext uri="{FF2B5EF4-FFF2-40B4-BE49-F238E27FC236}">
                <a16:creationId xmlns:a16="http://schemas.microsoft.com/office/drawing/2014/main" id="{89A67C40-9FC3-BBDD-02B6-A83070ABAFA3}"/>
              </a:ext>
            </a:extLst>
          </p:cNvPr>
          <p:cNvSpPr txBox="1"/>
          <p:nvPr/>
        </p:nvSpPr>
        <p:spPr>
          <a:xfrm>
            <a:off x="6029583" y="5044725"/>
            <a:ext cx="761716" cy="33855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Valve 3 stuck on open</a:t>
            </a:r>
          </a:p>
        </p:txBody>
      </p:sp>
      <p:sp>
        <p:nvSpPr>
          <p:cNvPr id="2435" name="TextBox 2434">
            <a:extLst>
              <a:ext uri="{FF2B5EF4-FFF2-40B4-BE49-F238E27FC236}">
                <a16:creationId xmlns:a16="http://schemas.microsoft.com/office/drawing/2014/main" id="{682E5E85-208E-A87E-7471-9187196FE711}"/>
              </a:ext>
            </a:extLst>
          </p:cNvPr>
          <p:cNvSpPr txBox="1"/>
          <p:nvPr/>
        </p:nvSpPr>
        <p:spPr>
          <a:xfrm>
            <a:off x="7027529" y="5181586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36" name="Rectangle 2435">
            <a:extLst>
              <a:ext uri="{FF2B5EF4-FFF2-40B4-BE49-F238E27FC236}">
                <a16:creationId xmlns:a16="http://schemas.microsoft.com/office/drawing/2014/main" id="{78073AC9-E5F9-FD2C-0051-638257C2A5E0}"/>
              </a:ext>
            </a:extLst>
          </p:cNvPr>
          <p:cNvSpPr/>
          <p:nvPr/>
        </p:nvSpPr>
        <p:spPr>
          <a:xfrm>
            <a:off x="7277125" y="5393690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37" name="Isosceles Triangle 2436">
            <a:extLst>
              <a:ext uri="{FF2B5EF4-FFF2-40B4-BE49-F238E27FC236}">
                <a16:creationId xmlns:a16="http://schemas.microsoft.com/office/drawing/2014/main" id="{94D77977-9237-3648-2E6A-39C1A7C9EA58}"/>
              </a:ext>
            </a:extLst>
          </p:cNvPr>
          <p:cNvSpPr/>
          <p:nvPr/>
        </p:nvSpPr>
        <p:spPr>
          <a:xfrm rot="10800000">
            <a:off x="7306979" y="5426431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38" name="Rectangle 2437">
            <a:extLst>
              <a:ext uri="{FF2B5EF4-FFF2-40B4-BE49-F238E27FC236}">
                <a16:creationId xmlns:a16="http://schemas.microsoft.com/office/drawing/2014/main" id="{6D95A1A4-B385-EA55-C5AD-AE5552EADCE5}"/>
              </a:ext>
            </a:extLst>
          </p:cNvPr>
          <p:cNvSpPr/>
          <p:nvPr/>
        </p:nvSpPr>
        <p:spPr>
          <a:xfrm>
            <a:off x="7276099" y="4267813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39" name="Rectangle 2438">
            <a:extLst>
              <a:ext uri="{FF2B5EF4-FFF2-40B4-BE49-F238E27FC236}">
                <a16:creationId xmlns:a16="http://schemas.microsoft.com/office/drawing/2014/main" id="{F3888A78-3ECC-7941-3F7D-84A3C4F40C41}"/>
              </a:ext>
            </a:extLst>
          </p:cNvPr>
          <p:cNvSpPr/>
          <p:nvPr/>
        </p:nvSpPr>
        <p:spPr>
          <a:xfrm>
            <a:off x="7276931" y="4144522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0" name="Isosceles Triangle 2439">
            <a:extLst>
              <a:ext uri="{FF2B5EF4-FFF2-40B4-BE49-F238E27FC236}">
                <a16:creationId xmlns:a16="http://schemas.microsoft.com/office/drawing/2014/main" id="{F1FF93E6-A31D-EF49-2B07-CD63452C1CCE}"/>
              </a:ext>
            </a:extLst>
          </p:cNvPr>
          <p:cNvSpPr/>
          <p:nvPr/>
        </p:nvSpPr>
        <p:spPr>
          <a:xfrm>
            <a:off x="7306785" y="4177263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1" name="Rectangle 2440">
            <a:extLst>
              <a:ext uri="{FF2B5EF4-FFF2-40B4-BE49-F238E27FC236}">
                <a16:creationId xmlns:a16="http://schemas.microsoft.com/office/drawing/2014/main" id="{8A784E79-CEE1-B4B7-EBB4-FC749DCC4E9B}"/>
              </a:ext>
            </a:extLst>
          </p:cNvPr>
          <p:cNvSpPr/>
          <p:nvPr/>
        </p:nvSpPr>
        <p:spPr>
          <a:xfrm>
            <a:off x="7276306" y="4271783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2" name="Rectangle 2441">
            <a:extLst>
              <a:ext uri="{FF2B5EF4-FFF2-40B4-BE49-F238E27FC236}">
                <a16:creationId xmlns:a16="http://schemas.microsoft.com/office/drawing/2014/main" id="{8F7FE80C-410E-5F1F-B6A6-957B3A54E6AA}"/>
              </a:ext>
            </a:extLst>
          </p:cNvPr>
          <p:cNvSpPr/>
          <p:nvPr/>
        </p:nvSpPr>
        <p:spPr>
          <a:xfrm>
            <a:off x="8416447" y="4154344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3" name="Rectangle 2442">
            <a:extLst>
              <a:ext uri="{FF2B5EF4-FFF2-40B4-BE49-F238E27FC236}">
                <a16:creationId xmlns:a16="http://schemas.microsoft.com/office/drawing/2014/main" id="{8B7B85D4-02FD-2703-B917-9EABAFF43ED2}"/>
              </a:ext>
            </a:extLst>
          </p:cNvPr>
          <p:cNvSpPr/>
          <p:nvPr/>
        </p:nvSpPr>
        <p:spPr>
          <a:xfrm>
            <a:off x="8416448" y="4154342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44" name="Rectangle 2443">
            <a:extLst>
              <a:ext uri="{FF2B5EF4-FFF2-40B4-BE49-F238E27FC236}">
                <a16:creationId xmlns:a16="http://schemas.microsoft.com/office/drawing/2014/main" id="{7AB4A744-2D2F-D9CD-3934-B96E616C54F1}"/>
              </a:ext>
            </a:extLst>
          </p:cNvPr>
          <p:cNvSpPr/>
          <p:nvPr/>
        </p:nvSpPr>
        <p:spPr>
          <a:xfrm>
            <a:off x="9240074" y="416001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5" name="Rectangle 2444">
            <a:extLst>
              <a:ext uri="{FF2B5EF4-FFF2-40B4-BE49-F238E27FC236}">
                <a16:creationId xmlns:a16="http://schemas.microsoft.com/office/drawing/2014/main" id="{33C8FBBD-7C02-E82E-D939-CD57C1DB4DE4}"/>
              </a:ext>
            </a:extLst>
          </p:cNvPr>
          <p:cNvSpPr/>
          <p:nvPr/>
        </p:nvSpPr>
        <p:spPr>
          <a:xfrm>
            <a:off x="9027543" y="415662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6" name="Rectangle 2445">
            <a:extLst>
              <a:ext uri="{FF2B5EF4-FFF2-40B4-BE49-F238E27FC236}">
                <a16:creationId xmlns:a16="http://schemas.microsoft.com/office/drawing/2014/main" id="{D48B07D9-22D3-87B6-6B9B-3F2AE855D61A}"/>
              </a:ext>
            </a:extLst>
          </p:cNvPr>
          <p:cNvSpPr/>
          <p:nvPr/>
        </p:nvSpPr>
        <p:spPr>
          <a:xfrm>
            <a:off x="9404325" y="416001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7" name="Rectangle 2446">
            <a:extLst>
              <a:ext uri="{FF2B5EF4-FFF2-40B4-BE49-F238E27FC236}">
                <a16:creationId xmlns:a16="http://schemas.microsoft.com/office/drawing/2014/main" id="{E641D764-8617-0805-8C34-30527D0AF30E}"/>
              </a:ext>
            </a:extLst>
          </p:cNvPr>
          <p:cNvSpPr/>
          <p:nvPr/>
        </p:nvSpPr>
        <p:spPr>
          <a:xfrm>
            <a:off x="9242457" y="426240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8" name="Rectangle 2447">
            <a:extLst>
              <a:ext uri="{FF2B5EF4-FFF2-40B4-BE49-F238E27FC236}">
                <a16:creationId xmlns:a16="http://schemas.microsoft.com/office/drawing/2014/main" id="{DD5577DA-F878-45BB-6707-A5FB657D1767}"/>
              </a:ext>
            </a:extLst>
          </p:cNvPr>
          <p:cNvSpPr/>
          <p:nvPr/>
        </p:nvSpPr>
        <p:spPr>
          <a:xfrm>
            <a:off x="9029926" y="425901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49" name="Rectangle 2448">
            <a:extLst>
              <a:ext uri="{FF2B5EF4-FFF2-40B4-BE49-F238E27FC236}">
                <a16:creationId xmlns:a16="http://schemas.microsoft.com/office/drawing/2014/main" id="{8D03F045-C025-619F-0185-240DAE6FF6F3}"/>
              </a:ext>
            </a:extLst>
          </p:cNvPr>
          <p:cNvSpPr/>
          <p:nvPr/>
        </p:nvSpPr>
        <p:spPr>
          <a:xfrm>
            <a:off x="9406708" y="426240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0" name="TextBox 2449">
            <a:extLst>
              <a:ext uri="{FF2B5EF4-FFF2-40B4-BE49-F238E27FC236}">
                <a16:creationId xmlns:a16="http://schemas.microsoft.com/office/drawing/2014/main" id="{F7F82A6B-EE97-5908-EB47-713A78300842}"/>
              </a:ext>
            </a:extLst>
          </p:cNvPr>
          <p:cNvSpPr txBox="1"/>
          <p:nvPr/>
        </p:nvSpPr>
        <p:spPr>
          <a:xfrm>
            <a:off x="9157573" y="4120385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51" name="TextBox 2450">
            <a:extLst>
              <a:ext uri="{FF2B5EF4-FFF2-40B4-BE49-F238E27FC236}">
                <a16:creationId xmlns:a16="http://schemas.microsoft.com/office/drawing/2014/main" id="{A93571BE-33FB-1778-EBE2-68102B78757B}"/>
              </a:ext>
            </a:extLst>
          </p:cNvPr>
          <p:cNvSpPr txBox="1"/>
          <p:nvPr/>
        </p:nvSpPr>
        <p:spPr>
          <a:xfrm>
            <a:off x="9334816" y="4113750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52" name="Rectangle 2451">
            <a:extLst>
              <a:ext uri="{FF2B5EF4-FFF2-40B4-BE49-F238E27FC236}">
                <a16:creationId xmlns:a16="http://schemas.microsoft.com/office/drawing/2014/main" id="{14BBA373-15CE-2B4D-0BC7-91408A6D0BA9}"/>
              </a:ext>
            </a:extLst>
          </p:cNvPr>
          <p:cNvSpPr/>
          <p:nvPr/>
        </p:nvSpPr>
        <p:spPr>
          <a:xfrm>
            <a:off x="9242231" y="4362413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3" name="Rectangle 2452">
            <a:extLst>
              <a:ext uri="{FF2B5EF4-FFF2-40B4-BE49-F238E27FC236}">
                <a16:creationId xmlns:a16="http://schemas.microsoft.com/office/drawing/2014/main" id="{80180D0D-86AA-F700-F50C-59785DBD2C14}"/>
              </a:ext>
            </a:extLst>
          </p:cNvPr>
          <p:cNvSpPr/>
          <p:nvPr/>
        </p:nvSpPr>
        <p:spPr>
          <a:xfrm>
            <a:off x="9029700" y="4359027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4" name="Rectangle 2453">
            <a:extLst>
              <a:ext uri="{FF2B5EF4-FFF2-40B4-BE49-F238E27FC236}">
                <a16:creationId xmlns:a16="http://schemas.microsoft.com/office/drawing/2014/main" id="{7CD93B7D-6FA8-4E10-4A92-913F10873D15}"/>
              </a:ext>
            </a:extLst>
          </p:cNvPr>
          <p:cNvSpPr/>
          <p:nvPr/>
        </p:nvSpPr>
        <p:spPr>
          <a:xfrm>
            <a:off x="9406482" y="436241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5" name="Rectangle 2454">
            <a:extLst>
              <a:ext uri="{FF2B5EF4-FFF2-40B4-BE49-F238E27FC236}">
                <a16:creationId xmlns:a16="http://schemas.microsoft.com/office/drawing/2014/main" id="{D01BF1FF-6AFF-9D44-5325-08F21FBFFF68}"/>
              </a:ext>
            </a:extLst>
          </p:cNvPr>
          <p:cNvSpPr/>
          <p:nvPr/>
        </p:nvSpPr>
        <p:spPr>
          <a:xfrm>
            <a:off x="9240665" y="4366261"/>
            <a:ext cx="170227" cy="1989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6" name="Rectangle 2455">
            <a:extLst>
              <a:ext uri="{FF2B5EF4-FFF2-40B4-BE49-F238E27FC236}">
                <a16:creationId xmlns:a16="http://schemas.microsoft.com/office/drawing/2014/main" id="{EB82B683-5996-3120-7414-F70046E8952C}"/>
              </a:ext>
            </a:extLst>
          </p:cNvPr>
          <p:cNvSpPr/>
          <p:nvPr/>
        </p:nvSpPr>
        <p:spPr>
          <a:xfrm>
            <a:off x="9028134" y="4362451"/>
            <a:ext cx="212329" cy="2013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7" name="Rectangle 2456">
            <a:extLst>
              <a:ext uri="{FF2B5EF4-FFF2-40B4-BE49-F238E27FC236}">
                <a16:creationId xmlns:a16="http://schemas.microsoft.com/office/drawing/2014/main" id="{555881FF-37F6-8A61-1FCC-701FB02B9E1B}"/>
              </a:ext>
            </a:extLst>
          </p:cNvPr>
          <p:cNvSpPr/>
          <p:nvPr/>
        </p:nvSpPr>
        <p:spPr>
          <a:xfrm>
            <a:off x="9404916" y="4370070"/>
            <a:ext cx="170227" cy="1950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58" name="TextBox 2457">
            <a:extLst>
              <a:ext uri="{FF2B5EF4-FFF2-40B4-BE49-F238E27FC236}">
                <a16:creationId xmlns:a16="http://schemas.microsoft.com/office/drawing/2014/main" id="{49C9A410-FC6E-058B-06C8-F25BE4756282}"/>
              </a:ext>
            </a:extLst>
          </p:cNvPr>
          <p:cNvSpPr txBox="1"/>
          <p:nvPr/>
        </p:nvSpPr>
        <p:spPr>
          <a:xfrm>
            <a:off x="9005051" y="437720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2A90EE29-CA2C-4857-0196-9767324E8BBC}"/>
              </a:ext>
            </a:extLst>
          </p:cNvPr>
          <p:cNvSpPr txBox="1"/>
          <p:nvPr/>
        </p:nvSpPr>
        <p:spPr>
          <a:xfrm>
            <a:off x="8957876" y="4226920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60" name="TextBox 2459">
            <a:extLst>
              <a:ext uri="{FF2B5EF4-FFF2-40B4-BE49-F238E27FC236}">
                <a16:creationId xmlns:a16="http://schemas.microsoft.com/office/drawing/2014/main" id="{B2F15C30-114C-9234-9DBA-0C0722B4749F}"/>
              </a:ext>
            </a:extLst>
          </p:cNvPr>
          <p:cNvSpPr txBox="1"/>
          <p:nvPr/>
        </p:nvSpPr>
        <p:spPr>
          <a:xfrm>
            <a:off x="92001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61" name="TextBox 2460">
            <a:extLst>
              <a:ext uri="{FF2B5EF4-FFF2-40B4-BE49-F238E27FC236}">
                <a16:creationId xmlns:a16="http://schemas.microsoft.com/office/drawing/2014/main" id="{22BBE95D-C4C4-3FC1-6367-449716C89C91}"/>
              </a:ext>
            </a:extLst>
          </p:cNvPr>
          <p:cNvSpPr txBox="1"/>
          <p:nvPr/>
        </p:nvSpPr>
        <p:spPr>
          <a:xfrm>
            <a:off x="9365288" y="4227194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62" name="Rectangle 2461">
            <a:extLst>
              <a:ext uri="{FF2B5EF4-FFF2-40B4-BE49-F238E27FC236}">
                <a16:creationId xmlns:a16="http://schemas.microsoft.com/office/drawing/2014/main" id="{B3151797-79B4-84AD-070D-94AC61EFD0E2}"/>
              </a:ext>
            </a:extLst>
          </p:cNvPr>
          <p:cNvSpPr/>
          <p:nvPr/>
        </p:nvSpPr>
        <p:spPr>
          <a:xfrm>
            <a:off x="8424245" y="4631409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3" name="Rectangle 2462">
            <a:extLst>
              <a:ext uri="{FF2B5EF4-FFF2-40B4-BE49-F238E27FC236}">
                <a16:creationId xmlns:a16="http://schemas.microsoft.com/office/drawing/2014/main" id="{FC1B3132-101E-0C04-F249-411ECE36263D}"/>
              </a:ext>
            </a:extLst>
          </p:cNvPr>
          <p:cNvSpPr/>
          <p:nvPr/>
        </p:nvSpPr>
        <p:spPr>
          <a:xfrm>
            <a:off x="8424246" y="4631407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64" name="Rectangle 2463">
            <a:extLst>
              <a:ext uri="{FF2B5EF4-FFF2-40B4-BE49-F238E27FC236}">
                <a16:creationId xmlns:a16="http://schemas.microsoft.com/office/drawing/2014/main" id="{B85C9FE8-23A4-E97A-271B-37398446FA38}"/>
              </a:ext>
            </a:extLst>
          </p:cNvPr>
          <p:cNvSpPr/>
          <p:nvPr/>
        </p:nvSpPr>
        <p:spPr>
          <a:xfrm>
            <a:off x="9247872" y="4637076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5" name="Rectangle 2464">
            <a:extLst>
              <a:ext uri="{FF2B5EF4-FFF2-40B4-BE49-F238E27FC236}">
                <a16:creationId xmlns:a16="http://schemas.microsoft.com/office/drawing/2014/main" id="{102EFF00-02E8-ACF2-58A6-14981D5A4C10}"/>
              </a:ext>
            </a:extLst>
          </p:cNvPr>
          <p:cNvSpPr/>
          <p:nvPr/>
        </p:nvSpPr>
        <p:spPr>
          <a:xfrm>
            <a:off x="9035341" y="4633690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6" name="Rectangle 2465">
            <a:extLst>
              <a:ext uri="{FF2B5EF4-FFF2-40B4-BE49-F238E27FC236}">
                <a16:creationId xmlns:a16="http://schemas.microsoft.com/office/drawing/2014/main" id="{0F278F32-CE0F-BA40-BE61-3516492A6DB3}"/>
              </a:ext>
            </a:extLst>
          </p:cNvPr>
          <p:cNvSpPr/>
          <p:nvPr/>
        </p:nvSpPr>
        <p:spPr>
          <a:xfrm>
            <a:off x="9412123" y="4637075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7" name="Rectangle 2466">
            <a:extLst>
              <a:ext uri="{FF2B5EF4-FFF2-40B4-BE49-F238E27FC236}">
                <a16:creationId xmlns:a16="http://schemas.microsoft.com/office/drawing/2014/main" id="{90EE14B9-3FC2-6948-7265-D4F13470E325}"/>
              </a:ext>
            </a:extLst>
          </p:cNvPr>
          <p:cNvSpPr/>
          <p:nvPr/>
        </p:nvSpPr>
        <p:spPr>
          <a:xfrm>
            <a:off x="9250255" y="473946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8" name="Rectangle 2467">
            <a:extLst>
              <a:ext uri="{FF2B5EF4-FFF2-40B4-BE49-F238E27FC236}">
                <a16:creationId xmlns:a16="http://schemas.microsoft.com/office/drawing/2014/main" id="{839AACA6-C6B0-3BD4-B197-C8A33FC4CEF6}"/>
              </a:ext>
            </a:extLst>
          </p:cNvPr>
          <p:cNvSpPr/>
          <p:nvPr/>
        </p:nvSpPr>
        <p:spPr>
          <a:xfrm>
            <a:off x="9037724" y="473608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69" name="Rectangle 2468">
            <a:extLst>
              <a:ext uri="{FF2B5EF4-FFF2-40B4-BE49-F238E27FC236}">
                <a16:creationId xmlns:a16="http://schemas.microsoft.com/office/drawing/2014/main" id="{C5D7A64B-D633-DB01-68D5-535076ABA095}"/>
              </a:ext>
            </a:extLst>
          </p:cNvPr>
          <p:cNvSpPr/>
          <p:nvPr/>
        </p:nvSpPr>
        <p:spPr>
          <a:xfrm>
            <a:off x="9414506" y="473946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0" name="TextBox 2469">
            <a:extLst>
              <a:ext uri="{FF2B5EF4-FFF2-40B4-BE49-F238E27FC236}">
                <a16:creationId xmlns:a16="http://schemas.microsoft.com/office/drawing/2014/main" id="{F98E176B-78C9-F658-501D-D95AED6940F5}"/>
              </a:ext>
            </a:extLst>
          </p:cNvPr>
          <p:cNvSpPr txBox="1"/>
          <p:nvPr/>
        </p:nvSpPr>
        <p:spPr>
          <a:xfrm>
            <a:off x="9165371" y="4597450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71" name="TextBox 2470">
            <a:extLst>
              <a:ext uri="{FF2B5EF4-FFF2-40B4-BE49-F238E27FC236}">
                <a16:creationId xmlns:a16="http://schemas.microsoft.com/office/drawing/2014/main" id="{0BB5329B-D350-43E6-55A0-54FD30AEAD31}"/>
              </a:ext>
            </a:extLst>
          </p:cNvPr>
          <p:cNvSpPr txBox="1"/>
          <p:nvPr/>
        </p:nvSpPr>
        <p:spPr>
          <a:xfrm>
            <a:off x="9342614" y="4590815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72" name="Rectangle 2471">
            <a:extLst>
              <a:ext uri="{FF2B5EF4-FFF2-40B4-BE49-F238E27FC236}">
                <a16:creationId xmlns:a16="http://schemas.microsoft.com/office/drawing/2014/main" id="{44462DFF-1D54-ADB4-9B2C-8723B87390D8}"/>
              </a:ext>
            </a:extLst>
          </p:cNvPr>
          <p:cNvSpPr/>
          <p:nvPr/>
        </p:nvSpPr>
        <p:spPr>
          <a:xfrm>
            <a:off x="9250029" y="483947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3" name="Rectangle 2472">
            <a:extLst>
              <a:ext uri="{FF2B5EF4-FFF2-40B4-BE49-F238E27FC236}">
                <a16:creationId xmlns:a16="http://schemas.microsoft.com/office/drawing/2014/main" id="{C497B5F4-D740-4A69-C36C-46D8A32E704C}"/>
              </a:ext>
            </a:extLst>
          </p:cNvPr>
          <p:cNvSpPr/>
          <p:nvPr/>
        </p:nvSpPr>
        <p:spPr>
          <a:xfrm>
            <a:off x="9037498" y="483609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4" name="Rectangle 2473">
            <a:extLst>
              <a:ext uri="{FF2B5EF4-FFF2-40B4-BE49-F238E27FC236}">
                <a16:creationId xmlns:a16="http://schemas.microsoft.com/office/drawing/2014/main" id="{E6FA35D9-3380-23F4-16D7-450BF5798AC9}"/>
              </a:ext>
            </a:extLst>
          </p:cNvPr>
          <p:cNvSpPr/>
          <p:nvPr/>
        </p:nvSpPr>
        <p:spPr>
          <a:xfrm>
            <a:off x="9414280" y="483947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5" name="Rectangle 2474">
            <a:extLst>
              <a:ext uri="{FF2B5EF4-FFF2-40B4-BE49-F238E27FC236}">
                <a16:creationId xmlns:a16="http://schemas.microsoft.com/office/drawing/2014/main" id="{A4370A3C-FDF8-EE1F-39B3-707D6CC7E11B}"/>
              </a:ext>
            </a:extLst>
          </p:cNvPr>
          <p:cNvSpPr/>
          <p:nvPr/>
        </p:nvSpPr>
        <p:spPr>
          <a:xfrm>
            <a:off x="9248463" y="4842510"/>
            <a:ext cx="170227" cy="19971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6" name="Rectangle 2475">
            <a:extLst>
              <a:ext uri="{FF2B5EF4-FFF2-40B4-BE49-F238E27FC236}">
                <a16:creationId xmlns:a16="http://schemas.microsoft.com/office/drawing/2014/main" id="{E95A6C53-14CC-BAFA-43C8-4B569E638ACB}"/>
              </a:ext>
            </a:extLst>
          </p:cNvPr>
          <p:cNvSpPr/>
          <p:nvPr/>
        </p:nvSpPr>
        <p:spPr>
          <a:xfrm>
            <a:off x="9035932" y="4838700"/>
            <a:ext cx="212329" cy="2021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7" name="Rectangle 2476">
            <a:extLst>
              <a:ext uri="{FF2B5EF4-FFF2-40B4-BE49-F238E27FC236}">
                <a16:creationId xmlns:a16="http://schemas.microsoft.com/office/drawing/2014/main" id="{3AC2FD9F-8A79-7728-284C-A42FE487366F}"/>
              </a:ext>
            </a:extLst>
          </p:cNvPr>
          <p:cNvSpPr/>
          <p:nvPr/>
        </p:nvSpPr>
        <p:spPr>
          <a:xfrm>
            <a:off x="9412714" y="4846321"/>
            <a:ext cx="170227" cy="19590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78" name="TextBox 2477">
            <a:extLst>
              <a:ext uri="{FF2B5EF4-FFF2-40B4-BE49-F238E27FC236}">
                <a16:creationId xmlns:a16="http://schemas.microsoft.com/office/drawing/2014/main" id="{CB48D39E-73B2-3064-EAF3-E683B5F6B5FB}"/>
              </a:ext>
            </a:extLst>
          </p:cNvPr>
          <p:cNvSpPr txBox="1"/>
          <p:nvPr/>
        </p:nvSpPr>
        <p:spPr>
          <a:xfrm>
            <a:off x="9012825" y="4844437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479" name="TextBox 2478">
            <a:extLst>
              <a:ext uri="{FF2B5EF4-FFF2-40B4-BE49-F238E27FC236}">
                <a16:creationId xmlns:a16="http://schemas.microsoft.com/office/drawing/2014/main" id="{5F781A0C-5D50-044E-E5B1-0837CBF8063B}"/>
              </a:ext>
            </a:extLst>
          </p:cNvPr>
          <p:cNvSpPr txBox="1"/>
          <p:nvPr/>
        </p:nvSpPr>
        <p:spPr>
          <a:xfrm>
            <a:off x="8965674" y="4703985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480" name="TextBox 2479">
            <a:extLst>
              <a:ext uri="{FF2B5EF4-FFF2-40B4-BE49-F238E27FC236}">
                <a16:creationId xmlns:a16="http://schemas.microsoft.com/office/drawing/2014/main" id="{30EAF2D2-81A4-324F-B77C-C951BDBA6141}"/>
              </a:ext>
            </a:extLst>
          </p:cNvPr>
          <p:cNvSpPr txBox="1"/>
          <p:nvPr/>
        </p:nvSpPr>
        <p:spPr>
          <a:xfrm>
            <a:off x="9207986" y="4704259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81" name="TextBox 2480">
            <a:extLst>
              <a:ext uri="{FF2B5EF4-FFF2-40B4-BE49-F238E27FC236}">
                <a16:creationId xmlns:a16="http://schemas.microsoft.com/office/drawing/2014/main" id="{67732D0B-28A0-B9D8-6991-8DBB2A7EDB7A}"/>
              </a:ext>
            </a:extLst>
          </p:cNvPr>
          <p:cNvSpPr txBox="1"/>
          <p:nvPr/>
        </p:nvSpPr>
        <p:spPr>
          <a:xfrm>
            <a:off x="8471562" y="4624998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4</a:t>
            </a:r>
          </a:p>
        </p:txBody>
      </p:sp>
      <p:sp>
        <p:nvSpPr>
          <p:cNvPr id="2482" name="TextBox 2481">
            <a:extLst>
              <a:ext uri="{FF2B5EF4-FFF2-40B4-BE49-F238E27FC236}">
                <a16:creationId xmlns:a16="http://schemas.microsoft.com/office/drawing/2014/main" id="{5C417A56-53E2-54DE-E3C7-5D5A9983453E}"/>
              </a:ext>
            </a:extLst>
          </p:cNvPr>
          <p:cNvSpPr txBox="1"/>
          <p:nvPr/>
        </p:nvSpPr>
        <p:spPr>
          <a:xfrm>
            <a:off x="9373086" y="4704259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483" name="Rectangle 2482">
            <a:extLst>
              <a:ext uri="{FF2B5EF4-FFF2-40B4-BE49-F238E27FC236}">
                <a16:creationId xmlns:a16="http://schemas.microsoft.com/office/drawing/2014/main" id="{16E430A1-0BA6-897A-6384-E33F7D860AB4}"/>
              </a:ext>
            </a:extLst>
          </p:cNvPr>
          <p:cNvSpPr/>
          <p:nvPr/>
        </p:nvSpPr>
        <p:spPr>
          <a:xfrm>
            <a:off x="8431418" y="5125593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4" name="Rectangle 2483">
            <a:extLst>
              <a:ext uri="{FF2B5EF4-FFF2-40B4-BE49-F238E27FC236}">
                <a16:creationId xmlns:a16="http://schemas.microsoft.com/office/drawing/2014/main" id="{13302E2D-7223-6D06-BCE9-27E045328F28}"/>
              </a:ext>
            </a:extLst>
          </p:cNvPr>
          <p:cNvSpPr/>
          <p:nvPr/>
        </p:nvSpPr>
        <p:spPr>
          <a:xfrm>
            <a:off x="8431419" y="5125591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85" name="Rectangle 2484">
            <a:extLst>
              <a:ext uri="{FF2B5EF4-FFF2-40B4-BE49-F238E27FC236}">
                <a16:creationId xmlns:a16="http://schemas.microsoft.com/office/drawing/2014/main" id="{95670638-7821-1BBB-674C-7E7CA9F5834D}"/>
              </a:ext>
            </a:extLst>
          </p:cNvPr>
          <p:cNvSpPr/>
          <p:nvPr/>
        </p:nvSpPr>
        <p:spPr>
          <a:xfrm>
            <a:off x="9255045" y="513126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6" name="Rectangle 2485">
            <a:extLst>
              <a:ext uri="{FF2B5EF4-FFF2-40B4-BE49-F238E27FC236}">
                <a16:creationId xmlns:a16="http://schemas.microsoft.com/office/drawing/2014/main" id="{27A7082B-4AB0-656C-FB6D-A31EB72DCB09}"/>
              </a:ext>
            </a:extLst>
          </p:cNvPr>
          <p:cNvSpPr/>
          <p:nvPr/>
        </p:nvSpPr>
        <p:spPr>
          <a:xfrm>
            <a:off x="9042514" y="512787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7" name="Rectangle 2486">
            <a:extLst>
              <a:ext uri="{FF2B5EF4-FFF2-40B4-BE49-F238E27FC236}">
                <a16:creationId xmlns:a16="http://schemas.microsoft.com/office/drawing/2014/main" id="{832DAFA3-497C-CA0C-E1E9-002876537B09}"/>
              </a:ext>
            </a:extLst>
          </p:cNvPr>
          <p:cNvSpPr/>
          <p:nvPr/>
        </p:nvSpPr>
        <p:spPr>
          <a:xfrm>
            <a:off x="9419296" y="513125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8" name="Rectangle 2487">
            <a:extLst>
              <a:ext uri="{FF2B5EF4-FFF2-40B4-BE49-F238E27FC236}">
                <a16:creationId xmlns:a16="http://schemas.microsoft.com/office/drawing/2014/main" id="{826DACE8-DF5B-F2BB-7455-ABC5BB89C392}"/>
              </a:ext>
            </a:extLst>
          </p:cNvPr>
          <p:cNvSpPr/>
          <p:nvPr/>
        </p:nvSpPr>
        <p:spPr>
          <a:xfrm>
            <a:off x="9257428" y="523365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89" name="Rectangle 2488">
            <a:extLst>
              <a:ext uri="{FF2B5EF4-FFF2-40B4-BE49-F238E27FC236}">
                <a16:creationId xmlns:a16="http://schemas.microsoft.com/office/drawing/2014/main" id="{2D7996E2-7D0B-AA0D-B8E8-B3697742472D}"/>
              </a:ext>
            </a:extLst>
          </p:cNvPr>
          <p:cNvSpPr/>
          <p:nvPr/>
        </p:nvSpPr>
        <p:spPr>
          <a:xfrm>
            <a:off x="9044897" y="523026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0" name="Rectangle 2489">
            <a:extLst>
              <a:ext uri="{FF2B5EF4-FFF2-40B4-BE49-F238E27FC236}">
                <a16:creationId xmlns:a16="http://schemas.microsoft.com/office/drawing/2014/main" id="{29E73893-CF0B-FBEA-C971-3EAF30E07618}"/>
              </a:ext>
            </a:extLst>
          </p:cNvPr>
          <p:cNvSpPr/>
          <p:nvPr/>
        </p:nvSpPr>
        <p:spPr>
          <a:xfrm>
            <a:off x="9421679" y="52336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1" name="TextBox 2490">
            <a:extLst>
              <a:ext uri="{FF2B5EF4-FFF2-40B4-BE49-F238E27FC236}">
                <a16:creationId xmlns:a16="http://schemas.microsoft.com/office/drawing/2014/main" id="{481EEED4-B8CB-CA1A-0243-69FBAAAA958D}"/>
              </a:ext>
            </a:extLst>
          </p:cNvPr>
          <p:cNvSpPr txBox="1"/>
          <p:nvPr/>
        </p:nvSpPr>
        <p:spPr>
          <a:xfrm>
            <a:off x="9172544" y="5091634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492" name="TextBox 2491">
            <a:extLst>
              <a:ext uri="{FF2B5EF4-FFF2-40B4-BE49-F238E27FC236}">
                <a16:creationId xmlns:a16="http://schemas.microsoft.com/office/drawing/2014/main" id="{B41A5806-F178-EAFB-F417-0AA73C72275C}"/>
              </a:ext>
            </a:extLst>
          </p:cNvPr>
          <p:cNvSpPr txBox="1"/>
          <p:nvPr/>
        </p:nvSpPr>
        <p:spPr>
          <a:xfrm>
            <a:off x="9349787" y="5084999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493" name="Rectangle 2492">
            <a:extLst>
              <a:ext uri="{FF2B5EF4-FFF2-40B4-BE49-F238E27FC236}">
                <a16:creationId xmlns:a16="http://schemas.microsoft.com/office/drawing/2014/main" id="{A3623B4B-C436-1DAA-2262-2BAFA8A7056A}"/>
              </a:ext>
            </a:extLst>
          </p:cNvPr>
          <p:cNvSpPr/>
          <p:nvPr/>
        </p:nvSpPr>
        <p:spPr>
          <a:xfrm>
            <a:off x="9257202" y="5333662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4" name="Rectangle 2493">
            <a:extLst>
              <a:ext uri="{FF2B5EF4-FFF2-40B4-BE49-F238E27FC236}">
                <a16:creationId xmlns:a16="http://schemas.microsoft.com/office/drawing/2014/main" id="{5AEEEDBA-933E-D9AA-0051-3237D8017825}"/>
              </a:ext>
            </a:extLst>
          </p:cNvPr>
          <p:cNvSpPr/>
          <p:nvPr/>
        </p:nvSpPr>
        <p:spPr>
          <a:xfrm>
            <a:off x="9044671" y="5330276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5" name="Rectangle 2494">
            <a:extLst>
              <a:ext uri="{FF2B5EF4-FFF2-40B4-BE49-F238E27FC236}">
                <a16:creationId xmlns:a16="http://schemas.microsoft.com/office/drawing/2014/main" id="{945710D1-98DA-88BB-4683-2D8AB92AE6D1}"/>
              </a:ext>
            </a:extLst>
          </p:cNvPr>
          <p:cNvSpPr/>
          <p:nvPr/>
        </p:nvSpPr>
        <p:spPr>
          <a:xfrm>
            <a:off x="9421453" y="533366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6" name="Rectangle 2495">
            <a:extLst>
              <a:ext uri="{FF2B5EF4-FFF2-40B4-BE49-F238E27FC236}">
                <a16:creationId xmlns:a16="http://schemas.microsoft.com/office/drawing/2014/main" id="{B5B75D2A-DBA5-6AC2-DC91-60CAFA364013}"/>
              </a:ext>
            </a:extLst>
          </p:cNvPr>
          <p:cNvSpPr/>
          <p:nvPr/>
        </p:nvSpPr>
        <p:spPr>
          <a:xfrm>
            <a:off x="9255636" y="5341620"/>
            <a:ext cx="170227" cy="194789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DAA1DCE6-DCA7-DFB0-A79B-FDF1F6A15CEF}"/>
              </a:ext>
            </a:extLst>
          </p:cNvPr>
          <p:cNvSpPr/>
          <p:nvPr/>
        </p:nvSpPr>
        <p:spPr>
          <a:xfrm>
            <a:off x="9043105" y="5337810"/>
            <a:ext cx="212329" cy="1972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8" name="Rectangle 2497">
            <a:extLst>
              <a:ext uri="{FF2B5EF4-FFF2-40B4-BE49-F238E27FC236}">
                <a16:creationId xmlns:a16="http://schemas.microsoft.com/office/drawing/2014/main" id="{3EA41E21-15D0-2F2A-4180-055BC4BE1CA8}"/>
              </a:ext>
            </a:extLst>
          </p:cNvPr>
          <p:cNvSpPr/>
          <p:nvPr/>
        </p:nvSpPr>
        <p:spPr>
          <a:xfrm>
            <a:off x="9419887" y="5341621"/>
            <a:ext cx="170227" cy="1947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99" name="TextBox 2498">
            <a:extLst>
              <a:ext uri="{FF2B5EF4-FFF2-40B4-BE49-F238E27FC236}">
                <a16:creationId xmlns:a16="http://schemas.microsoft.com/office/drawing/2014/main" id="{B77847B1-0B3A-91AD-A4D0-FA6DD1231DFB}"/>
              </a:ext>
            </a:extLst>
          </p:cNvPr>
          <p:cNvSpPr txBox="1"/>
          <p:nvPr/>
        </p:nvSpPr>
        <p:spPr>
          <a:xfrm>
            <a:off x="9022380" y="534429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00" name="TextBox 2499">
            <a:extLst>
              <a:ext uri="{FF2B5EF4-FFF2-40B4-BE49-F238E27FC236}">
                <a16:creationId xmlns:a16="http://schemas.microsoft.com/office/drawing/2014/main" id="{38DD393F-48D6-1C0A-1DEF-332A067BA5F4}"/>
              </a:ext>
            </a:extLst>
          </p:cNvPr>
          <p:cNvSpPr txBox="1"/>
          <p:nvPr/>
        </p:nvSpPr>
        <p:spPr>
          <a:xfrm>
            <a:off x="8972847" y="5198169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501" name="TextBox 2500">
            <a:extLst>
              <a:ext uri="{FF2B5EF4-FFF2-40B4-BE49-F238E27FC236}">
                <a16:creationId xmlns:a16="http://schemas.microsoft.com/office/drawing/2014/main" id="{C248FC62-C68D-186E-0146-1C7D6C907CC9}"/>
              </a:ext>
            </a:extLst>
          </p:cNvPr>
          <p:cNvSpPr txBox="1"/>
          <p:nvPr/>
        </p:nvSpPr>
        <p:spPr>
          <a:xfrm>
            <a:off x="92151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02" name="TextBox 2501">
            <a:extLst>
              <a:ext uri="{FF2B5EF4-FFF2-40B4-BE49-F238E27FC236}">
                <a16:creationId xmlns:a16="http://schemas.microsoft.com/office/drawing/2014/main" id="{01C5021F-E47E-C54C-B89A-0F914831A8C0}"/>
              </a:ext>
            </a:extLst>
          </p:cNvPr>
          <p:cNvSpPr txBox="1"/>
          <p:nvPr/>
        </p:nvSpPr>
        <p:spPr>
          <a:xfrm>
            <a:off x="8448988" y="5123495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5</a:t>
            </a:r>
          </a:p>
        </p:txBody>
      </p:sp>
      <p:sp>
        <p:nvSpPr>
          <p:cNvPr id="2503" name="TextBox 2502">
            <a:extLst>
              <a:ext uri="{FF2B5EF4-FFF2-40B4-BE49-F238E27FC236}">
                <a16:creationId xmlns:a16="http://schemas.microsoft.com/office/drawing/2014/main" id="{F3762915-287D-8A03-5953-BFE78A9C3601}"/>
              </a:ext>
            </a:extLst>
          </p:cNvPr>
          <p:cNvSpPr txBox="1"/>
          <p:nvPr/>
        </p:nvSpPr>
        <p:spPr>
          <a:xfrm>
            <a:off x="9380259" y="5198443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04" name="Rectangle 2503">
            <a:extLst>
              <a:ext uri="{FF2B5EF4-FFF2-40B4-BE49-F238E27FC236}">
                <a16:creationId xmlns:a16="http://schemas.microsoft.com/office/drawing/2014/main" id="{0A526E4E-4C44-D1B5-888A-2E77CCA1960C}"/>
              </a:ext>
            </a:extLst>
          </p:cNvPr>
          <p:cNvSpPr/>
          <p:nvPr/>
        </p:nvSpPr>
        <p:spPr>
          <a:xfrm>
            <a:off x="9629855" y="541054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05" name="Isosceles Triangle 2504">
            <a:extLst>
              <a:ext uri="{FF2B5EF4-FFF2-40B4-BE49-F238E27FC236}">
                <a16:creationId xmlns:a16="http://schemas.microsoft.com/office/drawing/2014/main" id="{3E6A71D4-1C02-2680-BE89-38B25D0DA2C5}"/>
              </a:ext>
            </a:extLst>
          </p:cNvPr>
          <p:cNvSpPr/>
          <p:nvPr/>
        </p:nvSpPr>
        <p:spPr>
          <a:xfrm rot="10800000">
            <a:off x="9659709" y="544328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6" name="Rectangle 2505">
            <a:extLst>
              <a:ext uri="{FF2B5EF4-FFF2-40B4-BE49-F238E27FC236}">
                <a16:creationId xmlns:a16="http://schemas.microsoft.com/office/drawing/2014/main" id="{612DD757-B305-94B4-0439-80FF5F21F93E}"/>
              </a:ext>
            </a:extLst>
          </p:cNvPr>
          <p:cNvSpPr/>
          <p:nvPr/>
        </p:nvSpPr>
        <p:spPr>
          <a:xfrm>
            <a:off x="9628829" y="4284670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07" name="Rectangle 2506">
            <a:extLst>
              <a:ext uri="{FF2B5EF4-FFF2-40B4-BE49-F238E27FC236}">
                <a16:creationId xmlns:a16="http://schemas.microsoft.com/office/drawing/2014/main" id="{7C99053B-A87F-B4E4-CAFA-8FC6E2F1F9B9}"/>
              </a:ext>
            </a:extLst>
          </p:cNvPr>
          <p:cNvSpPr/>
          <p:nvPr/>
        </p:nvSpPr>
        <p:spPr>
          <a:xfrm>
            <a:off x="9629661" y="4161379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08" name="Isosceles Triangle 2507">
            <a:extLst>
              <a:ext uri="{FF2B5EF4-FFF2-40B4-BE49-F238E27FC236}">
                <a16:creationId xmlns:a16="http://schemas.microsoft.com/office/drawing/2014/main" id="{6618B0AD-D396-15D3-EABE-A1B01D86965E}"/>
              </a:ext>
            </a:extLst>
          </p:cNvPr>
          <p:cNvSpPr/>
          <p:nvPr/>
        </p:nvSpPr>
        <p:spPr>
          <a:xfrm>
            <a:off x="9659515" y="4194120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09" name="Rectangle 2508">
            <a:extLst>
              <a:ext uri="{FF2B5EF4-FFF2-40B4-BE49-F238E27FC236}">
                <a16:creationId xmlns:a16="http://schemas.microsoft.com/office/drawing/2014/main" id="{5FD25DBA-0282-015F-E1C8-5D8F2393A8F0}"/>
              </a:ext>
            </a:extLst>
          </p:cNvPr>
          <p:cNvSpPr/>
          <p:nvPr/>
        </p:nvSpPr>
        <p:spPr>
          <a:xfrm>
            <a:off x="9629036" y="4288640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10" name="Rectangle 2509">
            <a:extLst>
              <a:ext uri="{FF2B5EF4-FFF2-40B4-BE49-F238E27FC236}">
                <a16:creationId xmlns:a16="http://schemas.microsoft.com/office/drawing/2014/main" id="{41899AA2-18BF-D46F-130D-E50236208CF4}"/>
              </a:ext>
            </a:extLst>
          </p:cNvPr>
          <p:cNvSpPr/>
          <p:nvPr/>
        </p:nvSpPr>
        <p:spPr>
          <a:xfrm>
            <a:off x="9817099" y="41537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1" name="Rectangle 2510">
            <a:extLst>
              <a:ext uri="{FF2B5EF4-FFF2-40B4-BE49-F238E27FC236}">
                <a16:creationId xmlns:a16="http://schemas.microsoft.com/office/drawing/2014/main" id="{7707447E-1542-6012-F910-1894DD3B883E}"/>
              </a:ext>
            </a:extLst>
          </p:cNvPr>
          <p:cNvSpPr/>
          <p:nvPr/>
        </p:nvSpPr>
        <p:spPr>
          <a:xfrm>
            <a:off x="9817100" y="41537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12" name="Rectangle 2511">
            <a:extLst>
              <a:ext uri="{FF2B5EF4-FFF2-40B4-BE49-F238E27FC236}">
                <a16:creationId xmlns:a16="http://schemas.microsoft.com/office/drawing/2014/main" id="{980FCF66-E95A-7D59-9560-9EE4C9C73E6A}"/>
              </a:ext>
            </a:extLst>
          </p:cNvPr>
          <p:cNvSpPr/>
          <p:nvPr/>
        </p:nvSpPr>
        <p:spPr>
          <a:xfrm>
            <a:off x="10640726" y="41594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3" name="Rectangle 2512">
            <a:extLst>
              <a:ext uri="{FF2B5EF4-FFF2-40B4-BE49-F238E27FC236}">
                <a16:creationId xmlns:a16="http://schemas.microsoft.com/office/drawing/2014/main" id="{CE53DEE2-3B0D-2967-04B3-489EFDB5D07C}"/>
              </a:ext>
            </a:extLst>
          </p:cNvPr>
          <p:cNvSpPr/>
          <p:nvPr/>
        </p:nvSpPr>
        <p:spPr>
          <a:xfrm>
            <a:off x="10428195" y="41560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4" name="Rectangle 2513">
            <a:extLst>
              <a:ext uri="{FF2B5EF4-FFF2-40B4-BE49-F238E27FC236}">
                <a16:creationId xmlns:a16="http://schemas.microsoft.com/office/drawing/2014/main" id="{1CF15711-E20C-600F-CE84-F74ABEA38AF3}"/>
              </a:ext>
            </a:extLst>
          </p:cNvPr>
          <p:cNvSpPr/>
          <p:nvPr/>
        </p:nvSpPr>
        <p:spPr>
          <a:xfrm>
            <a:off x="10804977" y="41594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5" name="Rectangle 2514">
            <a:extLst>
              <a:ext uri="{FF2B5EF4-FFF2-40B4-BE49-F238E27FC236}">
                <a16:creationId xmlns:a16="http://schemas.microsoft.com/office/drawing/2014/main" id="{8190F76C-9D89-5EF3-AF55-D7FB26E75506}"/>
              </a:ext>
            </a:extLst>
          </p:cNvPr>
          <p:cNvSpPr/>
          <p:nvPr/>
        </p:nvSpPr>
        <p:spPr>
          <a:xfrm>
            <a:off x="10643109" y="42618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6" name="Rectangle 2515">
            <a:extLst>
              <a:ext uri="{FF2B5EF4-FFF2-40B4-BE49-F238E27FC236}">
                <a16:creationId xmlns:a16="http://schemas.microsoft.com/office/drawing/2014/main" id="{45ADD1C7-4BE3-E798-CFD6-8DAD3FA86E2D}"/>
              </a:ext>
            </a:extLst>
          </p:cNvPr>
          <p:cNvSpPr/>
          <p:nvPr/>
        </p:nvSpPr>
        <p:spPr>
          <a:xfrm>
            <a:off x="10430578" y="42584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7" name="Rectangle 2516">
            <a:extLst>
              <a:ext uri="{FF2B5EF4-FFF2-40B4-BE49-F238E27FC236}">
                <a16:creationId xmlns:a16="http://schemas.microsoft.com/office/drawing/2014/main" id="{74E5AC95-A485-82E1-602D-E486076EE61D}"/>
              </a:ext>
            </a:extLst>
          </p:cNvPr>
          <p:cNvSpPr/>
          <p:nvPr/>
        </p:nvSpPr>
        <p:spPr>
          <a:xfrm>
            <a:off x="10807360" y="42618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18" name="TextBox 2517">
            <a:extLst>
              <a:ext uri="{FF2B5EF4-FFF2-40B4-BE49-F238E27FC236}">
                <a16:creationId xmlns:a16="http://schemas.microsoft.com/office/drawing/2014/main" id="{F0CA00CA-DCA5-50CF-738A-849656AD8193}"/>
              </a:ext>
            </a:extLst>
          </p:cNvPr>
          <p:cNvSpPr txBox="1"/>
          <p:nvPr/>
        </p:nvSpPr>
        <p:spPr>
          <a:xfrm>
            <a:off x="10558225" y="41198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519" name="TextBox 2518">
            <a:extLst>
              <a:ext uri="{FF2B5EF4-FFF2-40B4-BE49-F238E27FC236}">
                <a16:creationId xmlns:a16="http://schemas.microsoft.com/office/drawing/2014/main" id="{8671CE4C-F59D-9C54-9657-6C699B5792EC}"/>
              </a:ext>
            </a:extLst>
          </p:cNvPr>
          <p:cNvSpPr txBox="1"/>
          <p:nvPr/>
        </p:nvSpPr>
        <p:spPr>
          <a:xfrm>
            <a:off x="10735468" y="4113188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520" name="Rectangle 2519">
            <a:extLst>
              <a:ext uri="{FF2B5EF4-FFF2-40B4-BE49-F238E27FC236}">
                <a16:creationId xmlns:a16="http://schemas.microsoft.com/office/drawing/2014/main" id="{3B915279-962C-81E2-186B-D20105FA9982}"/>
              </a:ext>
            </a:extLst>
          </p:cNvPr>
          <p:cNvSpPr/>
          <p:nvPr/>
        </p:nvSpPr>
        <p:spPr>
          <a:xfrm>
            <a:off x="10642883" y="43618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1" name="Rectangle 2520">
            <a:extLst>
              <a:ext uri="{FF2B5EF4-FFF2-40B4-BE49-F238E27FC236}">
                <a16:creationId xmlns:a16="http://schemas.microsoft.com/office/drawing/2014/main" id="{09F7CDD0-A841-D598-5FEF-820F65815992}"/>
              </a:ext>
            </a:extLst>
          </p:cNvPr>
          <p:cNvSpPr/>
          <p:nvPr/>
        </p:nvSpPr>
        <p:spPr>
          <a:xfrm>
            <a:off x="10430352" y="43584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2" name="Rectangle 2521">
            <a:extLst>
              <a:ext uri="{FF2B5EF4-FFF2-40B4-BE49-F238E27FC236}">
                <a16:creationId xmlns:a16="http://schemas.microsoft.com/office/drawing/2014/main" id="{551A9FC9-7FBD-3C04-BFEE-7E6F8F3D1F55}"/>
              </a:ext>
            </a:extLst>
          </p:cNvPr>
          <p:cNvSpPr/>
          <p:nvPr/>
        </p:nvSpPr>
        <p:spPr>
          <a:xfrm>
            <a:off x="10807134" y="43618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3" name="Rectangle 2522">
            <a:extLst>
              <a:ext uri="{FF2B5EF4-FFF2-40B4-BE49-F238E27FC236}">
                <a16:creationId xmlns:a16="http://schemas.microsoft.com/office/drawing/2014/main" id="{E555DB79-85F2-061A-1BFD-819E2B32C105}"/>
              </a:ext>
            </a:extLst>
          </p:cNvPr>
          <p:cNvSpPr/>
          <p:nvPr/>
        </p:nvSpPr>
        <p:spPr>
          <a:xfrm>
            <a:off x="10641317" y="4366261"/>
            <a:ext cx="170227" cy="19833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4" name="Rectangle 2523">
            <a:extLst>
              <a:ext uri="{FF2B5EF4-FFF2-40B4-BE49-F238E27FC236}">
                <a16:creationId xmlns:a16="http://schemas.microsoft.com/office/drawing/2014/main" id="{03D08B17-843D-E331-B996-76BD5C433420}"/>
              </a:ext>
            </a:extLst>
          </p:cNvPr>
          <p:cNvSpPr/>
          <p:nvPr/>
        </p:nvSpPr>
        <p:spPr>
          <a:xfrm>
            <a:off x="10428786" y="4362451"/>
            <a:ext cx="212329" cy="20077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5" name="Rectangle 2524">
            <a:extLst>
              <a:ext uri="{FF2B5EF4-FFF2-40B4-BE49-F238E27FC236}">
                <a16:creationId xmlns:a16="http://schemas.microsoft.com/office/drawing/2014/main" id="{EAD4EBCD-2DBB-8283-A071-4EE1522C5DDE}"/>
              </a:ext>
            </a:extLst>
          </p:cNvPr>
          <p:cNvSpPr/>
          <p:nvPr/>
        </p:nvSpPr>
        <p:spPr>
          <a:xfrm>
            <a:off x="10805568" y="4358640"/>
            <a:ext cx="170227" cy="2059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26" name="TextBox 2525">
            <a:extLst>
              <a:ext uri="{FF2B5EF4-FFF2-40B4-BE49-F238E27FC236}">
                <a16:creationId xmlns:a16="http://schemas.microsoft.com/office/drawing/2014/main" id="{4059D0AA-0D19-5BFC-33BA-864EAFEA0456}"/>
              </a:ext>
            </a:extLst>
          </p:cNvPr>
          <p:cNvSpPr txBox="1"/>
          <p:nvPr/>
        </p:nvSpPr>
        <p:spPr>
          <a:xfrm>
            <a:off x="10408591" y="4368771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27" name="TextBox 2526">
            <a:extLst>
              <a:ext uri="{FF2B5EF4-FFF2-40B4-BE49-F238E27FC236}">
                <a16:creationId xmlns:a16="http://schemas.microsoft.com/office/drawing/2014/main" id="{105B1A12-EF15-76FA-97D6-49481A194B01}"/>
              </a:ext>
            </a:extLst>
          </p:cNvPr>
          <p:cNvSpPr txBox="1"/>
          <p:nvPr/>
        </p:nvSpPr>
        <p:spPr>
          <a:xfrm>
            <a:off x="10358528" y="42263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528" name="TextBox 2527">
            <a:extLst>
              <a:ext uri="{FF2B5EF4-FFF2-40B4-BE49-F238E27FC236}">
                <a16:creationId xmlns:a16="http://schemas.microsoft.com/office/drawing/2014/main" id="{DFAA329A-A914-4F3A-55EC-06B68C6E4491}"/>
              </a:ext>
            </a:extLst>
          </p:cNvPr>
          <p:cNvSpPr txBox="1"/>
          <p:nvPr/>
        </p:nvSpPr>
        <p:spPr>
          <a:xfrm>
            <a:off x="106008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29" name="TextBox 2528">
            <a:extLst>
              <a:ext uri="{FF2B5EF4-FFF2-40B4-BE49-F238E27FC236}">
                <a16:creationId xmlns:a16="http://schemas.microsoft.com/office/drawing/2014/main" id="{91BED8AE-E3E0-63A5-98FD-7867872E0AE4}"/>
              </a:ext>
            </a:extLst>
          </p:cNvPr>
          <p:cNvSpPr txBox="1"/>
          <p:nvPr/>
        </p:nvSpPr>
        <p:spPr>
          <a:xfrm>
            <a:off x="10765940" y="42266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51" name="Rectangle 2550">
            <a:extLst>
              <a:ext uri="{FF2B5EF4-FFF2-40B4-BE49-F238E27FC236}">
                <a16:creationId xmlns:a16="http://schemas.microsoft.com/office/drawing/2014/main" id="{C01F73BB-0321-5582-3758-9C51B93BBB47}"/>
              </a:ext>
            </a:extLst>
          </p:cNvPr>
          <p:cNvSpPr/>
          <p:nvPr/>
        </p:nvSpPr>
        <p:spPr>
          <a:xfrm>
            <a:off x="9832070" y="5125031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2" name="Rectangle 2551">
            <a:extLst>
              <a:ext uri="{FF2B5EF4-FFF2-40B4-BE49-F238E27FC236}">
                <a16:creationId xmlns:a16="http://schemas.microsoft.com/office/drawing/2014/main" id="{AEFA115F-DF1A-D414-4D1D-F1664BFC9335}"/>
              </a:ext>
            </a:extLst>
          </p:cNvPr>
          <p:cNvSpPr/>
          <p:nvPr/>
        </p:nvSpPr>
        <p:spPr>
          <a:xfrm>
            <a:off x="9832071" y="5125029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53" name="Rectangle 2552">
            <a:extLst>
              <a:ext uri="{FF2B5EF4-FFF2-40B4-BE49-F238E27FC236}">
                <a16:creationId xmlns:a16="http://schemas.microsoft.com/office/drawing/2014/main" id="{9922C4AD-3A4B-608D-0262-65EC04B8F3B1}"/>
              </a:ext>
            </a:extLst>
          </p:cNvPr>
          <p:cNvSpPr/>
          <p:nvPr/>
        </p:nvSpPr>
        <p:spPr>
          <a:xfrm>
            <a:off x="10655697" y="513069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4" name="Rectangle 2553">
            <a:extLst>
              <a:ext uri="{FF2B5EF4-FFF2-40B4-BE49-F238E27FC236}">
                <a16:creationId xmlns:a16="http://schemas.microsoft.com/office/drawing/2014/main" id="{1AF02FDC-44FB-08F6-4725-06DA149C3C76}"/>
              </a:ext>
            </a:extLst>
          </p:cNvPr>
          <p:cNvSpPr/>
          <p:nvPr/>
        </p:nvSpPr>
        <p:spPr>
          <a:xfrm>
            <a:off x="10443166" y="5127312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5" name="Rectangle 2554">
            <a:extLst>
              <a:ext uri="{FF2B5EF4-FFF2-40B4-BE49-F238E27FC236}">
                <a16:creationId xmlns:a16="http://schemas.microsoft.com/office/drawing/2014/main" id="{FB4E5E8C-FB81-29E6-7C0E-AE8682D38247}"/>
              </a:ext>
            </a:extLst>
          </p:cNvPr>
          <p:cNvSpPr/>
          <p:nvPr/>
        </p:nvSpPr>
        <p:spPr>
          <a:xfrm>
            <a:off x="10819948" y="5130697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6" name="Rectangle 2555">
            <a:extLst>
              <a:ext uri="{FF2B5EF4-FFF2-40B4-BE49-F238E27FC236}">
                <a16:creationId xmlns:a16="http://schemas.microsoft.com/office/drawing/2014/main" id="{7B9D30BC-F2A4-154E-90F9-57983ED18F46}"/>
              </a:ext>
            </a:extLst>
          </p:cNvPr>
          <p:cNvSpPr/>
          <p:nvPr/>
        </p:nvSpPr>
        <p:spPr>
          <a:xfrm>
            <a:off x="10658080" y="523309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7" name="Rectangle 2556">
            <a:extLst>
              <a:ext uri="{FF2B5EF4-FFF2-40B4-BE49-F238E27FC236}">
                <a16:creationId xmlns:a16="http://schemas.microsoft.com/office/drawing/2014/main" id="{AF175D70-ABD9-0FE1-DC82-DA5DFAEB0FD4}"/>
              </a:ext>
            </a:extLst>
          </p:cNvPr>
          <p:cNvSpPr/>
          <p:nvPr/>
        </p:nvSpPr>
        <p:spPr>
          <a:xfrm>
            <a:off x="10445549" y="522970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8" name="Rectangle 2557">
            <a:extLst>
              <a:ext uri="{FF2B5EF4-FFF2-40B4-BE49-F238E27FC236}">
                <a16:creationId xmlns:a16="http://schemas.microsoft.com/office/drawing/2014/main" id="{107B713A-BC68-D7D4-816E-679494D0F85F}"/>
              </a:ext>
            </a:extLst>
          </p:cNvPr>
          <p:cNvSpPr/>
          <p:nvPr/>
        </p:nvSpPr>
        <p:spPr>
          <a:xfrm>
            <a:off x="10822331" y="523308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59" name="TextBox 2558">
            <a:extLst>
              <a:ext uri="{FF2B5EF4-FFF2-40B4-BE49-F238E27FC236}">
                <a16:creationId xmlns:a16="http://schemas.microsoft.com/office/drawing/2014/main" id="{74ACA417-5098-249C-AF5C-5E0AAB35DF5A}"/>
              </a:ext>
            </a:extLst>
          </p:cNvPr>
          <p:cNvSpPr txBox="1"/>
          <p:nvPr/>
        </p:nvSpPr>
        <p:spPr>
          <a:xfrm>
            <a:off x="10573196" y="5091072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560" name="TextBox 2559">
            <a:extLst>
              <a:ext uri="{FF2B5EF4-FFF2-40B4-BE49-F238E27FC236}">
                <a16:creationId xmlns:a16="http://schemas.microsoft.com/office/drawing/2014/main" id="{AB3D08E0-D91F-683E-A135-CE67FFEFD376}"/>
              </a:ext>
            </a:extLst>
          </p:cNvPr>
          <p:cNvSpPr txBox="1"/>
          <p:nvPr/>
        </p:nvSpPr>
        <p:spPr>
          <a:xfrm>
            <a:off x="10750439" y="5084437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2561" name="Rectangle 2560">
            <a:extLst>
              <a:ext uri="{FF2B5EF4-FFF2-40B4-BE49-F238E27FC236}">
                <a16:creationId xmlns:a16="http://schemas.microsoft.com/office/drawing/2014/main" id="{223D1DC5-77FB-B39D-52E1-D385BB035543}"/>
              </a:ext>
            </a:extLst>
          </p:cNvPr>
          <p:cNvSpPr/>
          <p:nvPr/>
        </p:nvSpPr>
        <p:spPr>
          <a:xfrm>
            <a:off x="10657854" y="533310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2" name="Rectangle 2561">
            <a:extLst>
              <a:ext uri="{FF2B5EF4-FFF2-40B4-BE49-F238E27FC236}">
                <a16:creationId xmlns:a16="http://schemas.microsoft.com/office/drawing/2014/main" id="{802F95FC-DF04-52B4-C9E4-4EA87F8E0668}"/>
              </a:ext>
            </a:extLst>
          </p:cNvPr>
          <p:cNvSpPr/>
          <p:nvPr/>
        </p:nvSpPr>
        <p:spPr>
          <a:xfrm>
            <a:off x="10445323" y="5329714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3" name="Rectangle 2562">
            <a:extLst>
              <a:ext uri="{FF2B5EF4-FFF2-40B4-BE49-F238E27FC236}">
                <a16:creationId xmlns:a16="http://schemas.microsoft.com/office/drawing/2014/main" id="{542738CA-BBDA-E045-5538-E80EBCCC94EB}"/>
              </a:ext>
            </a:extLst>
          </p:cNvPr>
          <p:cNvSpPr/>
          <p:nvPr/>
        </p:nvSpPr>
        <p:spPr>
          <a:xfrm>
            <a:off x="10822105" y="533309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4" name="Rectangle 2563">
            <a:extLst>
              <a:ext uri="{FF2B5EF4-FFF2-40B4-BE49-F238E27FC236}">
                <a16:creationId xmlns:a16="http://schemas.microsoft.com/office/drawing/2014/main" id="{DA9310CE-2702-A725-EADE-F8A097215B24}"/>
              </a:ext>
            </a:extLst>
          </p:cNvPr>
          <p:cNvSpPr/>
          <p:nvPr/>
        </p:nvSpPr>
        <p:spPr>
          <a:xfrm>
            <a:off x="10656288" y="5337810"/>
            <a:ext cx="170227" cy="19803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5" name="Rectangle 2564">
            <a:extLst>
              <a:ext uri="{FF2B5EF4-FFF2-40B4-BE49-F238E27FC236}">
                <a16:creationId xmlns:a16="http://schemas.microsoft.com/office/drawing/2014/main" id="{8CABB4D2-9B0A-1011-E7BE-3256DA90609C}"/>
              </a:ext>
            </a:extLst>
          </p:cNvPr>
          <p:cNvSpPr/>
          <p:nvPr/>
        </p:nvSpPr>
        <p:spPr>
          <a:xfrm>
            <a:off x="10443757" y="5341620"/>
            <a:ext cx="212329" cy="1928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6" name="Rectangle 2565">
            <a:extLst>
              <a:ext uri="{FF2B5EF4-FFF2-40B4-BE49-F238E27FC236}">
                <a16:creationId xmlns:a16="http://schemas.microsoft.com/office/drawing/2014/main" id="{51F18FB6-8DF8-D375-597D-AD255B3BED13}"/>
              </a:ext>
            </a:extLst>
          </p:cNvPr>
          <p:cNvSpPr/>
          <p:nvPr/>
        </p:nvSpPr>
        <p:spPr>
          <a:xfrm>
            <a:off x="10820539" y="5337811"/>
            <a:ext cx="170227" cy="19803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67" name="TextBox 2566">
            <a:extLst>
              <a:ext uri="{FF2B5EF4-FFF2-40B4-BE49-F238E27FC236}">
                <a16:creationId xmlns:a16="http://schemas.microsoft.com/office/drawing/2014/main" id="{D708038B-691E-39E9-B590-2800AF5C555E}"/>
              </a:ext>
            </a:extLst>
          </p:cNvPr>
          <p:cNvSpPr txBox="1"/>
          <p:nvPr/>
        </p:nvSpPr>
        <p:spPr>
          <a:xfrm>
            <a:off x="10416544" y="535456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68" name="TextBox 2567">
            <a:extLst>
              <a:ext uri="{FF2B5EF4-FFF2-40B4-BE49-F238E27FC236}">
                <a16:creationId xmlns:a16="http://schemas.microsoft.com/office/drawing/2014/main" id="{060DA4EA-7BC2-6FE6-486D-4A0AC38AAF0F}"/>
              </a:ext>
            </a:extLst>
          </p:cNvPr>
          <p:cNvSpPr txBox="1"/>
          <p:nvPr/>
        </p:nvSpPr>
        <p:spPr>
          <a:xfrm>
            <a:off x="10373499" y="5197607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569" name="TextBox 2568">
            <a:extLst>
              <a:ext uri="{FF2B5EF4-FFF2-40B4-BE49-F238E27FC236}">
                <a16:creationId xmlns:a16="http://schemas.microsoft.com/office/drawing/2014/main" id="{B06FA091-C913-C2C5-8C33-E5F567DA926F}"/>
              </a:ext>
            </a:extLst>
          </p:cNvPr>
          <p:cNvSpPr txBox="1"/>
          <p:nvPr/>
        </p:nvSpPr>
        <p:spPr>
          <a:xfrm>
            <a:off x="106158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70" name="TextBox 2569">
            <a:extLst>
              <a:ext uri="{FF2B5EF4-FFF2-40B4-BE49-F238E27FC236}">
                <a16:creationId xmlns:a16="http://schemas.microsoft.com/office/drawing/2014/main" id="{408D1D9C-007E-17F8-02A5-A97F80A8EFB0}"/>
              </a:ext>
            </a:extLst>
          </p:cNvPr>
          <p:cNvSpPr txBox="1"/>
          <p:nvPr/>
        </p:nvSpPr>
        <p:spPr>
          <a:xfrm>
            <a:off x="9825932" y="511817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8</a:t>
            </a:r>
          </a:p>
        </p:txBody>
      </p:sp>
      <p:sp>
        <p:nvSpPr>
          <p:cNvPr id="2571" name="TextBox 2570">
            <a:extLst>
              <a:ext uri="{FF2B5EF4-FFF2-40B4-BE49-F238E27FC236}">
                <a16:creationId xmlns:a16="http://schemas.microsoft.com/office/drawing/2014/main" id="{5B291036-56B7-529F-7DA2-C19836315555}"/>
              </a:ext>
            </a:extLst>
          </p:cNvPr>
          <p:cNvSpPr txBox="1"/>
          <p:nvPr/>
        </p:nvSpPr>
        <p:spPr>
          <a:xfrm>
            <a:off x="10780911" y="5197881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72" name="Rectangle 2571">
            <a:extLst>
              <a:ext uri="{FF2B5EF4-FFF2-40B4-BE49-F238E27FC236}">
                <a16:creationId xmlns:a16="http://schemas.microsoft.com/office/drawing/2014/main" id="{93E15990-F09E-0294-10A7-577A2123E60D}"/>
              </a:ext>
            </a:extLst>
          </p:cNvPr>
          <p:cNvSpPr/>
          <p:nvPr/>
        </p:nvSpPr>
        <p:spPr>
          <a:xfrm>
            <a:off x="11030507" y="5409985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3" name="Isosceles Triangle 2572">
            <a:extLst>
              <a:ext uri="{FF2B5EF4-FFF2-40B4-BE49-F238E27FC236}">
                <a16:creationId xmlns:a16="http://schemas.microsoft.com/office/drawing/2014/main" id="{8E58B06D-152F-8628-71EB-C25EE192BC8A}"/>
              </a:ext>
            </a:extLst>
          </p:cNvPr>
          <p:cNvSpPr/>
          <p:nvPr/>
        </p:nvSpPr>
        <p:spPr>
          <a:xfrm rot="10800000">
            <a:off x="11060361" y="5442726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4" name="Rectangle 2573">
            <a:extLst>
              <a:ext uri="{FF2B5EF4-FFF2-40B4-BE49-F238E27FC236}">
                <a16:creationId xmlns:a16="http://schemas.microsoft.com/office/drawing/2014/main" id="{72E0303F-3908-18C4-AFA2-430CEE27D47E}"/>
              </a:ext>
            </a:extLst>
          </p:cNvPr>
          <p:cNvSpPr/>
          <p:nvPr/>
        </p:nvSpPr>
        <p:spPr>
          <a:xfrm>
            <a:off x="11029481" y="4284108"/>
            <a:ext cx="163652" cy="112095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5" name="Rectangle 2574">
            <a:extLst>
              <a:ext uri="{FF2B5EF4-FFF2-40B4-BE49-F238E27FC236}">
                <a16:creationId xmlns:a16="http://schemas.microsoft.com/office/drawing/2014/main" id="{5D75E42F-8B20-31C2-C536-F987795738C4}"/>
              </a:ext>
            </a:extLst>
          </p:cNvPr>
          <p:cNvSpPr/>
          <p:nvPr/>
        </p:nvSpPr>
        <p:spPr>
          <a:xfrm>
            <a:off x="11030313" y="4160817"/>
            <a:ext cx="163652" cy="12005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6" name="Isosceles Triangle 2575">
            <a:extLst>
              <a:ext uri="{FF2B5EF4-FFF2-40B4-BE49-F238E27FC236}">
                <a16:creationId xmlns:a16="http://schemas.microsoft.com/office/drawing/2014/main" id="{2038611A-0F69-B4CA-CFFD-01FEB71B69BF}"/>
              </a:ext>
            </a:extLst>
          </p:cNvPr>
          <p:cNvSpPr/>
          <p:nvPr/>
        </p:nvSpPr>
        <p:spPr>
          <a:xfrm>
            <a:off x="11060167" y="4193558"/>
            <a:ext cx="97190" cy="55178"/>
          </a:xfrm>
          <a:prstGeom prst="triangle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77" name="Rectangle 2576">
            <a:extLst>
              <a:ext uri="{FF2B5EF4-FFF2-40B4-BE49-F238E27FC236}">
                <a16:creationId xmlns:a16="http://schemas.microsoft.com/office/drawing/2014/main" id="{C516B5A5-B913-02F2-22A2-9A8EC7ADBEDE}"/>
              </a:ext>
            </a:extLst>
          </p:cNvPr>
          <p:cNvSpPr/>
          <p:nvPr/>
        </p:nvSpPr>
        <p:spPr>
          <a:xfrm>
            <a:off x="11029688" y="4288078"/>
            <a:ext cx="163652" cy="29234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8" name="Rectangle 2577">
            <a:extLst>
              <a:ext uri="{FF2B5EF4-FFF2-40B4-BE49-F238E27FC236}">
                <a16:creationId xmlns:a16="http://schemas.microsoft.com/office/drawing/2014/main" id="{1BB6E5B3-B44F-82B2-44E9-65990267DDE2}"/>
              </a:ext>
            </a:extLst>
          </p:cNvPr>
          <p:cNvSpPr/>
          <p:nvPr/>
        </p:nvSpPr>
        <p:spPr>
          <a:xfrm>
            <a:off x="4871914" y="4138482"/>
            <a:ext cx="1158469" cy="4099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79" name="Rectangle 2578">
            <a:extLst>
              <a:ext uri="{FF2B5EF4-FFF2-40B4-BE49-F238E27FC236}">
                <a16:creationId xmlns:a16="http://schemas.microsoft.com/office/drawing/2014/main" id="{6D4DF768-1B2B-3FFF-8169-56D5FC3503B3}"/>
              </a:ext>
            </a:extLst>
          </p:cNvPr>
          <p:cNvSpPr/>
          <p:nvPr/>
        </p:nvSpPr>
        <p:spPr>
          <a:xfrm>
            <a:off x="4871915" y="4138480"/>
            <a:ext cx="609686" cy="2072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80" name="Rectangle 2579">
            <a:extLst>
              <a:ext uri="{FF2B5EF4-FFF2-40B4-BE49-F238E27FC236}">
                <a16:creationId xmlns:a16="http://schemas.microsoft.com/office/drawing/2014/main" id="{EFC23C78-1817-597C-752E-4A4F3549B54C}"/>
              </a:ext>
            </a:extLst>
          </p:cNvPr>
          <p:cNvSpPr/>
          <p:nvPr/>
        </p:nvSpPr>
        <p:spPr>
          <a:xfrm>
            <a:off x="5695541" y="4144149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1" name="Rectangle 2580">
            <a:extLst>
              <a:ext uri="{FF2B5EF4-FFF2-40B4-BE49-F238E27FC236}">
                <a16:creationId xmlns:a16="http://schemas.microsoft.com/office/drawing/2014/main" id="{7BC9317D-8BA9-0655-DD08-4A7968F02B41}"/>
              </a:ext>
            </a:extLst>
          </p:cNvPr>
          <p:cNvSpPr/>
          <p:nvPr/>
        </p:nvSpPr>
        <p:spPr>
          <a:xfrm>
            <a:off x="5483010" y="4140763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2" name="Rectangle 2581">
            <a:extLst>
              <a:ext uri="{FF2B5EF4-FFF2-40B4-BE49-F238E27FC236}">
                <a16:creationId xmlns:a16="http://schemas.microsoft.com/office/drawing/2014/main" id="{103B0528-8DA3-379D-907E-74EF0C4D3BE0}"/>
              </a:ext>
            </a:extLst>
          </p:cNvPr>
          <p:cNvSpPr/>
          <p:nvPr/>
        </p:nvSpPr>
        <p:spPr>
          <a:xfrm>
            <a:off x="5859792" y="4144148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3" name="Rectangle 2582">
            <a:extLst>
              <a:ext uri="{FF2B5EF4-FFF2-40B4-BE49-F238E27FC236}">
                <a16:creationId xmlns:a16="http://schemas.microsoft.com/office/drawing/2014/main" id="{341D442C-C9CE-F6AE-AA44-6DC334772E2C}"/>
              </a:ext>
            </a:extLst>
          </p:cNvPr>
          <p:cNvSpPr/>
          <p:nvPr/>
        </p:nvSpPr>
        <p:spPr>
          <a:xfrm>
            <a:off x="5697924" y="424654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4" name="Rectangle 2583">
            <a:extLst>
              <a:ext uri="{FF2B5EF4-FFF2-40B4-BE49-F238E27FC236}">
                <a16:creationId xmlns:a16="http://schemas.microsoft.com/office/drawing/2014/main" id="{FDBF1F99-AAB6-07C4-2305-3B4A5D2EB40A}"/>
              </a:ext>
            </a:extLst>
          </p:cNvPr>
          <p:cNvSpPr/>
          <p:nvPr/>
        </p:nvSpPr>
        <p:spPr>
          <a:xfrm>
            <a:off x="5485393" y="424315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5" name="Rectangle 2584">
            <a:extLst>
              <a:ext uri="{FF2B5EF4-FFF2-40B4-BE49-F238E27FC236}">
                <a16:creationId xmlns:a16="http://schemas.microsoft.com/office/drawing/2014/main" id="{85756D3B-65DA-C968-8A30-EC1294782A37}"/>
              </a:ext>
            </a:extLst>
          </p:cNvPr>
          <p:cNvSpPr/>
          <p:nvPr/>
        </p:nvSpPr>
        <p:spPr>
          <a:xfrm>
            <a:off x="5862175" y="424654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6" name="TextBox 2585">
            <a:extLst>
              <a:ext uri="{FF2B5EF4-FFF2-40B4-BE49-F238E27FC236}">
                <a16:creationId xmlns:a16="http://schemas.microsoft.com/office/drawing/2014/main" id="{A5C8B5AB-55BB-5AFC-FE8E-63D6D61DD226}"/>
              </a:ext>
            </a:extLst>
          </p:cNvPr>
          <p:cNvSpPr txBox="1"/>
          <p:nvPr/>
        </p:nvSpPr>
        <p:spPr>
          <a:xfrm>
            <a:off x="5613040" y="4104523"/>
            <a:ext cx="347457" cy="184666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2587" name="Rectangle 2586">
            <a:extLst>
              <a:ext uri="{FF2B5EF4-FFF2-40B4-BE49-F238E27FC236}">
                <a16:creationId xmlns:a16="http://schemas.microsoft.com/office/drawing/2014/main" id="{F3FA5054-61F6-BA85-9F67-F71CF618C425}"/>
              </a:ext>
            </a:extLst>
          </p:cNvPr>
          <p:cNvSpPr/>
          <p:nvPr/>
        </p:nvSpPr>
        <p:spPr>
          <a:xfrm>
            <a:off x="5697698" y="4346551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8" name="Rectangle 2587">
            <a:extLst>
              <a:ext uri="{FF2B5EF4-FFF2-40B4-BE49-F238E27FC236}">
                <a16:creationId xmlns:a16="http://schemas.microsoft.com/office/drawing/2014/main" id="{EA13E719-0605-40C4-6968-CAFBC9FD60AB}"/>
              </a:ext>
            </a:extLst>
          </p:cNvPr>
          <p:cNvSpPr/>
          <p:nvPr/>
        </p:nvSpPr>
        <p:spPr>
          <a:xfrm>
            <a:off x="5485167" y="4343165"/>
            <a:ext cx="212329" cy="10256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89" name="Rectangle 2588">
            <a:extLst>
              <a:ext uri="{FF2B5EF4-FFF2-40B4-BE49-F238E27FC236}">
                <a16:creationId xmlns:a16="http://schemas.microsoft.com/office/drawing/2014/main" id="{744B742F-C983-61BB-BC6C-F3D4FDFC4539}"/>
              </a:ext>
            </a:extLst>
          </p:cNvPr>
          <p:cNvSpPr/>
          <p:nvPr/>
        </p:nvSpPr>
        <p:spPr>
          <a:xfrm>
            <a:off x="5861949" y="4346550"/>
            <a:ext cx="170227" cy="100553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0" name="Rectangle 2589">
            <a:extLst>
              <a:ext uri="{FF2B5EF4-FFF2-40B4-BE49-F238E27FC236}">
                <a16:creationId xmlns:a16="http://schemas.microsoft.com/office/drawing/2014/main" id="{74C9C309-7C1C-2A5A-C244-E5C4876F4241}"/>
              </a:ext>
            </a:extLst>
          </p:cNvPr>
          <p:cNvSpPr/>
          <p:nvPr/>
        </p:nvSpPr>
        <p:spPr>
          <a:xfrm>
            <a:off x="5696132" y="4351021"/>
            <a:ext cx="170227" cy="19827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1" name="Rectangle 2590">
            <a:extLst>
              <a:ext uri="{FF2B5EF4-FFF2-40B4-BE49-F238E27FC236}">
                <a16:creationId xmlns:a16="http://schemas.microsoft.com/office/drawing/2014/main" id="{2B6C8482-FA86-F167-01C7-095B52327EEF}"/>
              </a:ext>
            </a:extLst>
          </p:cNvPr>
          <p:cNvSpPr/>
          <p:nvPr/>
        </p:nvSpPr>
        <p:spPr>
          <a:xfrm>
            <a:off x="5483601" y="4351021"/>
            <a:ext cx="212329" cy="19690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74050889-5CE5-011E-6E46-D15D2A5EDCD2}"/>
              </a:ext>
            </a:extLst>
          </p:cNvPr>
          <p:cNvSpPr/>
          <p:nvPr/>
        </p:nvSpPr>
        <p:spPr>
          <a:xfrm>
            <a:off x="5860383" y="4358640"/>
            <a:ext cx="170227" cy="1906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93" name="TextBox 2592">
            <a:extLst>
              <a:ext uri="{FF2B5EF4-FFF2-40B4-BE49-F238E27FC236}">
                <a16:creationId xmlns:a16="http://schemas.microsoft.com/office/drawing/2014/main" id="{BB20EDC5-7CBE-110A-FB84-F5A54496D018}"/>
              </a:ext>
            </a:extLst>
          </p:cNvPr>
          <p:cNvSpPr txBox="1"/>
          <p:nvPr/>
        </p:nvSpPr>
        <p:spPr>
          <a:xfrm>
            <a:off x="5462421" y="4357084"/>
            <a:ext cx="272498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2594" name="TextBox 2593">
            <a:extLst>
              <a:ext uri="{FF2B5EF4-FFF2-40B4-BE49-F238E27FC236}">
                <a16:creationId xmlns:a16="http://schemas.microsoft.com/office/drawing/2014/main" id="{BC6FF631-46E0-69E9-28E4-B1FFE2607468}"/>
              </a:ext>
            </a:extLst>
          </p:cNvPr>
          <p:cNvSpPr txBox="1"/>
          <p:nvPr/>
        </p:nvSpPr>
        <p:spPr>
          <a:xfrm>
            <a:off x="5413343" y="4211058"/>
            <a:ext cx="407355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2595" name="TextBox 2594">
            <a:extLst>
              <a:ext uri="{FF2B5EF4-FFF2-40B4-BE49-F238E27FC236}">
                <a16:creationId xmlns:a16="http://schemas.microsoft.com/office/drawing/2014/main" id="{7ECAE257-98A5-3A31-4A6D-A984F4FCD330}"/>
              </a:ext>
            </a:extLst>
          </p:cNvPr>
          <p:cNvSpPr txBox="1"/>
          <p:nvPr/>
        </p:nvSpPr>
        <p:spPr>
          <a:xfrm>
            <a:off x="56556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596" name="TextBox 2595">
            <a:extLst>
              <a:ext uri="{FF2B5EF4-FFF2-40B4-BE49-F238E27FC236}">
                <a16:creationId xmlns:a16="http://schemas.microsoft.com/office/drawing/2014/main" id="{70E3BCA2-5C8F-21AA-EBF9-8A00A2BD8635}"/>
              </a:ext>
            </a:extLst>
          </p:cNvPr>
          <p:cNvSpPr txBox="1"/>
          <p:nvPr/>
        </p:nvSpPr>
        <p:spPr>
          <a:xfrm>
            <a:off x="4901481" y="4130279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1 </a:t>
            </a:r>
          </a:p>
        </p:txBody>
      </p:sp>
      <p:sp>
        <p:nvSpPr>
          <p:cNvPr id="2597" name="TextBox 2596">
            <a:extLst>
              <a:ext uri="{FF2B5EF4-FFF2-40B4-BE49-F238E27FC236}">
                <a16:creationId xmlns:a16="http://schemas.microsoft.com/office/drawing/2014/main" id="{14D98898-C98A-6D5D-6874-2775C4520305}"/>
              </a:ext>
            </a:extLst>
          </p:cNvPr>
          <p:cNvSpPr txBox="1"/>
          <p:nvPr/>
        </p:nvSpPr>
        <p:spPr>
          <a:xfrm>
            <a:off x="5820755" y="4211332"/>
            <a:ext cx="239136" cy="18466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2618" name="TextBox 2617">
            <a:extLst>
              <a:ext uri="{FF2B5EF4-FFF2-40B4-BE49-F238E27FC236}">
                <a16:creationId xmlns:a16="http://schemas.microsoft.com/office/drawing/2014/main" id="{133886EE-63FC-A26F-B9ED-735F467E6F1D}"/>
              </a:ext>
            </a:extLst>
          </p:cNvPr>
          <p:cNvSpPr txBox="1"/>
          <p:nvPr/>
        </p:nvSpPr>
        <p:spPr>
          <a:xfrm>
            <a:off x="8460267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3 </a:t>
            </a:r>
          </a:p>
        </p:txBody>
      </p:sp>
      <p:sp>
        <p:nvSpPr>
          <p:cNvPr id="2619" name="TextBox 2618">
            <a:extLst>
              <a:ext uri="{FF2B5EF4-FFF2-40B4-BE49-F238E27FC236}">
                <a16:creationId xmlns:a16="http://schemas.microsoft.com/office/drawing/2014/main" id="{AA5E0F0B-62FD-A01F-4EFB-2E6B1E1AA90C}"/>
              </a:ext>
            </a:extLst>
          </p:cNvPr>
          <p:cNvSpPr txBox="1"/>
          <p:nvPr/>
        </p:nvSpPr>
        <p:spPr>
          <a:xfrm>
            <a:off x="9881301" y="4148630"/>
            <a:ext cx="761716" cy="21544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000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nb-NO" sz="800" dirty="0"/>
              <a:t>Cause 6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3E9DF6-EC1C-B548-E664-3FF9E80F4ECD}"/>
              </a:ext>
            </a:extLst>
          </p:cNvPr>
          <p:cNvSpPr/>
          <p:nvPr/>
        </p:nvSpPr>
        <p:spPr>
          <a:xfrm>
            <a:off x="4875612" y="4617434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77D38A-DEE6-82F9-FC41-975291ECDE8B}"/>
              </a:ext>
            </a:extLst>
          </p:cNvPr>
          <p:cNvSpPr/>
          <p:nvPr/>
        </p:nvSpPr>
        <p:spPr>
          <a:xfrm>
            <a:off x="4875613" y="4617432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681E0E-F0F6-043B-1239-870A4E9C85F4}"/>
              </a:ext>
            </a:extLst>
          </p:cNvPr>
          <p:cNvSpPr/>
          <p:nvPr/>
        </p:nvSpPr>
        <p:spPr>
          <a:xfrm>
            <a:off x="5699239" y="4623101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B1CC8D-68E2-4008-7314-62407CB5791A}"/>
              </a:ext>
            </a:extLst>
          </p:cNvPr>
          <p:cNvSpPr/>
          <p:nvPr/>
        </p:nvSpPr>
        <p:spPr>
          <a:xfrm>
            <a:off x="5486708" y="4619715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3B1713-6702-6BDA-1E3B-0C574361A38B}"/>
              </a:ext>
            </a:extLst>
          </p:cNvPr>
          <p:cNvSpPr/>
          <p:nvPr/>
        </p:nvSpPr>
        <p:spPr>
          <a:xfrm>
            <a:off x="5863490" y="4623100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8F3543-DF60-DBFB-9318-E89CC0A21C54}"/>
              </a:ext>
            </a:extLst>
          </p:cNvPr>
          <p:cNvSpPr/>
          <p:nvPr/>
        </p:nvSpPr>
        <p:spPr>
          <a:xfrm>
            <a:off x="5701622" y="4725493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26640F-CE56-D578-3E5B-1967FB423B5B}"/>
              </a:ext>
            </a:extLst>
          </p:cNvPr>
          <p:cNvSpPr/>
          <p:nvPr/>
        </p:nvSpPr>
        <p:spPr>
          <a:xfrm>
            <a:off x="5489091" y="472210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6547A3-4B2D-13CF-8472-979B34EFF406}"/>
              </a:ext>
            </a:extLst>
          </p:cNvPr>
          <p:cNvSpPr/>
          <p:nvPr/>
        </p:nvSpPr>
        <p:spPr>
          <a:xfrm>
            <a:off x="5865873" y="4725492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A1591-F542-3FB5-0D6E-378F9A1F9887}"/>
              </a:ext>
            </a:extLst>
          </p:cNvPr>
          <p:cNvSpPr txBox="1"/>
          <p:nvPr/>
        </p:nvSpPr>
        <p:spPr>
          <a:xfrm>
            <a:off x="5616738" y="4583475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4425EB78-ABB1-5DE0-440F-008921B33627}"/>
              </a:ext>
            </a:extLst>
          </p:cNvPr>
          <p:cNvSpPr/>
          <p:nvPr/>
        </p:nvSpPr>
        <p:spPr>
          <a:xfrm>
            <a:off x="5701396" y="482550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76229E33-1D7C-9AD7-EC4F-E2D5E054B58E}"/>
              </a:ext>
            </a:extLst>
          </p:cNvPr>
          <p:cNvSpPr/>
          <p:nvPr/>
        </p:nvSpPr>
        <p:spPr>
          <a:xfrm>
            <a:off x="5488865" y="4822117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6A7000D3-42D3-E918-9AD0-729CB303E960}"/>
              </a:ext>
            </a:extLst>
          </p:cNvPr>
          <p:cNvSpPr/>
          <p:nvPr/>
        </p:nvSpPr>
        <p:spPr>
          <a:xfrm>
            <a:off x="5865647" y="4825502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85C91DA6-29EA-D079-C082-4A65A81CFEC3}"/>
              </a:ext>
            </a:extLst>
          </p:cNvPr>
          <p:cNvSpPr/>
          <p:nvPr/>
        </p:nvSpPr>
        <p:spPr>
          <a:xfrm>
            <a:off x="5699830" y="4823469"/>
            <a:ext cx="170227" cy="204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E64E2DFC-5F31-89D5-68E8-13B4D3325D4C}"/>
              </a:ext>
            </a:extLst>
          </p:cNvPr>
          <p:cNvSpPr/>
          <p:nvPr/>
        </p:nvSpPr>
        <p:spPr>
          <a:xfrm>
            <a:off x="5487299" y="4827279"/>
            <a:ext cx="212329" cy="1995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9CCD01E8-EAA2-45AC-10B9-41F4C713F803}"/>
              </a:ext>
            </a:extLst>
          </p:cNvPr>
          <p:cNvSpPr/>
          <p:nvPr/>
        </p:nvSpPr>
        <p:spPr>
          <a:xfrm>
            <a:off x="5864081" y="4819658"/>
            <a:ext cx="170227" cy="208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5321A275-2AC5-6A8F-32E7-0E9B89B842C7}"/>
              </a:ext>
            </a:extLst>
          </p:cNvPr>
          <p:cNvSpPr txBox="1"/>
          <p:nvPr/>
        </p:nvSpPr>
        <p:spPr>
          <a:xfrm>
            <a:off x="5459991" y="4835559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AC78479C-86F8-3F7F-0D7D-040DFE6177C1}"/>
              </a:ext>
            </a:extLst>
          </p:cNvPr>
          <p:cNvSpPr txBox="1"/>
          <p:nvPr/>
        </p:nvSpPr>
        <p:spPr>
          <a:xfrm>
            <a:off x="5417041" y="4690010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1054A3B5-E95E-A5A7-EF1B-05752B0EB7F4}"/>
              </a:ext>
            </a:extLst>
          </p:cNvPr>
          <p:cNvSpPr txBox="1"/>
          <p:nvPr/>
        </p:nvSpPr>
        <p:spPr>
          <a:xfrm>
            <a:off x="5659353" y="469028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806A273D-E67E-80AB-3FC6-8B8D20411264}"/>
              </a:ext>
            </a:extLst>
          </p:cNvPr>
          <p:cNvSpPr txBox="1"/>
          <p:nvPr/>
        </p:nvSpPr>
        <p:spPr>
          <a:xfrm>
            <a:off x="4920888" y="4616635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2</a:t>
            </a:r>
          </a:p>
        </p:txBody>
      </p:sp>
      <p:sp>
        <p:nvSpPr>
          <p:cNvPr id="1359" name="TextBox 1358">
            <a:extLst>
              <a:ext uri="{FF2B5EF4-FFF2-40B4-BE49-F238E27FC236}">
                <a16:creationId xmlns:a16="http://schemas.microsoft.com/office/drawing/2014/main" id="{6A0057F6-366A-6FE1-4EBB-A39086CD5A68}"/>
              </a:ext>
            </a:extLst>
          </p:cNvPr>
          <p:cNvSpPr txBox="1"/>
          <p:nvPr/>
        </p:nvSpPr>
        <p:spPr>
          <a:xfrm>
            <a:off x="5824453" y="4690284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93719DB1-C33C-7580-4028-3EF99DBCAB86}"/>
              </a:ext>
            </a:extLst>
          </p:cNvPr>
          <p:cNvSpPr/>
          <p:nvPr/>
        </p:nvSpPr>
        <p:spPr>
          <a:xfrm>
            <a:off x="9824897" y="4630847"/>
            <a:ext cx="1158469" cy="409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1" name="Rectangle 1360">
            <a:extLst>
              <a:ext uri="{FF2B5EF4-FFF2-40B4-BE49-F238E27FC236}">
                <a16:creationId xmlns:a16="http://schemas.microsoft.com/office/drawing/2014/main" id="{D878EC93-A35B-22DC-97D1-88B4FC181A6F}"/>
              </a:ext>
            </a:extLst>
          </p:cNvPr>
          <p:cNvSpPr/>
          <p:nvPr/>
        </p:nvSpPr>
        <p:spPr>
          <a:xfrm>
            <a:off x="9824898" y="4630845"/>
            <a:ext cx="609686" cy="2072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63" name="Rectangle 1362">
            <a:extLst>
              <a:ext uri="{FF2B5EF4-FFF2-40B4-BE49-F238E27FC236}">
                <a16:creationId xmlns:a16="http://schemas.microsoft.com/office/drawing/2014/main" id="{FC91EB35-4551-609B-D3B9-E0FA60CAAF44}"/>
              </a:ext>
            </a:extLst>
          </p:cNvPr>
          <p:cNvSpPr/>
          <p:nvPr/>
        </p:nvSpPr>
        <p:spPr>
          <a:xfrm>
            <a:off x="10648524" y="4636514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4" name="Rectangle 1363">
            <a:extLst>
              <a:ext uri="{FF2B5EF4-FFF2-40B4-BE49-F238E27FC236}">
                <a16:creationId xmlns:a16="http://schemas.microsoft.com/office/drawing/2014/main" id="{33442087-DB2C-8593-9703-B460F242A4C8}"/>
              </a:ext>
            </a:extLst>
          </p:cNvPr>
          <p:cNvSpPr/>
          <p:nvPr/>
        </p:nvSpPr>
        <p:spPr>
          <a:xfrm>
            <a:off x="10435993" y="4633128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360C4E3F-123F-37C2-DF88-3D9E35BACCB0}"/>
              </a:ext>
            </a:extLst>
          </p:cNvPr>
          <p:cNvSpPr/>
          <p:nvPr/>
        </p:nvSpPr>
        <p:spPr>
          <a:xfrm>
            <a:off x="10812775" y="4636513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7E136E81-BED6-0C04-06B3-16D5729E8837}"/>
              </a:ext>
            </a:extLst>
          </p:cNvPr>
          <p:cNvSpPr/>
          <p:nvPr/>
        </p:nvSpPr>
        <p:spPr>
          <a:xfrm>
            <a:off x="10650907" y="4738906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7" name="Rectangle 1366">
            <a:extLst>
              <a:ext uri="{FF2B5EF4-FFF2-40B4-BE49-F238E27FC236}">
                <a16:creationId xmlns:a16="http://schemas.microsoft.com/office/drawing/2014/main" id="{99F833AC-1BB1-1A34-8DF6-B56A40F98E48}"/>
              </a:ext>
            </a:extLst>
          </p:cNvPr>
          <p:cNvSpPr/>
          <p:nvPr/>
        </p:nvSpPr>
        <p:spPr>
          <a:xfrm>
            <a:off x="10438376" y="473552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561B197E-6549-D630-D42E-4B08455D2641}"/>
              </a:ext>
            </a:extLst>
          </p:cNvPr>
          <p:cNvSpPr/>
          <p:nvPr/>
        </p:nvSpPr>
        <p:spPr>
          <a:xfrm>
            <a:off x="10815158" y="4738905"/>
            <a:ext cx="170227" cy="1005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EEB119D4-AF58-6AFE-9950-7B8F96C596FB}"/>
              </a:ext>
            </a:extLst>
          </p:cNvPr>
          <p:cNvSpPr txBox="1"/>
          <p:nvPr/>
        </p:nvSpPr>
        <p:spPr>
          <a:xfrm>
            <a:off x="10566023" y="4596888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Plan</a:t>
            </a:r>
            <a:endParaRPr lang="nb-NO" sz="400" dirty="0"/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2EE56D3A-2B48-602F-B143-E957E65EEB09}"/>
              </a:ext>
            </a:extLst>
          </p:cNvPr>
          <p:cNvSpPr txBox="1"/>
          <p:nvPr/>
        </p:nvSpPr>
        <p:spPr>
          <a:xfrm>
            <a:off x="10743266" y="4590253"/>
            <a:ext cx="3474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Impl</a:t>
            </a:r>
            <a:endParaRPr lang="nb-NO" sz="400" dirty="0"/>
          </a:p>
        </p:txBody>
      </p:sp>
      <p:sp>
        <p:nvSpPr>
          <p:cNvPr id="1404" name="Rectangle 1403">
            <a:extLst>
              <a:ext uri="{FF2B5EF4-FFF2-40B4-BE49-F238E27FC236}">
                <a16:creationId xmlns:a16="http://schemas.microsoft.com/office/drawing/2014/main" id="{36A6BA31-C901-32C9-797B-905F0287AC7F}"/>
              </a:ext>
            </a:extLst>
          </p:cNvPr>
          <p:cNvSpPr/>
          <p:nvPr/>
        </p:nvSpPr>
        <p:spPr>
          <a:xfrm>
            <a:off x="10650681" y="4838916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388EAC33-0FA7-12C2-DCCA-876E98DECC71}"/>
              </a:ext>
            </a:extLst>
          </p:cNvPr>
          <p:cNvSpPr/>
          <p:nvPr/>
        </p:nvSpPr>
        <p:spPr>
          <a:xfrm>
            <a:off x="10438150" y="4835530"/>
            <a:ext cx="212329" cy="102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6" name="Rectangle 1405">
            <a:extLst>
              <a:ext uri="{FF2B5EF4-FFF2-40B4-BE49-F238E27FC236}">
                <a16:creationId xmlns:a16="http://schemas.microsoft.com/office/drawing/2014/main" id="{BD04331F-7A70-9C97-F25F-E9A5A2109AC2}"/>
              </a:ext>
            </a:extLst>
          </p:cNvPr>
          <p:cNvSpPr/>
          <p:nvPr/>
        </p:nvSpPr>
        <p:spPr>
          <a:xfrm>
            <a:off x="10814932" y="4838915"/>
            <a:ext cx="170227" cy="1005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E35596DF-BDCC-A8C9-2A0C-1C187DD9900E}"/>
              </a:ext>
            </a:extLst>
          </p:cNvPr>
          <p:cNvSpPr/>
          <p:nvPr/>
        </p:nvSpPr>
        <p:spPr>
          <a:xfrm>
            <a:off x="10649115" y="4838700"/>
            <a:ext cx="170227" cy="202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6FE8F7FE-1889-A015-3055-0C09F89D34AC}"/>
              </a:ext>
            </a:extLst>
          </p:cNvPr>
          <p:cNvSpPr/>
          <p:nvPr/>
        </p:nvSpPr>
        <p:spPr>
          <a:xfrm>
            <a:off x="10436584" y="4834890"/>
            <a:ext cx="212329" cy="2053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4128C9C7-8078-4E36-076B-09092883FB93}"/>
              </a:ext>
            </a:extLst>
          </p:cNvPr>
          <p:cNvSpPr/>
          <p:nvPr/>
        </p:nvSpPr>
        <p:spPr>
          <a:xfrm>
            <a:off x="10813366" y="4842511"/>
            <a:ext cx="170227" cy="199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37E062EE-7198-7BB4-9942-109EC3F92F72}"/>
              </a:ext>
            </a:extLst>
          </p:cNvPr>
          <p:cNvSpPr txBox="1"/>
          <p:nvPr/>
        </p:nvSpPr>
        <p:spPr>
          <a:xfrm>
            <a:off x="10423479" y="4851238"/>
            <a:ext cx="2724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SC</a:t>
            </a:r>
            <a:endParaRPr lang="nb-NO" sz="400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5AFD5FC7-C7DC-DF3A-2BA9-E7057AA6C2E1}"/>
              </a:ext>
            </a:extLst>
          </p:cNvPr>
          <p:cNvSpPr txBox="1"/>
          <p:nvPr/>
        </p:nvSpPr>
        <p:spPr>
          <a:xfrm>
            <a:off x="10366326" y="4703423"/>
            <a:ext cx="407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FMEA</a:t>
            </a:r>
            <a:endParaRPr lang="nb-NO" sz="400"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4376C8B-0301-BB78-47D5-03FDE1419054}"/>
              </a:ext>
            </a:extLst>
          </p:cNvPr>
          <p:cNvSpPr txBox="1"/>
          <p:nvPr/>
        </p:nvSpPr>
        <p:spPr>
          <a:xfrm>
            <a:off x="10608638" y="47036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342EF26C-1EA8-41D3-70A7-FC5BBE7EC126}"/>
              </a:ext>
            </a:extLst>
          </p:cNvPr>
          <p:cNvSpPr txBox="1"/>
          <p:nvPr/>
        </p:nvSpPr>
        <p:spPr>
          <a:xfrm>
            <a:off x="9864384" y="4621283"/>
            <a:ext cx="76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dirty="0"/>
              <a:t>Cause 7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52247C4D-DB46-16D5-A8D8-95C0F2E992A9}"/>
              </a:ext>
            </a:extLst>
          </p:cNvPr>
          <p:cNvSpPr txBox="1"/>
          <p:nvPr/>
        </p:nvSpPr>
        <p:spPr>
          <a:xfrm>
            <a:off x="10773738" y="4703697"/>
            <a:ext cx="2391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" dirty="0"/>
              <a:t>M</a:t>
            </a:r>
            <a:endParaRPr lang="nb-NO" sz="400" dirty="0"/>
          </a:p>
        </p:txBody>
      </p:sp>
      <p:sp>
        <p:nvSpPr>
          <p:cNvPr id="1355" name="Arrow: Right 1354">
            <a:extLst>
              <a:ext uri="{FF2B5EF4-FFF2-40B4-BE49-F238E27FC236}">
                <a16:creationId xmlns:a16="http://schemas.microsoft.com/office/drawing/2014/main" id="{D7DDEB14-B0E5-0E32-9895-DFFF368FD09E}"/>
              </a:ext>
            </a:extLst>
          </p:cNvPr>
          <p:cNvSpPr/>
          <p:nvPr/>
        </p:nvSpPr>
        <p:spPr>
          <a:xfrm rot="13586053">
            <a:off x="7549945" y="1270038"/>
            <a:ext cx="257157" cy="131439"/>
          </a:xfrm>
          <a:prstGeom prst="rightArrow">
            <a:avLst>
              <a:gd name="adj1" fmla="val 25762"/>
              <a:gd name="adj2" fmla="val 1388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9D30687D-5AF9-2B1A-760C-F8347E428A91}"/>
              </a:ext>
            </a:extLst>
          </p:cNvPr>
          <p:cNvSpPr/>
          <p:nvPr/>
        </p:nvSpPr>
        <p:spPr>
          <a:xfrm>
            <a:off x="11772900" y="6441281"/>
            <a:ext cx="252919" cy="30706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B29B2D7D-111C-650A-29C8-4BE2EAB83955}"/>
              </a:ext>
            </a:extLst>
          </p:cNvPr>
          <p:cNvSpPr txBox="1"/>
          <p:nvPr/>
        </p:nvSpPr>
        <p:spPr>
          <a:xfrm>
            <a:off x="11780071" y="6481954"/>
            <a:ext cx="246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3</a:t>
            </a:r>
          </a:p>
        </p:txBody>
      </p:sp>
      <p:sp>
        <p:nvSpPr>
          <p:cNvPr id="462" name="Rektangel 461">
            <a:extLst>
              <a:ext uri="{FF2B5EF4-FFF2-40B4-BE49-F238E27FC236}">
                <a16:creationId xmlns:a16="http://schemas.microsoft.com/office/drawing/2014/main" id="{E95D4748-7A5B-29DB-162E-A7E333C555C2}"/>
              </a:ext>
            </a:extLst>
          </p:cNvPr>
          <p:cNvSpPr/>
          <p:nvPr/>
        </p:nvSpPr>
        <p:spPr>
          <a:xfrm>
            <a:off x="4319582" y="2226918"/>
            <a:ext cx="6896789" cy="14391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8134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3806</Words>
  <Application>Microsoft Macintosh PowerPoint</Application>
  <PresentationFormat>Widescreen</PresentationFormat>
  <Paragraphs>2454</Paragraphs>
  <Slides>13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Moen</dc:creator>
  <cp:lastModifiedBy>Andreas Moen</cp:lastModifiedBy>
  <cp:revision>1</cp:revision>
  <dcterms:created xsi:type="dcterms:W3CDTF">2026-02-08T19:54:47Z</dcterms:created>
  <dcterms:modified xsi:type="dcterms:W3CDTF">2026-02-08T20:04:16Z</dcterms:modified>
</cp:coreProperties>
</file>